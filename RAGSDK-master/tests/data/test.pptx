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7.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8.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14.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15.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16.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7.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8.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9.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20.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21.xml" ContentType="application/vnd.openxmlformats-officedocument.theme+xml"/>
  <Override PartName="/ppt/theme/theme22.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23.xml" ContentType="application/vnd.openxmlformats-officedocument.theme+xml"/>
  <Override PartName="/ppt/theme/theme24.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25.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26.xml" ContentType="application/vnd.openxmlformats-officedocument.them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theme/theme27.xml" ContentType="application/vnd.openxmlformats-officedocument.theme+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28.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heme/theme29.xml" ContentType="application/vnd.openxmlformats-officedocument.theme+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30.xml" ContentType="application/vnd.openxmlformats-officedocument.theme+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31.xml" ContentType="application/vnd.openxmlformats-officedocument.theme+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32.xml" ContentType="application/vnd.openxmlformats-officedocument.theme+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33.xml" ContentType="application/vnd.openxmlformats-officedocument.theme+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theme/theme34.xml" ContentType="application/vnd.openxmlformats-officedocument.theme+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35.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4389" r:id="rId1"/>
    <p:sldMasterId id="2147484384" r:id="rId2"/>
    <p:sldMasterId id="2147483710" r:id="rId3"/>
    <p:sldMasterId id="2147483722" r:id="rId4"/>
    <p:sldMasterId id="2147484151" r:id="rId5"/>
    <p:sldMasterId id="2147484165" r:id="rId6"/>
    <p:sldMasterId id="2147484179" r:id="rId7"/>
    <p:sldMasterId id="2147484204" r:id="rId8"/>
    <p:sldMasterId id="2147484210" r:id="rId9"/>
    <p:sldMasterId id="2147484217" r:id="rId10"/>
    <p:sldMasterId id="2147484219" r:id="rId11"/>
    <p:sldMasterId id="2147484221" r:id="rId12"/>
    <p:sldMasterId id="2147484223" r:id="rId13"/>
    <p:sldMasterId id="2147484228" r:id="rId14"/>
    <p:sldMasterId id="2147484251" r:id="rId15"/>
    <p:sldMasterId id="2147484263" r:id="rId16"/>
    <p:sldMasterId id="2147484270" r:id="rId17"/>
    <p:sldMasterId id="2147484277" r:id="rId18"/>
    <p:sldMasterId id="2147484298" r:id="rId19"/>
    <p:sldMasterId id="2147484309" r:id="rId20"/>
    <p:sldMasterId id="2147484324" r:id="rId21"/>
    <p:sldMasterId id="2147484333" r:id="rId22"/>
    <p:sldMasterId id="2147484456" r:id="rId23"/>
    <p:sldMasterId id="2147484467" r:id="rId24"/>
    <p:sldMasterId id="2147484478" r:id="rId25"/>
    <p:sldMasterId id="2147484491" r:id="rId26"/>
    <p:sldMasterId id="2147484509" r:id="rId27"/>
    <p:sldMasterId id="2147484523" r:id="rId28"/>
    <p:sldMasterId id="2147484529" r:id="rId29"/>
    <p:sldMasterId id="2147484530" r:id="rId30"/>
    <p:sldMasterId id="2147484545" r:id="rId31"/>
    <p:sldMasterId id="2147484566" r:id="rId32"/>
    <p:sldMasterId id="2147484579" r:id="rId33"/>
    <p:sldMasterId id="2147484583" r:id="rId34"/>
    <p:sldMasterId id="2147484635" r:id="rId35"/>
    <p:sldMasterId id="2147484648" r:id="rId36"/>
  </p:sldMasterIdLst>
  <p:notesMasterIdLst>
    <p:notesMasterId r:id="rId41"/>
  </p:notesMasterIdLst>
  <p:handoutMasterIdLst>
    <p:handoutMasterId r:id="rId42"/>
  </p:handoutMasterIdLst>
  <p:sldIdLst>
    <p:sldId id="1778" r:id="rId37"/>
    <p:sldId id="1780" r:id="rId38"/>
    <p:sldId id="1777" r:id="rId39"/>
    <p:sldId id="1779" r:id="rId40"/>
  </p:sldIdLst>
  <p:sldSz cx="12195175" cy="6858000"/>
  <p:notesSz cx="6669088" cy="9926638"/>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guide id="3" pos="3842">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guide id="3" orient="horz" pos="3127">
          <p15:clr>
            <a:srgbClr val="A4A3A4"/>
          </p15:clr>
        </p15:guide>
        <p15:guide id="4"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745"/>
    <a:srgbClr val="313745"/>
    <a:srgbClr val="343746"/>
    <a:srgbClr val="0099FF"/>
    <a:srgbClr val="99CCFF"/>
    <a:srgbClr val="0000FF"/>
    <a:srgbClr val="FFD03B"/>
    <a:srgbClr val="FFBE3B"/>
    <a:srgbClr val="FFCC66"/>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3834" autoAdjust="0"/>
  </p:normalViewPr>
  <p:slideViewPr>
    <p:cSldViewPr>
      <p:cViewPr varScale="1">
        <p:scale>
          <a:sx n="124" d="100"/>
          <a:sy n="124" d="100"/>
        </p:scale>
        <p:origin x="422" y="101"/>
      </p:cViewPr>
      <p:guideLst>
        <p:guide orient="horz" pos="2160"/>
        <p:guide pos="3841"/>
        <p:guide pos="3842"/>
      </p:guideLst>
    </p:cSldViewPr>
  </p:slideViewPr>
  <p:outlineViewPr>
    <p:cViewPr>
      <p:scale>
        <a:sx n="33" d="100"/>
        <a:sy n="33" d="100"/>
      </p:scale>
      <p:origin x="36" y="4134"/>
    </p:cViewPr>
  </p:outlineViewPr>
  <p:notesTextViewPr>
    <p:cViewPr>
      <p:scale>
        <a:sx n="100" d="100"/>
        <a:sy n="100" d="100"/>
      </p:scale>
      <p:origin x="0" y="0"/>
    </p:cViewPr>
  </p:notesTextViewPr>
  <p:sorterViewPr>
    <p:cViewPr varScale="1">
      <p:scale>
        <a:sx n="1" d="1"/>
        <a:sy n="1" d="1"/>
      </p:scale>
      <p:origin x="0" y="-14237"/>
    </p:cViewPr>
  </p:sorterViewPr>
  <p:notesViewPr>
    <p:cSldViewPr>
      <p:cViewPr varScale="1">
        <p:scale>
          <a:sx n="61" d="100"/>
          <a:sy n="61" d="100"/>
        </p:scale>
        <p:origin x="-3202" y="-77"/>
      </p:cViewPr>
      <p:guideLst>
        <p:guide orient="horz" pos="2932"/>
        <p:guide pos="2212"/>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3.xml"/><Relationship Id="rId21" Type="http://schemas.openxmlformats.org/officeDocument/2006/relationships/slideMaster" Target="slideMasters/slideMaster21.xml"/><Relationship Id="rId34" Type="http://schemas.openxmlformats.org/officeDocument/2006/relationships/slideMaster" Target="slideMasters/slideMaster34.xml"/><Relationship Id="rId42"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 Target="slides/slide1.xml"/><Relationship Id="rId40" Type="http://schemas.openxmlformats.org/officeDocument/2006/relationships/slide" Target="slides/slide4.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 Target="slides/slide2.xml"/><Relationship Id="rId46" Type="http://schemas.openxmlformats.org/officeDocument/2006/relationships/tableStyles" Target="tableStyles.xml"/><Relationship Id="rId20" Type="http://schemas.openxmlformats.org/officeDocument/2006/relationships/slideMaster" Target="slideMasters/slideMaster20.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3324" tIns="46662" rIns="93324" bIns="46662"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3324" tIns="46662" rIns="93324" bIns="46662" rtlCol="0"/>
          <a:lstStyle>
            <a:lvl1pPr algn="r">
              <a:defRPr sz="1200"/>
            </a:lvl1pPr>
          </a:lstStyle>
          <a:p>
            <a:fld id="{63AB159C-60B6-420C-ABC2-CEF1C29BCE0E}" type="datetimeFigureOut">
              <a:rPr lang="zh-CN" altLang="en-US" smtClean="0"/>
              <a:pPr/>
              <a:t>2025/12/22</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3324" tIns="46662" rIns="93324" bIns="46662"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3324" tIns="46662" rIns="93324" bIns="46662" rtlCol="0" anchor="b"/>
          <a:lstStyle>
            <a:lvl1pPr algn="r">
              <a:defRPr sz="1200"/>
            </a:lvl1pPr>
          </a:lstStyle>
          <a:p>
            <a:fld id="{8E188B9C-34DA-4833-A3BD-5C3A03561D9C}" type="slidenum">
              <a:rPr lang="zh-CN" altLang="en-US" smtClean="0"/>
              <a:pPr/>
              <a:t>‹#›</a:t>
            </a:fld>
            <a:endParaRPr lang="zh-CN" altLang="en-US"/>
          </a:p>
        </p:txBody>
      </p:sp>
    </p:spTree>
    <p:extLst>
      <p:ext uri="{BB962C8B-B14F-4D97-AF65-F5344CB8AC3E}">
        <p14:creationId xmlns:p14="http://schemas.microsoft.com/office/powerpoint/2010/main" val="310147217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889938" cy="496332"/>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vl1pPr>
          </a:lstStyle>
          <a:p>
            <a:endParaRPr lang="zh-CN" altLang="en-US"/>
          </a:p>
        </p:txBody>
      </p:sp>
      <p:sp>
        <p:nvSpPr>
          <p:cNvPr id="17411" name="Rectangle 3"/>
          <p:cNvSpPr>
            <a:spLocks noGrp="1" noChangeArrowheads="1"/>
          </p:cNvSpPr>
          <p:nvPr>
            <p:ph type="dt" idx="1"/>
          </p:nvPr>
        </p:nvSpPr>
        <p:spPr bwMode="auto">
          <a:xfrm>
            <a:off x="3777607" y="0"/>
            <a:ext cx="2889938" cy="496332"/>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vl1pPr>
          </a:lstStyle>
          <a:p>
            <a:endParaRPr lang="en-US" altLang="zh-CN"/>
          </a:p>
        </p:txBody>
      </p:sp>
      <p:sp>
        <p:nvSpPr>
          <p:cNvPr id="17412" name="Rectangle 4"/>
          <p:cNvSpPr>
            <a:spLocks noGrp="1" noRot="1" noChangeAspect="1" noChangeArrowheads="1" noTextEdit="1"/>
          </p:cNvSpPr>
          <p:nvPr>
            <p:ph type="sldImg" idx="2"/>
          </p:nvPr>
        </p:nvSpPr>
        <p:spPr bwMode="auto">
          <a:xfrm>
            <a:off x="25400" y="744538"/>
            <a:ext cx="6618288" cy="3722687"/>
          </a:xfrm>
          <a:prstGeom prst="rect">
            <a:avLst/>
          </a:prstGeom>
          <a:noFill/>
          <a:ln w="9525">
            <a:solidFill>
              <a:srgbClr val="000000"/>
            </a:solidFill>
            <a:miter lim="800000"/>
            <a:headEnd/>
            <a:tailEnd/>
          </a:ln>
          <a:effectLst/>
        </p:spPr>
      </p:sp>
      <p:sp>
        <p:nvSpPr>
          <p:cNvPr id="17413" name="Rectangle 5"/>
          <p:cNvSpPr>
            <a:spLocks noGrp="1" noChangeArrowheads="1"/>
          </p:cNvSpPr>
          <p:nvPr>
            <p:ph type="body" sz="quarter" idx="3"/>
          </p:nvPr>
        </p:nvSpPr>
        <p:spPr bwMode="auto">
          <a:xfrm>
            <a:off x="666909" y="4715154"/>
            <a:ext cx="5335270" cy="4466987"/>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7414" name="Rectangle 6"/>
          <p:cNvSpPr>
            <a:spLocks noGrp="1" noChangeArrowheads="1"/>
          </p:cNvSpPr>
          <p:nvPr>
            <p:ph type="ftr" sz="quarter" idx="4"/>
          </p:nvPr>
        </p:nvSpPr>
        <p:spPr bwMode="auto">
          <a:xfrm>
            <a:off x="0" y="9428583"/>
            <a:ext cx="2889938" cy="496332"/>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vl1pPr>
          </a:lstStyle>
          <a:p>
            <a:endParaRPr lang="en-US" altLang="zh-CN"/>
          </a:p>
        </p:txBody>
      </p:sp>
      <p:sp>
        <p:nvSpPr>
          <p:cNvPr id="17415" name="Rectangle 7"/>
          <p:cNvSpPr>
            <a:spLocks noGrp="1" noChangeArrowheads="1"/>
          </p:cNvSpPr>
          <p:nvPr>
            <p:ph type="sldNum" sz="quarter" idx="5"/>
          </p:nvPr>
        </p:nvSpPr>
        <p:spPr bwMode="auto">
          <a:xfrm>
            <a:off x="3777607" y="9428583"/>
            <a:ext cx="2889938" cy="496332"/>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vl1pPr>
          </a:lstStyle>
          <a:p>
            <a:fld id="{9C67DCF1-64CF-43C9-8B80-619A023733CC}" type="slidenum">
              <a:rPr lang="zh-CN" altLang="en-US"/>
              <a:pPr/>
              <a:t>‹#›</a:t>
            </a:fld>
            <a:endParaRPr lang="en-US" altLang="zh-CN"/>
          </a:p>
        </p:txBody>
      </p:sp>
    </p:spTree>
    <p:extLst>
      <p:ext uri="{BB962C8B-B14F-4D97-AF65-F5344CB8AC3E}">
        <p14:creationId xmlns:p14="http://schemas.microsoft.com/office/powerpoint/2010/main" val="3934117806"/>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5.xml"/><Relationship Id="rId5" Type="http://schemas.openxmlformats.org/officeDocument/2006/relationships/image" Target="../media/image13.png"/><Relationship Id="rId4" Type="http://schemas.openxmlformats.org/officeDocument/2006/relationships/image" Target="../media/image1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6.xml"/><Relationship Id="rId5" Type="http://schemas.openxmlformats.org/officeDocument/2006/relationships/image" Target="../media/image13.png"/><Relationship Id="rId4" Type="http://schemas.openxmlformats.org/officeDocument/2006/relationships/image" Target="../media/image15.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7.xml"/><Relationship Id="rId5" Type="http://schemas.openxmlformats.org/officeDocument/2006/relationships/image" Target="../media/image13.png"/><Relationship Id="rId4" Type="http://schemas.openxmlformats.org/officeDocument/2006/relationships/image" Target="../media/image15.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6.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1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7.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1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9.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1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7.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5.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5.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Master" Target="../slideMasters/slideMaster26.xml"/><Relationship Id="rId4" Type="http://schemas.openxmlformats.org/officeDocument/2006/relationships/image" Target="../media/image31.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Master" Target="../slideMasters/slideMaster2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Master" Target="../slideMasters/slideMaster27.xml"/><Relationship Id="rId4" Type="http://schemas.openxmlformats.org/officeDocument/2006/relationships/image" Target="../media/image31.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8.xml"/></Relationships>
</file>

<file path=ppt/slideLayouts/_rels/slideLayout188.xml.rels><?xml version="1.0" encoding="UTF-8" standalone="yes"?>
<Relationships xmlns="http://schemas.openxmlformats.org/package/2006/relationships"><Relationship Id="rId3" Type="http://schemas.openxmlformats.org/officeDocument/2006/relationships/slideMaster" Target="../slideMasters/slideMaster28.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34.png"/><Relationship Id="rId4" Type="http://schemas.openxmlformats.org/officeDocument/2006/relationships/image" Target="../media/image30.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4.png"/><Relationship Id="rId1" Type="http://schemas.openxmlformats.org/officeDocument/2006/relationships/slideMaster" Target="../slideMasters/slideMaster3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4.png"/><Relationship Id="rId1" Type="http://schemas.openxmlformats.org/officeDocument/2006/relationships/slideMaster" Target="../slideMasters/slideMaster3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8.png"/><Relationship Id="rId1" Type="http://schemas.openxmlformats.org/officeDocument/2006/relationships/slideMaster" Target="../slideMasters/slideMaster33.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8.png"/><Relationship Id="rId1" Type="http://schemas.openxmlformats.org/officeDocument/2006/relationships/slideMaster" Target="../slideMasters/slideMaster3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a:ln>
                <a:noFill/>
              </a:ln>
              <a:solidFill>
                <a:schemeClr val="tx1"/>
              </a:solidFill>
              <a:effectLst/>
              <a:latin typeface="Arial" charset="0"/>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a:ln>
                <a:noFill/>
              </a:ln>
              <a:solidFill>
                <a:schemeClr val="tx1"/>
              </a:solidFill>
              <a:effectLst/>
              <a:latin typeface="Arial" charset="0"/>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2" descr="内页元素3-1"/>
          <p:cNvPicPr>
            <a:picLocks noChangeAspect="1" noChangeArrowheads="1"/>
          </p:cNvPicPr>
          <p:nvPr userDrawn="1"/>
        </p:nvPicPr>
        <p:blipFill>
          <a:blip r:embed="rId2" cstate="print"/>
          <a:srcRect/>
          <a:stretch>
            <a:fillRect/>
          </a:stretch>
        </p:blipFill>
        <p:spPr bwMode="auto">
          <a:xfrm>
            <a:off x="1" y="12"/>
            <a:ext cx="12193587" cy="6492875"/>
          </a:xfrm>
          <a:prstGeom prst="rect">
            <a:avLst/>
          </a:prstGeom>
          <a:noFill/>
          <a:ln w="9525">
            <a:noFill/>
            <a:miter lim="800000"/>
            <a:headEnd/>
            <a:tailEnd/>
          </a:ln>
        </p:spPr>
      </p:pic>
      <p:grpSp>
        <p:nvGrpSpPr>
          <p:cNvPr id="2" name="组合 3"/>
          <p:cNvGrpSpPr>
            <a:grpSpLocks/>
          </p:cNvGrpSpPr>
          <p:nvPr userDrawn="1"/>
        </p:nvGrpSpPr>
        <p:grpSpPr bwMode="auto">
          <a:xfrm>
            <a:off x="8017" y="7938"/>
            <a:ext cx="12193587" cy="6858000"/>
            <a:chOff x="1" y="1"/>
            <a:chExt cx="7681" cy="4320"/>
          </a:xfrm>
        </p:grpSpPr>
        <p:pic>
          <p:nvPicPr>
            <p:cNvPr id="6" name="图片 4"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5"/>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8" name="文本框 6"/>
          <p:cNvSpPr txBox="1">
            <a:spLocks noChangeArrowheads="1"/>
          </p:cNvSpPr>
          <p:nvPr userDrawn="1"/>
        </p:nvSpPr>
        <p:spPr bwMode="auto">
          <a:xfrm>
            <a:off x="811293" y="6199311"/>
            <a:ext cx="3044103" cy="307777"/>
          </a:xfrm>
          <a:prstGeom prst="rect">
            <a:avLst/>
          </a:prstGeom>
          <a:noFill/>
          <a:ln w="9525">
            <a:noFill/>
            <a:miter lim="800000"/>
            <a:headEnd/>
            <a:tailEnd/>
          </a:ln>
        </p:spPr>
        <p:txBody>
          <a:bodyPr wrap="none">
            <a:spAutoFit/>
          </a:bodyPr>
          <a:lstStyle/>
          <a:p>
            <a:pPr eaLnBrk="0" hangingPunct="0">
              <a:defRPr/>
            </a:pPr>
            <a:r>
              <a:rPr lang="en-US" altLang="zh-CN" sz="1400">
                <a:solidFill>
                  <a:srgbClr val="000000"/>
                </a:solidFill>
                <a:latin typeface="FrutigerNext LT Bold" pitchFamily="1" charset="0"/>
                <a:ea typeface="ＭＳ Ｐゴシック" pitchFamily="34" charset="-128"/>
              </a:rPr>
              <a:t>HUAWEI TECHNOLOGIES CO., LTD.</a:t>
            </a:r>
          </a:p>
        </p:txBody>
      </p:sp>
      <p:pic>
        <p:nvPicPr>
          <p:cNvPr id="9" name="图片 7" descr="Logo"/>
          <p:cNvPicPr>
            <a:picLocks noChangeAspect="1" noChangeArrowheads="1"/>
          </p:cNvPicPr>
          <p:nvPr userDrawn="1"/>
        </p:nvPicPr>
        <p:blipFill>
          <a:blip r:embed="rId4" cstate="print"/>
          <a:srcRect/>
          <a:stretch>
            <a:fillRect/>
          </a:stretch>
        </p:blipFill>
        <p:spPr bwMode="auto">
          <a:xfrm>
            <a:off x="10522029" y="5691188"/>
            <a:ext cx="706439" cy="704850"/>
          </a:xfrm>
          <a:prstGeom prst="rect">
            <a:avLst/>
          </a:prstGeom>
          <a:noFill/>
          <a:ln w="9525">
            <a:noFill/>
            <a:miter lim="800000"/>
            <a:headEnd/>
            <a:tailEnd/>
          </a:ln>
        </p:spPr>
      </p:pic>
      <p:sp>
        <p:nvSpPr>
          <p:cNvPr id="10" name="矩形 10"/>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内部使用字体 </a:t>
            </a:r>
            <a:r>
              <a:rPr lang="en-US" altLang="zh-CN" sz="1200">
                <a:solidFill>
                  <a:srgbClr val="F8F8F8"/>
                </a:solidFill>
                <a:latin typeface="Arial" pitchFamily="34" charset="0"/>
              </a:rPr>
              <a:t>:</a:t>
            </a:r>
          </a:p>
          <a:p>
            <a:pPr algn="r" eaLnBrk="0" hangingPunct="0">
              <a:lnSpc>
                <a:spcPct val="125000"/>
              </a:lnSpc>
              <a:buClr>
                <a:srgbClr val="CC9900"/>
              </a:buClr>
              <a:buFont typeface="Wingdings" pitchFamily="2" charset="2"/>
              <a:buNone/>
              <a:defRPr/>
            </a:pPr>
            <a:r>
              <a:rPr lang="en-US" altLang="zh-CN" sz="1200">
                <a:solidFill>
                  <a:srgbClr val="F8F8F8"/>
                </a:solidFill>
                <a:latin typeface="Arial" pitchFamily="34" charset="0"/>
              </a:rPr>
              <a:t>FrutigerNext LT Medium</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外部使用字体 </a:t>
            </a:r>
            <a:r>
              <a:rPr lang="en-US" altLang="zh-CN" sz="1200">
                <a:solidFill>
                  <a:srgbClr val="F8F8F8"/>
                </a:solidFill>
                <a:latin typeface="Arial" pitchFamily="34" charset="0"/>
              </a:rPr>
              <a:t>: Arial</a:t>
            </a:r>
          </a:p>
          <a:p>
            <a:pPr algn="r" eaLnBrk="0" hangingPunct="0">
              <a:lnSpc>
                <a:spcPct val="75000"/>
              </a:lnSpc>
              <a:buClr>
                <a:srgbClr val="CC9900"/>
              </a:buClr>
              <a:buFont typeface="Wingdings" pitchFamily="2" charset="2"/>
              <a:buNone/>
              <a:defRPr/>
            </a:pPr>
            <a:endParaRPr lang="en-US" altLang="zh-CN"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algn="r" eaLnBrk="0" hangingPunct="0">
              <a:lnSpc>
                <a:spcPct val="125000"/>
              </a:lnSpc>
              <a:buClr>
                <a:srgbClr val="CC9900"/>
              </a:buClr>
              <a:buFont typeface="Wingdings" pitchFamily="2" charset="2"/>
              <a:buNone/>
              <a:defRPr/>
            </a:pPr>
            <a:endParaRPr lang="zh-CN" altLang="en-US"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endParaRPr lang="zh-CN" altLang="en-US"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endParaRPr lang="zh-CN" altLang="en-US"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内部使用字体 </a:t>
            </a:r>
            <a:r>
              <a:rPr lang="en-US" altLang="zh-CN" sz="1200">
                <a:solidFill>
                  <a:srgbClr val="F8F8F8"/>
                </a:solidFill>
                <a:latin typeface="Arial" pitchFamily="34" charset="0"/>
              </a:rPr>
              <a:t>:</a:t>
            </a:r>
          </a:p>
          <a:p>
            <a:pPr algn="r" eaLnBrk="0" hangingPunct="0">
              <a:lnSpc>
                <a:spcPct val="125000"/>
              </a:lnSpc>
              <a:buClr>
                <a:srgbClr val="CC9900"/>
              </a:buClr>
              <a:buFont typeface="Wingdings" pitchFamily="2" charset="2"/>
              <a:buNone/>
              <a:defRPr/>
            </a:pPr>
            <a:r>
              <a:rPr lang="en-US" altLang="zh-CN" sz="1200">
                <a:solidFill>
                  <a:srgbClr val="F8F8F8"/>
                </a:solidFill>
                <a:latin typeface="Arial" pitchFamily="34" charset="0"/>
              </a:rPr>
              <a:t>FrutigerNext LT Regular</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外部使用字体 </a:t>
            </a:r>
            <a:r>
              <a:rPr lang="en-US" altLang="zh-CN" sz="1200">
                <a:solidFill>
                  <a:srgbClr val="F8F8F8"/>
                </a:solidFill>
                <a:latin typeface="Arial" pitchFamily="34" charset="0"/>
              </a:rPr>
              <a:t>: Arial</a:t>
            </a:r>
          </a:p>
          <a:p>
            <a:pPr algn="r" eaLnBrk="0" hangingPunct="0">
              <a:lnSpc>
                <a:spcPct val="75000"/>
              </a:lnSpc>
              <a:buClr>
                <a:srgbClr val="CC9900"/>
              </a:buClr>
              <a:buFont typeface="Wingdings" pitchFamily="2" charset="2"/>
              <a:buNone/>
              <a:defRPr/>
            </a:pPr>
            <a:endParaRPr lang="en-US" altLang="zh-CN" sz="1200">
              <a:solidFill>
                <a:srgbClr val="F8F8F8"/>
              </a:solidFill>
              <a:latin typeface="Arial" pitchFamily="34" charset="0"/>
            </a:endParaRP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algn="r" eaLnBrk="0" hangingPunct="0">
              <a:lnSpc>
                <a:spcPct val="125000"/>
              </a:lnSpc>
              <a:buClr>
                <a:srgbClr val="CC9900"/>
              </a:buClr>
              <a:buFont typeface="Wingdings" pitchFamily="2" charset="2"/>
              <a:buNone/>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1"/>
          <p:cNvSpPr>
            <a:spLocks noChangeArrowheads="1"/>
          </p:cNvSpPr>
          <p:nvPr userDrawn="1"/>
        </p:nvSpPr>
        <p:spPr bwMode="auto">
          <a:xfrm>
            <a:off x="12361944" y="5444806"/>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en-US" sz="1500">
              <a:solidFill>
                <a:srgbClr val="000000"/>
              </a:solidFill>
              <a:latin typeface="FrutigerNext LT Regular" pitchFamily="34" charset="0"/>
              <a:ea typeface="ＭＳ Ｐゴシック" pitchFamily="34" charset="-128"/>
            </a:endParaRPr>
          </a:p>
        </p:txBody>
      </p:sp>
      <p:grpSp>
        <p:nvGrpSpPr>
          <p:cNvPr id="3" name="组合 12"/>
          <p:cNvGrpSpPr>
            <a:grpSpLocks/>
          </p:cNvGrpSpPr>
          <p:nvPr userDrawn="1"/>
        </p:nvGrpSpPr>
        <p:grpSpPr bwMode="auto">
          <a:xfrm>
            <a:off x="12472987" y="5278438"/>
            <a:ext cx="989012" cy="184150"/>
            <a:chOff x="6657" y="3492"/>
            <a:chExt cx="527" cy="121"/>
          </a:xfrm>
        </p:grpSpPr>
        <p:sp>
          <p:nvSpPr>
            <p:cNvPr id="13" name="矩形 13"/>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4" name="矩形 14"/>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5" name="矩形 15"/>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6" name="矩形 16"/>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5" name="组合 17"/>
          <p:cNvGrpSpPr>
            <a:grpSpLocks/>
          </p:cNvGrpSpPr>
          <p:nvPr userDrawn="1"/>
        </p:nvGrpSpPr>
        <p:grpSpPr bwMode="auto">
          <a:xfrm>
            <a:off x="12472987" y="6204074"/>
            <a:ext cx="989012" cy="182563"/>
            <a:chOff x="6657" y="4103"/>
            <a:chExt cx="527" cy="121"/>
          </a:xfrm>
        </p:grpSpPr>
        <p:sp>
          <p:nvSpPr>
            <p:cNvPr id="18" name="矩形 18"/>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19" name="矩形 19"/>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0" name="矩形 20"/>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1" name="矩形 21"/>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2" name="组合 22"/>
          <p:cNvGrpSpPr>
            <a:grpSpLocks/>
          </p:cNvGrpSpPr>
          <p:nvPr userDrawn="1"/>
        </p:nvGrpSpPr>
        <p:grpSpPr bwMode="auto">
          <a:xfrm>
            <a:off x="12472987" y="6450013"/>
            <a:ext cx="989012" cy="182562"/>
            <a:chOff x="6657" y="4266"/>
            <a:chExt cx="527" cy="121"/>
          </a:xfrm>
        </p:grpSpPr>
        <p:sp>
          <p:nvSpPr>
            <p:cNvPr id="23" name="矩形 23"/>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4" name="矩形 24"/>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5" name="矩形 25"/>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6" name="矩形 26"/>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7" name="组合 27"/>
          <p:cNvGrpSpPr>
            <a:grpSpLocks/>
          </p:cNvGrpSpPr>
          <p:nvPr userDrawn="1"/>
        </p:nvGrpSpPr>
        <p:grpSpPr bwMode="auto">
          <a:xfrm>
            <a:off x="12472987" y="5527799"/>
            <a:ext cx="989012" cy="182563"/>
            <a:chOff x="6657" y="3656"/>
            <a:chExt cx="527" cy="121"/>
          </a:xfrm>
        </p:grpSpPr>
        <p:sp>
          <p:nvSpPr>
            <p:cNvPr id="28" name="矩形 28"/>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29" name="矩形 29"/>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 name="矩形 30"/>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 name="矩形 31"/>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22" name="组合 32"/>
          <p:cNvGrpSpPr>
            <a:grpSpLocks/>
          </p:cNvGrpSpPr>
          <p:nvPr userDrawn="1"/>
        </p:nvGrpSpPr>
        <p:grpSpPr bwMode="auto">
          <a:xfrm>
            <a:off x="12472987" y="5957888"/>
            <a:ext cx="989012" cy="182562"/>
            <a:chOff x="6657" y="3941"/>
            <a:chExt cx="527" cy="121"/>
          </a:xfrm>
        </p:grpSpPr>
        <p:sp>
          <p:nvSpPr>
            <p:cNvPr id="33" name="矩形 33"/>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4" name="矩形 34"/>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5" name="矩形 35"/>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6" name="矩形 36"/>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27" name="组合 37"/>
          <p:cNvGrpSpPr>
            <a:grpSpLocks/>
          </p:cNvGrpSpPr>
          <p:nvPr userDrawn="1"/>
        </p:nvGrpSpPr>
        <p:grpSpPr bwMode="auto">
          <a:xfrm>
            <a:off x="12472987" y="6697663"/>
            <a:ext cx="989012" cy="182562"/>
            <a:chOff x="6657" y="4430"/>
            <a:chExt cx="527" cy="121"/>
          </a:xfrm>
        </p:grpSpPr>
        <p:sp>
          <p:nvSpPr>
            <p:cNvPr id="38" name="矩形 38"/>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9" name="矩形 39"/>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0" name="矩形 40"/>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 name="矩形 41"/>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32" name="组合 42"/>
          <p:cNvGrpSpPr>
            <a:grpSpLocks/>
          </p:cNvGrpSpPr>
          <p:nvPr userDrawn="1"/>
        </p:nvGrpSpPr>
        <p:grpSpPr bwMode="auto">
          <a:xfrm>
            <a:off x="12472987" y="5032375"/>
            <a:ext cx="989012" cy="184150"/>
            <a:chOff x="6657" y="3329"/>
            <a:chExt cx="527" cy="122"/>
          </a:xfrm>
        </p:grpSpPr>
        <p:sp>
          <p:nvSpPr>
            <p:cNvPr id="43" name="矩形 43"/>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4" name="矩形 44"/>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5" name="矩形 45"/>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6" name="矩形 46"/>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37" name="组合 47"/>
          <p:cNvGrpSpPr>
            <a:grpSpLocks/>
          </p:cNvGrpSpPr>
          <p:nvPr userDrawn="1"/>
        </p:nvGrpSpPr>
        <p:grpSpPr bwMode="auto">
          <a:xfrm>
            <a:off x="12472987" y="4600699"/>
            <a:ext cx="989012" cy="182563"/>
            <a:chOff x="6657" y="3043"/>
            <a:chExt cx="527" cy="121"/>
          </a:xfrm>
        </p:grpSpPr>
        <p:sp>
          <p:nvSpPr>
            <p:cNvPr id="48" name="矩形 48"/>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9" name="矩形 49"/>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0" name="矩形 50"/>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1" name="矩形 51"/>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42" name="组合 52"/>
          <p:cNvGrpSpPr>
            <a:grpSpLocks/>
          </p:cNvGrpSpPr>
          <p:nvPr userDrawn="1"/>
        </p:nvGrpSpPr>
        <p:grpSpPr bwMode="auto">
          <a:xfrm>
            <a:off x="12472987" y="4354513"/>
            <a:ext cx="989012" cy="184150"/>
            <a:chOff x="6657" y="2881"/>
            <a:chExt cx="527" cy="121"/>
          </a:xfrm>
        </p:grpSpPr>
        <p:sp>
          <p:nvSpPr>
            <p:cNvPr id="53" name="矩形 53"/>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4" name="矩形 54"/>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5" name="矩形 55"/>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56" name="矩形 56"/>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57" name="矩形 57"/>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配色参考方案：</a:t>
            </a:r>
          </a:p>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建议同一页面内不超过四种颜色，以下是９组配色方案，同一页面内只选择一组使用。</a:t>
            </a:r>
          </a:p>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（仅供参考）</a:t>
            </a:r>
          </a:p>
        </p:txBody>
      </p:sp>
      <p:sp>
        <p:nvSpPr>
          <p:cNvPr id="58" name="矩形 58"/>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eaLnBrk="0" hangingPunct="0">
              <a:lnSpc>
                <a:spcPct val="120000"/>
              </a:lnSpc>
              <a:buClr>
                <a:srgbClr val="CC9900"/>
              </a:buClr>
              <a:buFont typeface="Wingdings" pitchFamily="2" charset="2"/>
              <a:buNone/>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75784" name="矩形 8"/>
          <p:cNvSpPr>
            <a:spLocks noGrp="1" noChangeArrowheads="1"/>
          </p:cNvSpPr>
          <p:nvPr>
            <p:ph type="ctrTitle"/>
          </p:nvPr>
        </p:nvSpPr>
        <p:spPr>
          <a:xfrm>
            <a:off x="896945" y="2130549"/>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75785" name="矩形 9"/>
          <p:cNvSpPr>
            <a:spLocks noGrp="1" noChangeArrowheads="1"/>
          </p:cNvSpPr>
          <p:nvPr>
            <p:ph type="subTitle" idx="1"/>
          </p:nvPr>
        </p:nvSpPr>
        <p:spPr>
          <a:xfrm>
            <a:off x="896943"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95" y="4407024"/>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95"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4"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9"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9"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7"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7"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6" y="273062"/>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1"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1"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1"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3" y="274648"/>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4"/>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77" y="2130551"/>
            <a:ext cx="10366375"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4" y="1600206"/>
            <a:ext cx="10975975"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95" y="4407026"/>
            <a:ext cx="10366375"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95" y="2906713"/>
            <a:ext cx="10366375"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1"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91"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2" y="1535113"/>
            <a:ext cx="53879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82" y="2174875"/>
            <a:ext cx="53879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7" y="1535113"/>
            <a:ext cx="5391150"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7" y="2174875"/>
            <a:ext cx="5391150"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6" y="273062"/>
            <a:ext cx="6818312"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1" y="4800600"/>
            <a:ext cx="7316789"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1" y="612775"/>
            <a:ext cx="7316789"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1" y="5367338"/>
            <a:ext cx="7316789"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4" y="1600206"/>
            <a:ext cx="10975975"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2375" y="274653"/>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3" y="274653"/>
            <a:ext cx="8080374"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18"/>
          <p:cNvPicPr>
            <a:picLocks noChangeAspect="1" noChangeArrowheads="1"/>
          </p:cNvPicPr>
          <p:nvPr/>
        </p:nvPicPr>
        <p:blipFill>
          <a:blip r:embed="rId2" cstate="print"/>
          <a:srcRect/>
          <a:stretch>
            <a:fillRect/>
          </a:stretch>
        </p:blipFill>
        <p:spPr bwMode="gray">
          <a:xfrm>
            <a:off x="8702753" y="5998795"/>
            <a:ext cx="1295737" cy="498475"/>
          </a:xfrm>
          <a:prstGeom prst="rect">
            <a:avLst/>
          </a:prstGeom>
          <a:noFill/>
          <a:ln w="9525">
            <a:noFill/>
            <a:miter lim="800000"/>
            <a:headEnd/>
            <a:tailEnd/>
          </a:ln>
        </p:spPr>
      </p:pic>
      <p:sp>
        <p:nvSpPr>
          <p:cNvPr id="3" name="Rectangle 19"/>
          <p:cNvSpPr>
            <a:spLocks noChangeArrowheads="1"/>
          </p:cNvSpPr>
          <p:nvPr/>
        </p:nvSpPr>
        <p:spPr bwMode="auto">
          <a:xfrm>
            <a:off x="9064579" y="247650"/>
            <a:ext cx="1349574"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charset="0"/>
                <a:ea typeface="MS PGothic" pitchFamily="34" charset="-128"/>
              </a:rPr>
              <a:t>Security Level:</a:t>
            </a:r>
          </a:p>
        </p:txBody>
      </p:sp>
      <p:pic>
        <p:nvPicPr>
          <p:cNvPr id="4" name="Picture 9" descr="Logo"/>
          <p:cNvPicPr>
            <a:picLocks noChangeArrowheads="1"/>
          </p:cNvPicPr>
          <p:nvPr/>
        </p:nvPicPr>
        <p:blipFill>
          <a:blip r:embed="rId3" cstate="print"/>
          <a:srcRect/>
          <a:stretch>
            <a:fillRect/>
          </a:stretch>
        </p:blipFill>
        <p:spPr bwMode="auto">
          <a:xfrm>
            <a:off x="10309231" y="5969000"/>
            <a:ext cx="664481" cy="539750"/>
          </a:xfrm>
          <a:prstGeom prst="rect">
            <a:avLst/>
          </a:prstGeom>
          <a:noFill/>
          <a:ln w="9525">
            <a:noFill/>
            <a:miter lim="800000"/>
            <a:headEnd/>
            <a:tailEnd/>
          </a:ln>
        </p:spPr>
      </p:pic>
      <p:pic>
        <p:nvPicPr>
          <p:cNvPr id="5" name="Picture 60" descr="封面兰色 ok1"/>
          <p:cNvPicPr>
            <a:picLocks noChangeAspect="1" noChangeArrowheads="1"/>
          </p:cNvPicPr>
          <p:nvPr/>
        </p:nvPicPr>
        <p:blipFill>
          <a:blip r:embed="rId4" cstate="print"/>
          <a:srcRect/>
          <a:stretch>
            <a:fillRect/>
          </a:stretch>
        </p:blipFill>
        <p:spPr bwMode="auto">
          <a:xfrm>
            <a:off x="2053" y="765179"/>
            <a:ext cx="12191266" cy="2701925"/>
          </a:xfrm>
          <a:prstGeom prst="rect">
            <a:avLst/>
          </a:prstGeom>
          <a:noFill/>
          <a:ln w="9525">
            <a:noFill/>
            <a:miter lim="800000"/>
            <a:headEnd/>
            <a:tailEnd/>
          </a:ln>
        </p:spPr>
      </p:pic>
      <p:sp>
        <p:nvSpPr>
          <p:cNvPr id="6" name="Text Box 61"/>
          <p:cNvSpPr txBox="1">
            <a:spLocks noChangeArrowheads="1"/>
          </p:cNvSpPr>
          <p:nvPr/>
        </p:nvSpPr>
        <p:spPr bwMode="auto">
          <a:xfrm>
            <a:off x="9687645" y="2951164"/>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charset="0"/>
                <a:ea typeface="MS PGothic" pitchFamily="34" charset="-128"/>
              </a:rPr>
              <a:t>www.huawei.com</a:t>
            </a:r>
          </a:p>
        </p:txBody>
      </p:sp>
      <p:pic>
        <p:nvPicPr>
          <p:cNvPr id="7" name="Picture 63" descr="kh"/>
          <p:cNvPicPr>
            <a:picLocks noChangeAspect="1" noChangeArrowheads="1"/>
          </p:cNvPicPr>
          <p:nvPr/>
        </p:nvPicPr>
        <p:blipFill>
          <a:blip r:embed="rId5" cstate="print"/>
          <a:srcRect/>
          <a:stretch>
            <a:fillRect/>
          </a:stretch>
        </p:blipFill>
        <p:spPr bwMode="auto">
          <a:xfrm>
            <a:off x="799336" y="6087695"/>
            <a:ext cx="3334129" cy="390525"/>
          </a:xfrm>
          <a:prstGeom prst="rect">
            <a:avLst/>
          </a:prstGeom>
          <a:noFill/>
          <a:ln w="9525">
            <a:noFill/>
            <a:miter lim="800000"/>
            <a:headEnd/>
            <a:tailEnd/>
          </a:ln>
        </p:spPr>
      </p:pic>
      <p:sp>
        <p:nvSpPr>
          <p:cNvPr id="8" name="Rectangle 20"/>
          <p:cNvSpPr>
            <a:spLocks noGrp="1" noChangeArrowheads="1"/>
          </p:cNvSpPr>
          <p:nvPr>
            <p:ph type="dt" sz="quarter" idx="10"/>
          </p:nvPr>
        </p:nvSpPr>
        <p:spPr bwMode="auto">
          <a:xfrm>
            <a:off x="912687" y="282575"/>
            <a:ext cx="2845541" cy="474663"/>
          </a:xfrm>
          <a:prstGeom prst="rect">
            <a:avLst/>
          </a:prstGeom>
          <a:ln>
            <a:miter lim="800000"/>
            <a:headEnd/>
            <a:tailEnd/>
          </a:ln>
        </p:spPr>
        <p:txBody>
          <a:bodyPr vert="horz" wrap="square" lIns="80139" tIns="40069" rIns="80139" bIns="40069" numCol="1" anchor="t" anchorCtr="0" compatLnSpc="1">
            <a:prstTxWarp prst="textNoShape">
              <a:avLst/>
            </a:prstTxWarp>
          </a:bodyPr>
          <a:lstStyle>
            <a:lvl1pPr eaLnBrk="0" hangingPunct="0">
              <a:defRPr>
                <a:latin typeface="FrutigerNext LT Regular" pitchFamily="34" charset="0"/>
                <a:ea typeface="MS PGothic" pitchFamily="34" charset="-128"/>
              </a:defRPr>
            </a:lvl1pPr>
          </a:lstStyle>
          <a:p>
            <a:pPr>
              <a:defRPr/>
            </a:pPr>
            <a:endParaRPr lang="en-US" altLang="zh-CN" sz="1200">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5CE0D0F7-9EA8-46AF-A33F-B16E1BB6FDF6}" type="slidenum">
              <a:rPr lang="en-US" altLang="zh-CN"/>
              <a:pPr>
                <a:defRPr/>
              </a:pPr>
              <a:t>‹#›</a:t>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00" y="4409707"/>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50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8178E805-9904-40F2-802D-3611F4CB2E6A}" type="slidenum">
              <a:rPr lang="en-US" altLang="zh-CN"/>
              <a:pPr>
                <a:defRPr/>
              </a:pPr>
              <a:t>‹#›</a:t>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9960"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32439"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3D0CE504-5783-45B7-AC4C-0A2345E5CC4B}" type="slidenum">
              <a:rPr lang="en-US" altLang="zh-CN"/>
              <a:pPr>
                <a:defRPr/>
              </a:pPr>
              <a:t>‹#›</a:t>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4" y="1535113"/>
            <a:ext cx="538815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4" y="2174875"/>
            <a:ext cx="538815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361" y="1535113"/>
            <a:ext cx="539011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361" y="2174875"/>
            <a:ext cx="539011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06"/>
          <p:cNvSpPr>
            <a:spLocks noGrp="1" noChangeArrowheads="1"/>
          </p:cNvSpPr>
          <p:nvPr>
            <p:ph type="sldNum" sz="quarter" idx="10"/>
          </p:nvPr>
        </p:nvSpPr>
        <p:spPr>
          <a:ln/>
        </p:spPr>
        <p:txBody>
          <a:bodyPr/>
          <a:lstStyle>
            <a:lvl1pPr>
              <a:defRPr/>
            </a:lvl1pPr>
          </a:lstStyle>
          <a:p>
            <a:pPr>
              <a:defRPr/>
            </a:pPr>
            <a:r>
              <a:rPr lang="en-US" altLang="zh-CN"/>
              <a:t>Page </a:t>
            </a:r>
            <a:fld id="{0DE896D6-C745-4DA4-91BF-90D0DE232B80}" type="slidenum">
              <a:rPr lang="en-US" altLang="zh-CN"/>
              <a:pPr>
                <a:defRPr/>
              </a:pPr>
              <a:t>‹#›</a:t>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06"/>
          <p:cNvSpPr>
            <a:spLocks noGrp="1" noChangeArrowheads="1"/>
          </p:cNvSpPr>
          <p:nvPr>
            <p:ph type="sldNum" sz="quarter" idx="10"/>
          </p:nvPr>
        </p:nvSpPr>
        <p:spPr>
          <a:ln/>
        </p:spPr>
        <p:txBody>
          <a:bodyPr/>
          <a:lstStyle>
            <a:lvl1pPr>
              <a:defRPr/>
            </a:lvl1pPr>
          </a:lstStyle>
          <a:p>
            <a:pPr>
              <a:defRPr/>
            </a:pPr>
            <a:r>
              <a:rPr lang="en-US" altLang="zh-CN"/>
              <a:t>Page </a:t>
            </a:r>
            <a:fld id="{72F478E0-3149-4BAA-811A-5273268E247B}" type="slidenum">
              <a:rPr lang="en-US" altLang="zh-CN"/>
              <a:pPr>
                <a:defRPr/>
              </a:pPr>
              <a:t>‹#›</a:t>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06"/>
          <p:cNvSpPr>
            <a:spLocks noGrp="1" noChangeArrowheads="1"/>
          </p:cNvSpPr>
          <p:nvPr>
            <p:ph type="sldNum" sz="quarter" idx="10"/>
          </p:nvPr>
        </p:nvSpPr>
        <p:spPr>
          <a:ln/>
        </p:spPr>
        <p:txBody>
          <a:bodyPr/>
          <a:lstStyle>
            <a:lvl1pPr>
              <a:defRPr/>
            </a:lvl1pPr>
          </a:lstStyle>
          <a:p>
            <a:pPr>
              <a:defRPr/>
            </a:pPr>
            <a:r>
              <a:rPr lang="en-US" altLang="zh-CN"/>
              <a:t>Page </a:t>
            </a:r>
            <a:fld id="{61DE6D7A-8515-48BC-8BFE-687868E6E3E8}" type="slidenum">
              <a:rPr lang="en-US" altLang="zh-CN"/>
              <a:pPr>
                <a:defRPr/>
              </a:pPr>
              <a:t>‹#›</a:t>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50"/>
            <a:ext cx="4012291"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628" y="273052"/>
            <a:ext cx="681679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02"/>
            <a:ext cx="401229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F07DB71-3E55-4C33-8A31-A66D0C20D194}" type="slidenum">
              <a:rPr lang="en-US" altLang="zh-CN"/>
              <a:pPr>
                <a:defRPr/>
              </a:pPr>
              <a:t>‹#›</a:t>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178"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178"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178"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DA3B617-AD0E-4DF1-8C8E-E0BD6A96FB4A}" type="slidenum">
              <a:rPr lang="en-US" altLang="zh-CN"/>
              <a:pPr>
                <a:defRPr/>
              </a:pPr>
              <a:t>‹#›</a:t>
            </a:fld>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3BE08D24-FDF7-43FF-96FC-163D3177357E}" type="slidenum">
              <a:rPr lang="en-US" altLang="zh-CN"/>
              <a:pPr>
                <a:defRPr/>
              </a:pPr>
              <a:t>‹#›</a:t>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3949" y="214313"/>
            <a:ext cx="2853359" cy="57705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9965" y="214313"/>
            <a:ext cx="8376365" cy="57705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189ABF7F-4DDD-45E3-B60E-A164A122578E}" type="slidenum">
              <a:rPr lang="en-US" altLang="zh-CN"/>
              <a:pPr>
                <a:defRPr/>
              </a:pPr>
              <a:t>‹#›</a:t>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9" y="2133233"/>
            <a:ext cx="10365899" cy="1470025"/>
          </a:xfrm>
        </p:spPr>
        <p:txBody>
          <a:bodyPr/>
          <a:lstStyle/>
          <a:p>
            <a:r>
              <a:rPr lang="en-US"/>
              <a:t>Click to edit Master title style</a:t>
            </a:r>
          </a:p>
        </p:txBody>
      </p:sp>
      <p:sp>
        <p:nvSpPr>
          <p:cNvPr id="3" name="Subtitle 2"/>
          <p:cNvSpPr>
            <a:spLocks noGrp="1"/>
          </p:cNvSpPr>
          <p:nvPr>
            <p:ph type="subTitle" idx="1"/>
          </p:nvPr>
        </p:nvSpPr>
        <p:spPr>
          <a:xfrm>
            <a:off x="1829277"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764" y="6359158"/>
            <a:ext cx="2845541"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5" name="Footer Placeholder 4"/>
          <p:cNvSpPr>
            <a:spLocks noGrp="1"/>
          </p:cNvSpPr>
          <p:nvPr>
            <p:ph type="ftr" sz="quarter" idx="11"/>
          </p:nvPr>
        </p:nvSpPr>
        <p:spPr>
          <a:xfrm>
            <a:off x="4166686" y="6359158"/>
            <a:ext cx="3861805"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6" name="Slide Number Placeholder 5"/>
          <p:cNvSpPr>
            <a:spLocks noGrp="1"/>
          </p:cNvSpPr>
          <p:nvPr>
            <p:ph type="sldNum" sz="quarter" idx="12"/>
          </p:nvPr>
        </p:nvSpPr>
        <p:spPr/>
        <p:txBody>
          <a:bodyPr/>
          <a:lstStyle/>
          <a:p>
            <a:fld id="{899675ED-00D2-4789-A1C0-55C59D1006B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18"/>
          <p:cNvPicPr>
            <a:picLocks noChangeAspect="1" noChangeArrowheads="1"/>
          </p:cNvPicPr>
          <p:nvPr/>
        </p:nvPicPr>
        <p:blipFill>
          <a:blip r:embed="rId2" cstate="print"/>
          <a:srcRect/>
          <a:stretch>
            <a:fillRect/>
          </a:stretch>
        </p:blipFill>
        <p:spPr bwMode="gray">
          <a:xfrm>
            <a:off x="8702753" y="5998241"/>
            <a:ext cx="1295737" cy="498475"/>
          </a:xfrm>
          <a:prstGeom prst="rect">
            <a:avLst/>
          </a:prstGeom>
          <a:noFill/>
          <a:ln w="9525">
            <a:noFill/>
            <a:miter lim="800000"/>
            <a:headEnd/>
            <a:tailEnd/>
          </a:ln>
        </p:spPr>
      </p:pic>
      <p:sp>
        <p:nvSpPr>
          <p:cNvPr id="3" name="Rectangle 19"/>
          <p:cNvSpPr>
            <a:spLocks noChangeArrowheads="1"/>
          </p:cNvSpPr>
          <p:nvPr/>
        </p:nvSpPr>
        <p:spPr bwMode="auto">
          <a:xfrm>
            <a:off x="9064134" y="247650"/>
            <a:ext cx="1349574"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charset="0"/>
                <a:ea typeface="MS PGothic" pitchFamily="34" charset="-128"/>
              </a:rPr>
              <a:t>Security Level:</a:t>
            </a:r>
          </a:p>
        </p:txBody>
      </p:sp>
      <p:pic>
        <p:nvPicPr>
          <p:cNvPr id="4" name="Picture 9" descr="Logo"/>
          <p:cNvPicPr>
            <a:picLocks noChangeArrowheads="1"/>
          </p:cNvPicPr>
          <p:nvPr/>
        </p:nvPicPr>
        <p:blipFill>
          <a:blip r:embed="rId3" cstate="print"/>
          <a:srcRect/>
          <a:stretch>
            <a:fillRect/>
          </a:stretch>
        </p:blipFill>
        <p:spPr bwMode="auto">
          <a:xfrm>
            <a:off x="10309231" y="5969000"/>
            <a:ext cx="664481" cy="539750"/>
          </a:xfrm>
          <a:prstGeom prst="rect">
            <a:avLst/>
          </a:prstGeom>
          <a:noFill/>
          <a:ln w="9525">
            <a:noFill/>
            <a:miter lim="800000"/>
            <a:headEnd/>
            <a:tailEnd/>
          </a:ln>
        </p:spPr>
      </p:pic>
      <p:pic>
        <p:nvPicPr>
          <p:cNvPr id="5" name="Picture 60" descr="封面兰色 ok1"/>
          <p:cNvPicPr>
            <a:picLocks noChangeAspect="1" noChangeArrowheads="1"/>
          </p:cNvPicPr>
          <p:nvPr/>
        </p:nvPicPr>
        <p:blipFill>
          <a:blip r:embed="rId4" cstate="print"/>
          <a:srcRect/>
          <a:stretch>
            <a:fillRect/>
          </a:stretch>
        </p:blipFill>
        <p:spPr bwMode="auto">
          <a:xfrm>
            <a:off x="2053" y="765179"/>
            <a:ext cx="12191266" cy="2701925"/>
          </a:xfrm>
          <a:prstGeom prst="rect">
            <a:avLst/>
          </a:prstGeom>
          <a:noFill/>
          <a:ln w="9525">
            <a:noFill/>
            <a:miter lim="800000"/>
            <a:headEnd/>
            <a:tailEnd/>
          </a:ln>
        </p:spPr>
      </p:pic>
      <p:sp>
        <p:nvSpPr>
          <p:cNvPr id="6" name="Text Box 61"/>
          <p:cNvSpPr txBox="1">
            <a:spLocks noChangeArrowheads="1"/>
          </p:cNvSpPr>
          <p:nvPr/>
        </p:nvSpPr>
        <p:spPr bwMode="auto">
          <a:xfrm>
            <a:off x="9687276" y="2951164"/>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charset="0"/>
                <a:ea typeface="MS PGothic" pitchFamily="34" charset="-128"/>
              </a:rPr>
              <a:t>www.huawei.com</a:t>
            </a:r>
          </a:p>
        </p:txBody>
      </p:sp>
      <p:pic>
        <p:nvPicPr>
          <p:cNvPr id="7" name="Picture 63" descr="kh"/>
          <p:cNvPicPr>
            <a:picLocks noChangeAspect="1" noChangeArrowheads="1"/>
          </p:cNvPicPr>
          <p:nvPr/>
        </p:nvPicPr>
        <p:blipFill>
          <a:blip r:embed="rId5" cstate="print"/>
          <a:srcRect/>
          <a:stretch>
            <a:fillRect/>
          </a:stretch>
        </p:blipFill>
        <p:spPr bwMode="auto">
          <a:xfrm>
            <a:off x="799336" y="6087141"/>
            <a:ext cx="3334129" cy="390525"/>
          </a:xfrm>
          <a:prstGeom prst="rect">
            <a:avLst/>
          </a:prstGeom>
          <a:noFill/>
          <a:ln w="9525">
            <a:noFill/>
            <a:miter lim="800000"/>
            <a:headEnd/>
            <a:tailEnd/>
          </a:ln>
        </p:spPr>
      </p:pic>
      <p:sp>
        <p:nvSpPr>
          <p:cNvPr id="8" name="Rectangle 20"/>
          <p:cNvSpPr>
            <a:spLocks noGrp="1" noChangeArrowheads="1"/>
          </p:cNvSpPr>
          <p:nvPr>
            <p:ph type="dt" sz="quarter" idx="10"/>
          </p:nvPr>
        </p:nvSpPr>
        <p:spPr bwMode="auto">
          <a:xfrm>
            <a:off x="912687" y="282575"/>
            <a:ext cx="2845541" cy="474663"/>
          </a:xfrm>
          <a:prstGeom prst="rect">
            <a:avLst/>
          </a:prstGeom>
          <a:ln>
            <a:miter lim="800000"/>
            <a:headEnd/>
            <a:tailEnd/>
          </a:ln>
        </p:spPr>
        <p:txBody>
          <a:bodyPr vert="horz" wrap="square" lIns="80139" tIns="40069" rIns="80139" bIns="40069" numCol="1" anchor="t" anchorCtr="0" compatLnSpc="1">
            <a:prstTxWarp prst="textNoShape">
              <a:avLst/>
            </a:prstTxWarp>
          </a:bodyPr>
          <a:lstStyle>
            <a:lvl1pPr eaLnBrk="0" hangingPunct="0">
              <a:defRPr>
                <a:latin typeface="FrutigerNext LT Regular" pitchFamily="34" charset="0"/>
                <a:ea typeface="MS PGothic" pitchFamily="34" charset="-128"/>
              </a:defRPr>
            </a:lvl1pPr>
          </a:lstStyle>
          <a:p>
            <a:pPr>
              <a:defRPr/>
            </a:pPr>
            <a:endParaRPr lang="en-US" altLang="zh-CN" sz="1200">
              <a:solidFill>
                <a:srgbClr val="000000"/>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5CE0D0F7-9EA8-46AF-A33F-B16E1BB6FDF6}" type="slidenum">
              <a:rPr lang="en-US" altLang="zh-CN"/>
              <a:pPr>
                <a:defRPr/>
              </a:pPr>
              <a:t>‹#›</a:t>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00" y="4409153"/>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50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8178E805-9904-40F2-802D-3611F4CB2E6A}" type="slidenum">
              <a:rPr lang="en-US" altLang="zh-CN"/>
              <a:pPr>
                <a:defRPr/>
              </a:pPr>
              <a:t>‹#›</a:t>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9960"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32439"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3D0CE504-5783-45B7-AC4C-0A2345E5CC4B}" type="slidenum">
              <a:rPr lang="en-US" altLang="zh-CN"/>
              <a:pPr>
                <a:defRPr/>
              </a:pPr>
              <a:t>‹#›</a:t>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4" y="1535113"/>
            <a:ext cx="538815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4" y="2174875"/>
            <a:ext cx="538815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361" y="1535113"/>
            <a:ext cx="539011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361" y="2174875"/>
            <a:ext cx="539011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06"/>
          <p:cNvSpPr>
            <a:spLocks noGrp="1" noChangeArrowheads="1"/>
          </p:cNvSpPr>
          <p:nvPr>
            <p:ph type="sldNum" sz="quarter" idx="10"/>
          </p:nvPr>
        </p:nvSpPr>
        <p:spPr>
          <a:ln/>
        </p:spPr>
        <p:txBody>
          <a:bodyPr/>
          <a:lstStyle>
            <a:lvl1pPr>
              <a:defRPr/>
            </a:lvl1pPr>
          </a:lstStyle>
          <a:p>
            <a:pPr>
              <a:defRPr/>
            </a:pPr>
            <a:r>
              <a:rPr lang="en-US" altLang="zh-CN"/>
              <a:t>Page </a:t>
            </a:r>
            <a:fld id="{0DE896D6-C745-4DA4-91BF-90D0DE232B80}" type="slidenum">
              <a:rPr lang="en-US" altLang="zh-CN"/>
              <a:pPr>
                <a:defRPr/>
              </a:pPr>
              <a:t>‹#›</a:t>
            </a:fld>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06"/>
          <p:cNvSpPr>
            <a:spLocks noGrp="1" noChangeArrowheads="1"/>
          </p:cNvSpPr>
          <p:nvPr>
            <p:ph type="sldNum" sz="quarter" idx="10"/>
          </p:nvPr>
        </p:nvSpPr>
        <p:spPr>
          <a:ln/>
        </p:spPr>
        <p:txBody>
          <a:bodyPr/>
          <a:lstStyle>
            <a:lvl1pPr>
              <a:defRPr/>
            </a:lvl1pPr>
          </a:lstStyle>
          <a:p>
            <a:pPr>
              <a:defRPr/>
            </a:pPr>
            <a:r>
              <a:rPr lang="en-US" altLang="zh-CN"/>
              <a:t>Page </a:t>
            </a:r>
            <a:fld id="{72F478E0-3149-4BAA-811A-5273268E247B}" type="slidenum">
              <a:rPr lang="en-US" altLang="zh-CN"/>
              <a:pPr>
                <a:defRPr/>
              </a:pPr>
              <a:t>‹#›</a:t>
            </a:fld>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06"/>
          <p:cNvSpPr>
            <a:spLocks noGrp="1" noChangeArrowheads="1"/>
          </p:cNvSpPr>
          <p:nvPr>
            <p:ph type="sldNum" sz="quarter" idx="10"/>
          </p:nvPr>
        </p:nvSpPr>
        <p:spPr>
          <a:ln/>
        </p:spPr>
        <p:txBody>
          <a:bodyPr/>
          <a:lstStyle>
            <a:lvl1pPr>
              <a:defRPr/>
            </a:lvl1pPr>
          </a:lstStyle>
          <a:p>
            <a:pPr>
              <a:defRPr/>
            </a:pPr>
            <a:r>
              <a:rPr lang="en-US" altLang="zh-CN"/>
              <a:t>Page </a:t>
            </a:r>
            <a:fld id="{61DE6D7A-8515-48BC-8BFE-687868E6E3E8}" type="slidenum">
              <a:rPr lang="en-US" altLang="zh-CN"/>
              <a:pPr>
                <a:defRPr/>
              </a:pPr>
              <a:t>‹#›</a:t>
            </a:fld>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50"/>
            <a:ext cx="4012291"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628" y="273052"/>
            <a:ext cx="681679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02"/>
            <a:ext cx="401229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F07DB71-3E55-4C33-8A31-A66D0C20D194}" type="slidenum">
              <a:rPr lang="en-US" altLang="zh-CN"/>
              <a:pPr>
                <a:defRPr/>
              </a:pPr>
              <a:t>‹#›</a:t>
            </a:fld>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178"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178"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178"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DA3B617-AD0E-4DF1-8C8E-E0BD6A96FB4A}" type="slidenum">
              <a:rPr lang="en-US" altLang="zh-CN"/>
              <a:pPr>
                <a:defRPr/>
              </a:pPr>
              <a:t>‹#›</a:t>
            </a:fld>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3BE08D24-FDF7-43FF-96FC-163D3177357E}" type="slidenum">
              <a:rPr lang="en-US" altLang="zh-CN"/>
              <a:pPr>
                <a:defRPr/>
              </a:pPr>
              <a:t>‹#›</a:t>
            </a:fld>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3949" y="214313"/>
            <a:ext cx="2853359" cy="57705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9965" y="214313"/>
            <a:ext cx="8376365" cy="57705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189ABF7F-4DDD-45E3-B60E-A164A122578E}" type="slidenum">
              <a:rPr lang="en-US" altLang="zh-CN"/>
              <a:pPr>
                <a:defRPr/>
              </a:pPr>
              <a:t>‹#›</a:t>
            </a:fld>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9" y="2132679"/>
            <a:ext cx="10365899" cy="1470025"/>
          </a:xfrm>
        </p:spPr>
        <p:txBody>
          <a:bodyPr/>
          <a:lstStyle/>
          <a:p>
            <a:r>
              <a:rPr lang="en-US"/>
              <a:t>Click to edit Master title style</a:t>
            </a:r>
          </a:p>
        </p:txBody>
      </p:sp>
      <p:sp>
        <p:nvSpPr>
          <p:cNvPr id="3" name="Subtitle 2"/>
          <p:cNvSpPr>
            <a:spLocks noGrp="1"/>
          </p:cNvSpPr>
          <p:nvPr>
            <p:ph type="subTitle" idx="1"/>
          </p:nvPr>
        </p:nvSpPr>
        <p:spPr>
          <a:xfrm>
            <a:off x="1829277"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764" y="6358604"/>
            <a:ext cx="2845541"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5" name="Footer Placeholder 4"/>
          <p:cNvSpPr>
            <a:spLocks noGrp="1"/>
          </p:cNvSpPr>
          <p:nvPr>
            <p:ph type="ftr" sz="quarter" idx="11"/>
          </p:nvPr>
        </p:nvSpPr>
        <p:spPr>
          <a:xfrm>
            <a:off x="4166686" y="6358604"/>
            <a:ext cx="3861805" cy="365125"/>
          </a:xfrm>
          <a:prstGeom prst="rect">
            <a:avLst/>
          </a:prstGeom>
        </p:spPr>
        <p:txBody>
          <a:bodyPr/>
          <a:lstStyle/>
          <a:p>
            <a:endParaRPr lang="en-US" sz="1200">
              <a:solidFill>
                <a:prstClr val="black">
                  <a:tint val="75000"/>
                </a:prstClr>
              </a:solidFill>
              <a:latin typeface="Arial" pitchFamily="34" charset="0"/>
              <a:ea typeface="华文细黑" pitchFamily="2" charset="-122"/>
            </a:endParaRPr>
          </a:p>
        </p:txBody>
      </p:sp>
      <p:sp>
        <p:nvSpPr>
          <p:cNvPr id="6" name="Slide Number Placeholder 5"/>
          <p:cNvSpPr>
            <a:spLocks noGrp="1"/>
          </p:cNvSpPr>
          <p:nvPr>
            <p:ph type="sldNum" sz="quarter" idx="12"/>
          </p:nvPr>
        </p:nvSpPr>
        <p:spPr/>
        <p:txBody>
          <a:bodyPr/>
          <a:lstStyle/>
          <a:p>
            <a:fld id="{899675ED-00D2-4789-A1C0-55C59D1006B1}"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a:t>Click to edit Master title style</a:t>
            </a:r>
            <a:endParaRPr lang="en-US" dirty="0"/>
          </a:p>
        </p:txBody>
      </p:sp>
      <p:sp>
        <p:nvSpPr>
          <p:cNvPr id="4" name="Rectangle 206"/>
          <p:cNvSpPr>
            <a:spLocks noGrp="1" noChangeArrowheads="1"/>
          </p:cNvSpPr>
          <p:nvPr>
            <p:ph type="sldNum" sz="quarter" idx="10"/>
          </p:nvPr>
        </p:nvSpPr>
        <p:spPr>
          <a:ln/>
        </p:spPr>
        <p:txBody>
          <a:bodyPr/>
          <a:lstStyle>
            <a:lvl1pPr>
              <a:defRPr sz="1200"/>
            </a:lvl1pPr>
          </a:lstStyle>
          <a:p>
            <a:pPr>
              <a:defRPr/>
            </a:pPr>
            <a:r>
              <a:rPr lang="en-US" altLang="zh-CN" dirty="0"/>
              <a:t>Page </a:t>
            </a:r>
            <a:fld id="{7A5C8D4C-C2A6-4A90-89D3-F35AC9AF67E1}" type="slidenum">
              <a:rPr lang="en-US" altLang="zh-CN" smtClean="0"/>
              <a:pPr>
                <a:defRPr/>
              </a:pPr>
              <a:t>‹#›</a:t>
            </a:fld>
            <a:endParaRPr lang="en-US" altLang="zh-CN" dirty="0"/>
          </a:p>
        </p:txBody>
      </p:sp>
      <p:sp>
        <p:nvSpPr>
          <p:cNvPr id="17" name="Text Placeholder 16"/>
          <p:cNvSpPr>
            <a:spLocks noGrp="1"/>
          </p:cNvSpPr>
          <p:nvPr>
            <p:ph type="body" sz="quarter" idx="11"/>
          </p:nvPr>
        </p:nvSpPr>
        <p:spPr>
          <a:xfrm>
            <a:off x="431917" y="1340768"/>
            <a:ext cx="11428742" cy="4752057"/>
          </a:xfrm>
        </p:spPr>
        <p:txBody>
          <a:bodyPr/>
          <a:lstStyle>
            <a:lvl1pPr marL="300038" indent="-300038">
              <a:buClrTx/>
              <a:buFont typeface="Wingdings" pitchFamily="2" charset="2"/>
              <a:buChar char="§"/>
              <a:defRPr sz="1400"/>
            </a:lvl1pPr>
            <a:lvl2pPr marL="652463" indent="-250825">
              <a:buFont typeface="Symbol" pitchFamily="18" charset="2"/>
              <a:buChar char="-"/>
              <a:defRPr sz="1400"/>
            </a:lvl2pPr>
            <a:lvl4pPr>
              <a:defRPr sz="1400"/>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2" hasCustomPrompt="1"/>
          </p:nvPr>
        </p:nvSpPr>
        <p:spPr>
          <a:xfrm>
            <a:off x="441715" y="28048"/>
            <a:ext cx="5761500" cy="180000"/>
          </a:xfrm>
        </p:spPr>
        <p:txBody>
          <a:bodyPr lIns="46800" rIns="46800" anchor="ctr"/>
          <a:lstStyle>
            <a:lvl1pPr marL="0" marR="0" indent="0" algn="l" defTabSz="801688" rtl="0" eaLnBrk="1" fontAlgn="base" latinLnBrk="0" hangingPunct="1">
              <a:lnSpc>
                <a:spcPct val="140000"/>
              </a:lnSpc>
              <a:spcBef>
                <a:spcPct val="0"/>
              </a:spcBef>
              <a:spcAft>
                <a:spcPct val="0"/>
              </a:spcAft>
              <a:buClr>
                <a:schemeClr val="bg2"/>
              </a:buClr>
              <a:buSzPct val="60000"/>
              <a:buFont typeface="Wingdings" pitchFamily="2" charset="2"/>
              <a:buNone/>
              <a:tabLst/>
              <a:defRPr sz="1400" b="1" i="1">
                <a:solidFill>
                  <a:srgbClr val="002060"/>
                </a:solidFill>
              </a:defRPr>
            </a:lvl1pPr>
          </a:lstStyle>
          <a:p>
            <a:pPr marL="0" marR="0" lvl="0" indent="0" algn="l" defTabSz="801688" rtl="0" eaLnBrk="1" fontAlgn="base" latinLnBrk="0" hangingPunct="1">
              <a:lnSpc>
                <a:spcPct val="140000"/>
              </a:lnSpc>
              <a:spcBef>
                <a:spcPct val="0"/>
              </a:spcBef>
              <a:spcAft>
                <a:spcPct val="0"/>
              </a:spcAft>
              <a:buClr>
                <a:schemeClr val="bg2"/>
              </a:buClr>
              <a:buSzPct val="60000"/>
              <a:buFont typeface="Wingdings" pitchFamily="2" charset="2"/>
              <a:buNone/>
              <a:tabLst/>
              <a:defRPr/>
            </a:pPr>
            <a:r>
              <a:rPr lang="en-US" dirty="0"/>
              <a:t>Click to edit subject title</a:t>
            </a:r>
          </a:p>
        </p:txBody>
      </p:sp>
    </p:spTree>
    <p:extLst>
      <p:ext uri="{BB962C8B-B14F-4D97-AF65-F5344CB8AC3E}">
        <p14:creationId xmlns:p14="http://schemas.microsoft.com/office/powerpoint/2010/main" val="34611755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18"/>
          <p:cNvPicPr>
            <a:picLocks noChangeAspect="1" noChangeArrowheads="1"/>
          </p:cNvPicPr>
          <p:nvPr/>
        </p:nvPicPr>
        <p:blipFill>
          <a:blip r:embed="rId2" cstate="print"/>
          <a:srcRect/>
          <a:stretch>
            <a:fillRect/>
          </a:stretch>
        </p:blipFill>
        <p:spPr bwMode="gray">
          <a:xfrm>
            <a:off x="8702753" y="5998811"/>
            <a:ext cx="1295737" cy="498475"/>
          </a:xfrm>
          <a:prstGeom prst="rect">
            <a:avLst/>
          </a:prstGeom>
          <a:noFill/>
          <a:ln w="9525">
            <a:noFill/>
            <a:miter lim="800000"/>
            <a:headEnd/>
            <a:tailEnd/>
          </a:ln>
        </p:spPr>
      </p:pic>
      <p:sp>
        <p:nvSpPr>
          <p:cNvPr id="3" name="Rectangle 19"/>
          <p:cNvSpPr>
            <a:spLocks noChangeArrowheads="1"/>
          </p:cNvSpPr>
          <p:nvPr/>
        </p:nvSpPr>
        <p:spPr bwMode="auto">
          <a:xfrm>
            <a:off x="9064588" y="247650"/>
            <a:ext cx="1349574"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charset="0"/>
                <a:ea typeface="MS PGothic" pitchFamily="34" charset="-128"/>
              </a:rPr>
              <a:t>Security Level:</a:t>
            </a:r>
          </a:p>
        </p:txBody>
      </p:sp>
      <p:pic>
        <p:nvPicPr>
          <p:cNvPr id="4" name="Picture 9" descr="Logo"/>
          <p:cNvPicPr>
            <a:picLocks noChangeArrowheads="1"/>
          </p:cNvPicPr>
          <p:nvPr/>
        </p:nvPicPr>
        <p:blipFill>
          <a:blip r:embed="rId3" cstate="print"/>
          <a:srcRect/>
          <a:stretch>
            <a:fillRect/>
          </a:stretch>
        </p:blipFill>
        <p:spPr bwMode="auto">
          <a:xfrm>
            <a:off x="10309231" y="5969000"/>
            <a:ext cx="664481" cy="539750"/>
          </a:xfrm>
          <a:prstGeom prst="rect">
            <a:avLst/>
          </a:prstGeom>
          <a:noFill/>
          <a:ln w="9525">
            <a:noFill/>
            <a:miter lim="800000"/>
            <a:headEnd/>
            <a:tailEnd/>
          </a:ln>
        </p:spPr>
      </p:pic>
      <p:pic>
        <p:nvPicPr>
          <p:cNvPr id="5" name="Picture 60" descr="封面兰色 ok1"/>
          <p:cNvPicPr>
            <a:picLocks noChangeAspect="1" noChangeArrowheads="1"/>
          </p:cNvPicPr>
          <p:nvPr/>
        </p:nvPicPr>
        <p:blipFill>
          <a:blip r:embed="rId4" cstate="print"/>
          <a:srcRect/>
          <a:stretch>
            <a:fillRect/>
          </a:stretch>
        </p:blipFill>
        <p:spPr bwMode="auto">
          <a:xfrm>
            <a:off x="2053" y="765179"/>
            <a:ext cx="12191266" cy="2701925"/>
          </a:xfrm>
          <a:prstGeom prst="rect">
            <a:avLst/>
          </a:prstGeom>
          <a:noFill/>
          <a:ln w="9525">
            <a:noFill/>
            <a:miter lim="800000"/>
            <a:headEnd/>
            <a:tailEnd/>
          </a:ln>
        </p:spPr>
      </p:pic>
      <p:sp>
        <p:nvSpPr>
          <p:cNvPr id="6" name="Text Box 61"/>
          <p:cNvSpPr txBox="1">
            <a:spLocks noChangeArrowheads="1"/>
          </p:cNvSpPr>
          <p:nvPr/>
        </p:nvSpPr>
        <p:spPr bwMode="auto">
          <a:xfrm>
            <a:off x="9687651" y="2951164"/>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charset="0"/>
                <a:ea typeface="MS PGothic" pitchFamily="34" charset="-128"/>
              </a:rPr>
              <a:t>www.huawei.com</a:t>
            </a:r>
          </a:p>
        </p:txBody>
      </p:sp>
      <p:pic>
        <p:nvPicPr>
          <p:cNvPr id="7" name="Picture 63" descr="kh"/>
          <p:cNvPicPr>
            <a:picLocks noChangeAspect="1" noChangeArrowheads="1"/>
          </p:cNvPicPr>
          <p:nvPr/>
        </p:nvPicPr>
        <p:blipFill>
          <a:blip r:embed="rId5" cstate="print"/>
          <a:srcRect/>
          <a:stretch>
            <a:fillRect/>
          </a:stretch>
        </p:blipFill>
        <p:spPr bwMode="auto">
          <a:xfrm>
            <a:off x="799336" y="6087711"/>
            <a:ext cx="3334129" cy="390525"/>
          </a:xfrm>
          <a:prstGeom prst="rect">
            <a:avLst/>
          </a:prstGeom>
          <a:noFill/>
          <a:ln w="9525">
            <a:noFill/>
            <a:miter lim="800000"/>
            <a:headEnd/>
            <a:tailEnd/>
          </a:ln>
        </p:spPr>
      </p:pic>
      <p:sp>
        <p:nvSpPr>
          <p:cNvPr id="8" name="Rectangle 20"/>
          <p:cNvSpPr>
            <a:spLocks noGrp="1" noChangeArrowheads="1"/>
          </p:cNvSpPr>
          <p:nvPr>
            <p:ph type="dt" sz="quarter" idx="10"/>
          </p:nvPr>
        </p:nvSpPr>
        <p:spPr bwMode="auto">
          <a:xfrm>
            <a:off x="912687" y="282575"/>
            <a:ext cx="2845541" cy="474663"/>
          </a:xfrm>
          <a:prstGeom prst="rect">
            <a:avLst/>
          </a:prstGeom>
          <a:ln>
            <a:miter lim="800000"/>
            <a:headEnd/>
            <a:tailEnd/>
          </a:ln>
        </p:spPr>
        <p:txBody>
          <a:bodyPr vert="horz" wrap="square" lIns="80139" tIns="40069" rIns="80139" bIns="40069" numCol="1" anchor="t" anchorCtr="0" compatLnSpc="1">
            <a:prstTxWarp prst="textNoShape">
              <a:avLst/>
            </a:prstTxWarp>
          </a:bodyPr>
          <a:lstStyle>
            <a:lvl1pPr eaLnBrk="0" hangingPunct="0">
              <a:defRPr>
                <a:latin typeface="FrutigerNext LT Regular" pitchFamily="34" charset="0"/>
                <a:ea typeface="MS PGothic" pitchFamily="34" charset="-128"/>
              </a:defRPr>
            </a:lvl1pPr>
          </a:lstStyle>
          <a:p>
            <a:pPr>
              <a:defRPr/>
            </a:pPr>
            <a:endParaRPr lang="en-US" altLang="zh-CN" sz="1200">
              <a:solidFill>
                <a:srgbClr val="000000"/>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5CE0D0F7-9EA8-46AF-A33F-B16E1BB6FDF6}" type="slidenum">
              <a:rPr lang="en-US" altLang="zh-CN"/>
              <a:pPr>
                <a:defRPr/>
              </a:pPr>
              <a:t>‹#›</a:t>
            </a:fld>
            <a:endParaRPr lang="en-US" altLang="zh-C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500" y="4409723"/>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50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8178E805-9904-40F2-802D-3611F4CB2E6A}" type="slidenum">
              <a:rPr lang="en-US" altLang="zh-CN"/>
              <a:pPr>
                <a:defRPr/>
              </a:pPr>
              <a:t>‹#›</a:t>
            </a:fld>
            <a:endParaRPr lang="en-US" altLang="zh-C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9960"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32439" y="1350963"/>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3D0CE504-5783-45B7-AC4C-0A2345E5CC4B}" type="slidenum">
              <a:rPr lang="en-US" altLang="zh-CN"/>
              <a:pPr>
                <a:defRPr/>
              </a:pPr>
              <a:t>‹#›</a:t>
            </a:fld>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4" y="1535113"/>
            <a:ext cx="538815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4" y="2174875"/>
            <a:ext cx="538815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363" y="1535113"/>
            <a:ext cx="539011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363" y="2174875"/>
            <a:ext cx="539011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06"/>
          <p:cNvSpPr>
            <a:spLocks noGrp="1" noChangeArrowheads="1"/>
          </p:cNvSpPr>
          <p:nvPr>
            <p:ph type="sldNum" sz="quarter" idx="10"/>
          </p:nvPr>
        </p:nvSpPr>
        <p:spPr>
          <a:ln/>
        </p:spPr>
        <p:txBody>
          <a:bodyPr/>
          <a:lstStyle>
            <a:lvl1pPr>
              <a:defRPr/>
            </a:lvl1pPr>
          </a:lstStyle>
          <a:p>
            <a:pPr>
              <a:defRPr/>
            </a:pPr>
            <a:r>
              <a:rPr lang="en-US" altLang="zh-CN"/>
              <a:t>Page </a:t>
            </a:r>
            <a:fld id="{0DE896D6-C745-4DA4-91BF-90D0DE232B80}" type="slidenum">
              <a:rPr lang="en-US" altLang="zh-CN"/>
              <a:pPr>
                <a:defRPr/>
              </a:pPr>
              <a:t>‹#›</a:t>
            </a:fld>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06"/>
          <p:cNvSpPr>
            <a:spLocks noGrp="1" noChangeArrowheads="1"/>
          </p:cNvSpPr>
          <p:nvPr>
            <p:ph type="sldNum" sz="quarter" idx="10"/>
          </p:nvPr>
        </p:nvSpPr>
        <p:spPr>
          <a:ln/>
        </p:spPr>
        <p:txBody>
          <a:bodyPr/>
          <a:lstStyle>
            <a:lvl1pPr>
              <a:defRPr/>
            </a:lvl1pPr>
          </a:lstStyle>
          <a:p>
            <a:pPr>
              <a:defRPr/>
            </a:pPr>
            <a:r>
              <a:rPr lang="en-US" altLang="zh-CN"/>
              <a:t>Page </a:t>
            </a:r>
            <a:fld id="{72F478E0-3149-4BAA-811A-5273268E247B}" type="slidenum">
              <a:rPr lang="en-US" altLang="zh-CN"/>
              <a:pPr>
                <a:defRPr/>
              </a:pPr>
              <a:t>‹#›</a:t>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06"/>
          <p:cNvSpPr>
            <a:spLocks noGrp="1" noChangeArrowheads="1"/>
          </p:cNvSpPr>
          <p:nvPr>
            <p:ph type="sldNum" sz="quarter" idx="10"/>
          </p:nvPr>
        </p:nvSpPr>
        <p:spPr>
          <a:ln/>
        </p:spPr>
        <p:txBody>
          <a:bodyPr/>
          <a:lstStyle>
            <a:lvl1pPr>
              <a:defRPr/>
            </a:lvl1pPr>
          </a:lstStyle>
          <a:p>
            <a:pPr>
              <a:defRPr/>
            </a:pPr>
            <a:r>
              <a:rPr lang="en-US" altLang="zh-CN"/>
              <a:t>Page </a:t>
            </a:r>
            <a:fld id="{61DE6D7A-8515-48BC-8BFE-687868E6E3E8}" type="slidenum">
              <a:rPr lang="en-US" altLang="zh-CN"/>
              <a:pPr>
                <a:defRPr/>
              </a:pPr>
              <a:t>‹#›</a:t>
            </a:fld>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50"/>
            <a:ext cx="4012291"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628" y="273052"/>
            <a:ext cx="681679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02"/>
            <a:ext cx="401229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F07DB71-3E55-4C33-8A31-A66D0C20D194}" type="slidenum">
              <a:rPr lang="en-US" altLang="zh-CN"/>
              <a:pPr>
                <a:defRPr/>
              </a:pPr>
              <a:t>‹#›</a:t>
            </a:fld>
            <a:endParaRPr lang="en-US" altLang="zh-C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178"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178"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178"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06"/>
          <p:cNvSpPr>
            <a:spLocks noGrp="1" noChangeArrowheads="1"/>
          </p:cNvSpPr>
          <p:nvPr>
            <p:ph type="sldNum" sz="quarter" idx="10"/>
          </p:nvPr>
        </p:nvSpPr>
        <p:spPr>
          <a:ln/>
        </p:spPr>
        <p:txBody>
          <a:bodyPr/>
          <a:lstStyle>
            <a:lvl1pPr>
              <a:defRPr/>
            </a:lvl1pPr>
          </a:lstStyle>
          <a:p>
            <a:pPr>
              <a:defRPr/>
            </a:pPr>
            <a:r>
              <a:rPr lang="en-US" altLang="zh-CN"/>
              <a:t>Page </a:t>
            </a:r>
            <a:fld id="{BDA3B617-AD0E-4DF1-8C8E-E0BD6A96FB4A}" type="slidenum">
              <a:rPr lang="en-US" altLang="zh-CN"/>
              <a:pPr>
                <a:defRPr/>
              </a:pPr>
              <a:t>‹#›</a:t>
            </a:fld>
            <a:endParaRPr lang="en-US" altLang="zh-C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3BE08D24-FDF7-43FF-96FC-163D3177357E}" type="slidenum">
              <a:rPr lang="en-US" altLang="zh-CN"/>
              <a:pPr>
                <a:defRPr/>
              </a:pPr>
              <a:t>‹#›</a:t>
            </a:fld>
            <a:endParaRPr lang="en-US" altLang="zh-C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3950" y="214313"/>
            <a:ext cx="2853359" cy="57705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29965" y="214313"/>
            <a:ext cx="8376365" cy="57705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06"/>
          <p:cNvSpPr>
            <a:spLocks noGrp="1" noChangeArrowheads="1"/>
          </p:cNvSpPr>
          <p:nvPr>
            <p:ph type="sldNum" sz="quarter" idx="10"/>
          </p:nvPr>
        </p:nvSpPr>
        <p:spPr>
          <a:ln/>
        </p:spPr>
        <p:txBody>
          <a:bodyPr/>
          <a:lstStyle>
            <a:lvl1pPr>
              <a:defRPr/>
            </a:lvl1pPr>
          </a:lstStyle>
          <a:p>
            <a:pPr>
              <a:defRPr/>
            </a:pPr>
            <a:r>
              <a:rPr lang="en-US" altLang="zh-CN"/>
              <a:t>Page </a:t>
            </a:r>
            <a:fld id="{189ABF7F-4DDD-45E3-B60E-A164A122578E}" type="slidenum">
              <a:rPr lang="en-US" altLang="zh-CN"/>
              <a:pPr>
                <a:defRPr/>
              </a:pPr>
              <a:t>‹#›</a:t>
            </a:fld>
            <a:endParaRPr lang="en-US" altLang="zh-C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675"/>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30"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charset="0"/>
                <a:ea typeface="MS PGothic" pitchFamily="34" charset="-128"/>
              </a:rPr>
              <a:t>HUAWEI TECHNOLOGIES CO., LTD.</a:t>
            </a:r>
            <a:endParaRPr lang="en-US" altLang="zh-CN" sz="2200">
              <a:solidFill>
                <a:srgbClr val="000000"/>
              </a:solidFill>
              <a:ea typeface="MS PGothic" pitchFamily="34" charset="-128"/>
            </a:endParaRPr>
          </a:p>
        </p:txBody>
      </p:sp>
      <p:sp>
        <p:nvSpPr>
          <p:cNvPr id="7" name="Text Box 22"/>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a:ea typeface="ＭＳ Ｐゴシック" pitchFamily="34" charset="-128"/>
              </a:rPr>
              <a:t>www.huawei.com</a:t>
            </a:r>
          </a:p>
        </p:txBody>
      </p:sp>
      <p:sp>
        <p:nvSpPr>
          <p:cNvPr id="8" name="Rectangle 23"/>
          <p:cNvSpPr>
            <a:spLocks noChangeArrowheads="1"/>
          </p:cNvSpPr>
          <p:nvPr/>
        </p:nvSpPr>
        <p:spPr bwMode="auto">
          <a:xfrm>
            <a:off x="5314272"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9" name="Rectangle 25"/>
          <p:cNvSpPr>
            <a:spLocks noChangeArrowheads="1"/>
          </p:cNvSpPr>
          <p:nvPr/>
        </p:nvSpPr>
        <p:spPr bwMode="auto">
          <a:xfrm>
            <a:off x="9059627"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a:ea typeface="ＭＳ Ｐゴシック" pitchFamily="34" charset="-128"/>
              </a:rPr>
              <a:t>Security Level:</a:t>
            </a:r>
            <a:r>
              <a:rPr lang="zh-CN" altLang="en-US" sz="1400" b="1">
                <a:solidFill>
                  <a:srgbClr val="666666"/>
                </a:solidFill>
                <a:latin typeface="FrutigerNext LT Regular"/>
                <a:ea typeface="ＭＳ Ｐゴシック"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:40-47pt  </a:t>
            </a:r>
          </a:p>
          <a:p>
            <a:pPr algn="r" defTabSz="801688" eaLnBrk="0" hangingPunct="0">
              <a:lnSpc>
                <a:spcPct val="125000"/>
              </a:lnSpc>
              <a:defRPr/>
            </a:pPr>
            <a:r>
              <a:rPr lang="zh-CN" altLang="en-US" sz="1100">
                <a:solidFill>
                  <a:srgbClr val="FFFFFF"/>
                </a:solidFill>
                <a:latin typeface="Arial" pitchFamily="34" charset="0"/>
              </a:rPr>
              <a:t>副标题</a:t>
            </a:r>
            <a:r>
              <a:rPr lang="en-US" altLang="zh-CN" sz="1100">
                <a:solidFill>
                  <a:srgbClr val="FFFFFF"/>
                </a:solidFill>
                <a:latin typeface="Arial" pitchFamily="34" charset="0"/>
              </a:rPr>
              <a:t>:26-30pt</a:t>
            </a:r>
          </a:p>
          <a:p>
            <a:pPr algn="r" defTabSz="801688" eaLnBrk="0" hangingPunct="0">
              <a:lnSpc>
                <a:spcPct val="125000"/>
              </a:lnSpc>
              <a:defRPr/>
            </a:pPr>
            <a:r>
              <a:rPr lang="zh-CN" altLang="en-US" sz="1100">
                <a:solidFill>
                  <a:srgbClr val="FFFFFF"/>
                </a:solidFill>
                <a:latin typeface="Arial" pitchFamily="34" charset="0"/>
              </a:rPr>
              <a:t>字体颜色</a:t>
            </a:r>
            <a:r>
              <a:rPr lang="en-US" altLang="zh-CN" sz="1100">
                <a:solidFill>
                  <a:srgbClr val="FFFFFF"/>
                </a:solidFill>
                <a:latin typeface="Arial" pitchFamily="34" charset="0"/>
              </a:rPr>
              <a:t>:</a:t>
            </a:r>
            <a:r>
              <a:rPr lang="zh-CN" altLang="en-US" sz="1100">
                <a:solidFill>
                  <a:srgbClr val="FFFFFF"/>
                </a:solidFill>
                <a:latin typeface="Arial" pitchFamily="34" charset="0"/>
              </a:rPr>
              <a:t>反白</a:t>
            </a:r>
          </a:p>
          <a:p>
            <a:pPr algn="r" defTabSz="801688" eaLnBrk="0" hangingPunct="0">
              <a:lnSpc>
                <a:spcPct val="125000"/>
              </a:lnSpc>
              <a:defRPr/>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algn="r" defTabSz="801688" eaLnBrk="0" hangingPunct="0">
              <a:lnSpc>
                <a:spcPct val="125000"/>
              </a:lnSpc>
              <a:defRPr/>
            </a:pPr>
            <a:r>
              <a:rPr lang="en-US" altLang="zh-CN" sz="1100">
                <a:solidFill>
                  <a:srgbClr val="FFFFFF"/>
                </a:solidFill>
                <a:latin typeface="Arial" pitchFamily="34" charset="0"/>
              </a:rPr>
              <a:t>FrutigerNext LT Medium</a:t>
            </a:r>
          </a:p>
          <a:p>
            <a:pPr algn="r" defTabSz="801688" eaLnBrk="0" hangingPunct="0">
              <a:lnSpc>
                <a:spcPct val="125000"/>
              </a:lnSpc>
              <a:defRPr/>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:35-47pt</a:t>
            </a:r>
          </a:p>
          <a:p>
            <a:pPr algn="r" defTabSz="801688" eaLnBrk="0" hangingPunct="0">
              <a:lnSpc>
                <a:spcPct val="125000"/>
              </a:lnSpc>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algn="r" defTabSz="801688" eaLnBrk="0" hangingPunct="0">
              <a:lnSpc>
                <a:spcPct val="125000"/>
              </a:lnSpc>
              <a:defRPr/>
            </a:pPr>
            <a:r>
              <a:rPr lang="en-US" altLang="zh-CN" sz="1100">
                <a:solidFill>
                  <a:srgbClr val="FFFFFF"/>
                </a:solidFill>
                <a:latin typeface="Arial" pitchFamily="34" charset="0"/>
              </a:rPr>
              <a:t>  </a:t>
            </a:r>
            <a:r>
              <a:rPr lang="zh-CN" altLang="en-US" sz="1100">
                <a:solidFill>
                  <a:srgbClr val="FFFFFF"/>
                </a:solidFill>
                <a:latin typeface="Arial" pitchFamily="34" charset="0"/>
              </a:rPr>
              <a:t>副标题</a:t>
            </a:r>
            <a:r>
              <a:rPr lang="en-US" altLang="zh-CN" sz="1100">
                <a:solidFill>
                  <a:srgbClr val="FFFFFF"/>
                </a:solidFill>
                <a:latin typeface="Arial" pitchFamily="34" charset="0"/>
              </a:rPr>
              <a:t>:24-28pt</a:t>
            </a:r>
            <a:endParaRPr lang="zh-CN" altLang="en-US" sz="1100">
              <a:solidFill>
                <a:srgbClr val="FFFFFF"/>
              </a:solidFill>
              <a:latin typeface="Arial" pitchFamily="34" charset="0"/>
            </a:endParaRPr>
          </a:p>
          <a:p>
            <a:pPr algn="r" defTabSz="801688" eaLnBrk="0" hangingPunct="0">
              <a:lnSpc>
                <a:spcPct val="125000"/>
              </a:lnSpc>
              <a:defRPr/>
            </a:pPr>
            <a:r>
              <a:rPr lang="zh-CN" altLang="en-US" sz="1100">
                <a:solidFill>
                  <a:srgbClr val="FFFFFF"/>
                </a:solidFill>
                <a:latin typeface="Arial" pitchFamily="34" charset="0"/>
              </a:rPr>
              <a:t>字体颜色</a:t>
            </a:r>
            <a:r>
              <a:rPr lang="en-US" altLang="zh-CN" sz="1100">
                <a:solidFill>
                  <a:srgbClr val="FFFFFF"/>
                </a:solidFill>
                <a:latin typeface="Arial" pitchFamily="34" charset="0"/>
              </a:rPr>
              <a:t>:</a:t>
            </a:r>
            <a:r>
              <a:rPr lang="zh-CN" altLang="en-US" sz="1100">
                <a:solidFill>
                  <a:srgbClr val="FFFFFF"/>
                </a:solidFill>
                <a:latin typeface="Arial" pitchFamily="34" charset="0"/>
              </a:rPr>
              <a:t>反白</a:t>
            </a:r>
          </a:p>
          <a:p>
            <a:pPr algn="r" defTabSz="801688" eaLnBrk="0" hangingPunct="0">
              <a:lnSpc>
                <a:spcPct val="125000"/>
              </a:lnSpc>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a:t>
            </a: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defRPr/>
            </a:pPr>
            <a:endParaRPr lang="zh-CN" altLang="en-US" sz="1100">
              <a:solidFill>
                <a:srgbClr val="FFFFFF"/>
              </a:solidFill>
              <a:latin typeface="Arial" pitchFamily="34" charset="0"/>
            </a:endParaRPr>
          </a:p>
          <a:p>
            <a:pPr algn="r" defTabSz="801688" eaLnBrk="0" hangingPunct="0">
              <a:lnSpc>
                <a:spcPct val="125000"/>
              </a:lnSpc>
              <a:spcBef>
                <a:spcPct val="50000"/>
              </a:spcBef>
              <a:defRPr/>
            </a:pPr>
            <a:endParaRPr lang="zh-CN" altLang="en-US" sz="1100">
              <a:solidFill>
                <a:srgbClr val="000000"/>
              </a:solidFill>
              <a:latin typeface="Arial" pitchFamily="34" charset="0"/>
            </a:endParaRPr>
          </a:p>
        </p:txBody>
      </p:sp>
      <p:sp>
        <p:nvSpPr>
          <p:cNvPr id="44047" name="Rectangle 15"/>
          <p:cNvSpPr>
            <a:spLocks noGrp="1" noChangeArrowheads="1"/>
          </p:cNvSpPr>
          <p:nvPr>
            <p:ph type="ctrTitle" sz="quarter"/>
          </p:nvPr>
        </p:nvSpPr>
        <p:spPr>
          <a:xfrm>
            <a:off x="849011" y="1392252"/>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575"/>
            <a:ext cx="2845541" cy="474663"/>
          </a:xfrm>
        </p:spPr>
        <p:txBody>
          <a:bodyPr lIns="80139" tIns="40069" rIns="80139" bIns="40069"/>
          <a:lstStyle>
            <a:lvl1pPr>
              <a:lnSpc>
                <a:spcPct val="100000"/>
              </a:lnSpc>
              <a:defRPr>
                <a:latin typeface="FrutigerNext LT Regular" pitchFamily="34" charset="0"/>
              </a:defRPr>
            </a:lvl1pPr>
          </a:lstStyle>
          <a:p>
            <a:pPr>
              <a:defRPr/>
            </a:pPr>
            <a:endParaRPr lang="en-US" altLang="zh-CN">
              <a:solidFill>
                <a:srgbClr val="000000"/>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52974" y="430217"/>
            <a:ext cx="10945216" cy="871537"/>
          </a:xfrm>
        </p:spPr>
        <p:txBody>
          <a:bodyPr/>
          <a:lstStyle>
            <a:lvl1pPr>
              <a:defRPr sz="3200" b="1"/>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hasCustomPrompt="1"/>
          </p:nvPr>
        </p:nvSpPr>
        <p:spPr>
          <a:xfrm>
            <a:off x="870184" y="1641475"/>
            <a:ext cx="5185066" cy="4194175"/>
          </a:xfrm>
        </p:spPr>
        <p:txBody>
          <a:bodyPr/>
          <a:lstStyle>
            <a:lvl1pPr>
              <a:defRPr sz="2000"/>
            </a:lvl1pPr>
            <a:lvl2pPr>
              <a:defRPr sz="18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p:txBody>
      </p:sp>
      <p:sp>
        <p:nvSpPr>
          <p:cNvPr id="4" name="内容占位符 3"/>
          <p:cNvSpPr>
            <a:spLocks noGrp="1"/>
          </p:cNvSpPr>
          <p:nvPr>
            <p:ph sz="half" idx="2" hasCustomPrompt="1"/>
          </p:nvPr>
        </p:nvSpPr>
        <p:spPr>
          <a:xfrm>
            <a:off x="6258503" y="1641475"/>
            <a:ext cx="5187184" cy="4194175"/>
          </a:xfrm>
        </p:spPr>
        <p:txBody>
          <a:bodyPr/>
          <a:lstStyle>
            <a:lvl1pPr>
              <a:defRPr sz="2000"/>
            </a:lvl1pPr>
            <a:lvl2pPr>
              <a:defRPr sz="18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0180" y="430217"/>
            <a:ext cx="10329906" cy="871537"/>
          </a:xfrm>
        </p:spPr>
        <p:txBody>
          <a:bodyPr/>
          <a:lstStyle/>
          <a:p>
            <a:r>
              <a:rPr lang="zh-CN" altLang="en-US"/>
              <a:t>单击此处编辑母版标题样式</a:t>
            </a:r>
          </a:p>
        </p:txBody>
      </p:sp>
      <p:sp>
        <p:nvSpPr>
          <p:cNvPr id="3" name="表格占位符 2"/>
          <p:cNvSpPr>
            <a:spLocks noGrp="1"/>
          </p:cNvSpPr>
          <p:nvPr>
            <p:ph type="tbl" idx="1"/>
          </p:nvPr>
        </p:nvSpPr>
        <p:spPr>
          <a:xfrm>
            <a:off x="870180" y="1641475"/>
            <a:ext cx="10575503" cy="4194175"/>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44047" name="Rectangle 15"/>
          <p:cNvSpPr>
            <a:spLocks noGrp="1" noChangeArrowheads="1"/>
          </p:cNvSpPr>
          <p:nvPr>
            <p:ph type="ctrTitle" sz="quarter"/>
          </p:nvPr>
        </p:nvSpPr>
        <p:spPr>
          <a:xfrm>
            <a:off x="849012" y="1392252"/>
            <a:ext cx="7073624" cy="1666875"/>
          </a:xfrm>
        </p:spPr>
        <p:txBody>
          <a:bodyPr/>
          <a:lstStyle>
            <a:lvl1pPr>
              <a:defRPr sz="50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6" y="3182946"/>
            <a:ext cx="7075743" cy="865187"/>
          </a:xfrm>
        </p:spPr>
        <p:txBody>
          <a:bodyPr lIns="93506" tIns="46753" rIns="93506" bIns="46753"/>
          <a:lstStyle>
            <a:lvl1pPr marL="0" indent="0">
              <a:buFont typeface="Wingdings" pitchFamily="2" charset="2"/>
              <a:buNone/>
              <a:defRPr sz="3300">
                <a:solidFill>
                  <a:schemeClr val="bg1"/>
                </a:solidFill>
                <a:latin typeface="华文细黑" pitchFamily="2" charset="-122"/>
              </a:defRPr>
            </a:lvl1pPr>
          </a:lstStyle>
          <a:p>
            <a:r>
              <a:rPr lang="zh-CN" altLang="en-US"/>
              <a:t>单击此处编辑母版副标题样式</a:t>
            </a:r>
          </a:p>
        </p:txBody>
      </p:sp>
      <p:sp>
        <p:nvSpPr>
          <p:cNvPr id="4" name="Rectangle 26"/>
          <p:cNvSpPr>
            <a:spLocks noGrp="1" noChangeArrowheads="1"/>
          </p:cNvSpPr>
          <p:nvPr>
            <p:ph type="dt" sz="quarter" idx="10"/>
          </p:nvPr>
        </p:nvSpPr>
        <p:spPr>
          <a:xfrm>
            <a:off x="912556" y="283028"/>
            <a:ext cx="2844694" cy="474890"/>
          </a:xfrm>
          <a:prstGeom prst="rect">
            <a:avLst/>
          </a:prstGeom>
        </p:spPr>
        <p:txBody>
          <a:bodyPr lIns="93506" tIns="46753" rIns="93506" bIns="46753"/>
          <a:lstStyle>
            <a:lvl1pPr>
              <a:lnSpc>
                <a:spcPct val="100000"/>
              </a:lnSpc>
              <a:defRPr>
                <a:latin typeface="FrutigerNext LT Regular" pitchFamily="34" charset="0"/>
                <a:ea typeface="华文细黑" pitchFamily="2" charset="-122"/>
              </a:defRPr>
            </a:lvl1pPr>
          </a:lstStyle>
          <a:p>
            <a:pPr eaLnBrk="0" hangingPunct="0">
              <a:defRPr/>
            </a:pPr>
            <a:endParaRPr lang="en-US" altLang="zh-CN" sz="1400">
              <a:solidFill>
                <a:srgbClr val="000000"/>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0912" y="274864"/>
            <a:ext cx="10754686"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830915" y="1600200"/>
            <a:ext cx="5290260" cy="45257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5341" y="1600200"/>
            <a:ext cx="5290260" cy="452573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xfrm>
            <a:off x="7909996" y="6402162"/>
            <a:ext cx="1409647" cy="1102179"/>
          </a:xfrm>
          <a:prstGeom prst="rect">
            <a:avLst/>
          </a:prstGeom>
        </p:spPr>
        <p:txBody>
          <a:bodyPr/>
          <a:lstStyle>
            <a:lvl1pPr>
              <a:defRPr/>
            </a:lvl1pPr>
          </a:lstStyle>
          <a:p>
            <a:pPr eaLnBrk="0" hangingPunct="0">
              <a:defRPr/>
            </a:pPr>
            <a:endParaRPr lang="en-GB" altLang="zh-CN" sz="1400">
              <a:solidFill>
                <a:srgbClr val="000000"/>
              </a:solidFill>
              <a:latin typeface="华文细黑" pitchFamily="2" charset="-122"/>
              <a:ea typeface="华文细黑" pitchFamily="2" charset="-122"/>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47170" y="764730"/>
            <a:ext cx="11763391" cy="73479"/>
            <a:chOff x="0" y="747"/>
            <a:chExt cx="5184" cy="21"/>
          </a:xfrm>
        </p:grpSpPr>
        <p:sp>
          <p:nvSpPr>
            <p:cNvPr id="6" name="Line 39"/>
            <p:cNvSpPr>
              <a:spLocks noChangeShapeType="1"/>
            </p:cNvSpPr>
            <p:nvPr/>
          </p:nvSpPr>
          <p:spPr bwMode="auto">
            <a:xfrm flipH="1">
              <a:off x="0" y="747"/>
              <a:ext cx="5184" cy="0"/>
            </a:xfrm>
            <a:prstGeom prst="line">
              <a:avLst/>
            </a:prstGeom>
            <a:noFill/>
            <a:ln w="19050">
              <a:solidFill>
                <a:srgbClr val="B2B2B2"/>
              </a:solidFill>
              <a:round/>
              <a:headEnd/>
              <a:tailEnd/>
            </a:ln>
          </p:spPr>
          <p:txBody>
            <a:bodyPr/>
            <a:lstStyle/>
            <a:p>
              <a:pPr>
                <a:defRPr/>
              </a:pPr>
              <a:endParaRPr lang="zh-CN" altLang="en-US" sz="1600" dirty="0">
                <a:solidFill>
                  <a:prstClr val="white"/>
                </a:solidFill>
                <a:latin typeface="FrutigerNext LT Regular" pitchFamily="34" charset="0"/>
                <a:ea typeface="ＭＳ Ｐゴシック" pitchFamily="34" charset="-128"/>
              </a:endParaRPr>
            </a:p>
          </p:txBody>
        </p:sp>
        <p:sp>
          <p:nvSpPr>
            <p:cNvPr id="7" name="Line 40"/>
            <p:cNvSpPr>
              <a:spLocks noChangeShapeType="1"/>
            </p:cNvSpPr>
            <p:nvPr/>
          </p:nvSpPr>
          <p:spPr bwMode="auto">
            <a:xfrm>
              <a:off x="0" y="768"/>
              <a:ext cx="2285" cy="0"/>
            </a:xfrm>
            <a:prstGeom prst="line">
              <a:avLst/>
            </a:prstGeom>
            <a:noFill/>
            <a:ln w="76200">
              <a:solidFill>
                <a:srgbClr val="B2B2B2"/>
              </a:solidFill>
              <a:round/>
              <a:headEnd/>
              <a:tailEnd/>
            </a:ln>
          </p:spPr>
          <p:txBody>
            <a:bodyPr/>
            <a:lstStyle/>
            <a:p>
              <a:pPr>
                <a:defRPr/>
              </a:pPr>
              <a:endParaRPr lang="zh-CN" altLang="en-US" sz="1600" dirty="0">
                <a:solidFill>
                  <a:prstClr val="white"/>
                </a:solidFill>
                <a:latin typeface="FrutigerNext LT Regular" pitchFamily="34" charset="0"/>
                <a:ea typeface="ＭＳ Ｐゴシック" pitchFamily="34" charset="-128"/>
              </a:endParaRPr>
            </a:p>
          </p:txBody>
        </p:sp>
      </p:grpSp>
      <p:sp>
        <p:nvSpPr>
          <p:cNvPr id="3" name="内容占位符 2"/>
          <p:cNvSpPr>
            <a:spLocks noGrp="1"/>
          </p:cNvSpPr>
          <p:nvPr>
            <p:ph sz="half" idx="1"/>
          </p:nvPr>
        </p:nvSpPr>
        <p:spPr>
          <a:xfrm>
            <a:off x="870183" y="1641482"/>
            <a:ext cx="5185065" cy="4194175"/>
          </a:xfrm>
        </p:spPr>
        <p:txBody>
          <a:bodyPr/>
          <a:lstStyle>
            <a:lvl1pPr>
              <a:defRPr sz="33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8" y="1641482"/>
            <a:ext cx="5187184" cy="4194175"/>
          </a:xfrm>
        </p:spPr>
        <p:txBody>
          <a:bodyPr/>
          <a:lstStyle>
            <a:lvl1pPr>
              <a:defRPr sz="33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0"/>
          </p:nvPr>
        </p:nvSpPr>
        <p:spPr>
          <a:xfrm>
            <a:off x="8483289" y="6489255"/>
            <a:ext cx="2797525" cy="455839"/>
          </a:xfrm>
          <a:prstGeom prst="rect">
            <a:avLst/>
          </a:prstGeom>
        </p:spPr>
        <p:txBody>
          <a:bodyPr vert="horz" wrap="square" lIns="106674" tIns="53337" rIns="106674" bIns="53337" numCol="1" anchor="t" anchorCtr="0" compatLnSpc="1">
            <a:prstTxWarp prst="textNoShape">
              <a:avLst/>
            </a:prstTxWarp>
          </a:bodyPr>
          <a:lstStyle>
            <a:lvl1pPr eaLnBrk="1" hangingPunct="1">
              <a:defRPr sz="1600" smtClean="0">
                <a:solidFill>
                  <a:srgbClr val="FFFFFF"/>
                </a:solidFill>
                <a:latin typeface="FrutigerNext LT Regular"/>
                <a:ea typeface="MS PGothic" pitchFamily="34" charset="-128"/>
              </a:defRPr>
            </a:lvl1pPr>
          </a:lstStyle>
          <a:p>
            <a:pPr>
              <a:defRPr/>
            </a:pPr>
            <a:endParaRPr lang="en-GB" altLang="zh-C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657"/>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16"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charset="0"/>
                <a:ea typeface="ＭＳ Ｐゴシック" pitchFamily="34" charset="-128"/>
              </a:rPr>
              <a:t>HUAWEI TECHNOLOGIES CO., LTD.</a:t>
            </a:r>
            <a:endParaRPr lang="en-US" altLang="zh-CN" sz="2200">
              <a:solidFill>
                <a:srgbClr val="000000"/>
              </a:solidFill>
              <a:ea typeface="ＭＳ Ｐゴシック" pitchFamily="34" charset="-128"/>
            </a:endParaRPr>
          </a:p>
        </p:txBody>
      </p:sp>
      <p:sp>
        <p:nvSpPr>
          <p:cNvPr id="7" name="Text Box 22"/>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a:ea typeface="ＭＳ Ｐゴシック" pitchFamily="34" charset="-128"/>
              </a:rPr>
              <a:t>www.huawei.com</a:t>
            </a:r>
          </a:p>
        </p:txBody>
      </p:sp>
      <p:sp>
        <p:nvSpPr>
          <p:cNvPr id="8" name="Rectangle 23"/>
          <p:cNvSpPr>
            <a:spLocks noChangeArrowheads="1"/>
          </p:cNvSpPr>
          <p:nvPr/>
        </p:nvSpPr>
        <p:spPr bwMode="auto">
          <a:xfrm>
            <a:off x="5314260"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9" name="Rectangle 25"/>
          <p:cNvSpPr>
            <a:spLocks noChangeArrowheads="1"/>
          </p:cNvSpPr>
          <p:nvPr/>
        </p:nvSpPr>
        <p:spPr bwMode="auto">
          <a:xfrm>
            <a:off x="9059617"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a:ea typeface="ＭＳ Ｐゴシック" pitchFamily="34" charset="-128"/>
              </a:rPr>
              <a:t>Security Level:</a:t>
            </a:r>
            <a:r>
              <a:rPr lang="zh-CN" altLang="en-US" sz="1400" b="1">
                <a:solidFill>
                  <a:srgbClr val="666666"/>
                </a:solidFill>
                <a:latin typeface="FrutigerNext LT Regular"/>
                <a:ea typeface="ＭＳ Ｐゴシック"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rPr>
              <a:t>英文标题</a:t>
            </a:r>
            <a:r>
              <a:rPr lang="en-US" altLang="zh-CN" sz="1100">
                <a:solidFill>
                  <a:srgbClr val="FFFFFF"/>
                </a:solidFill>
              </a:rPr>
              <a:t>:40-47pt  </a:t>
            </a:r>
          </a:p>
          <a:p>
            <a:pPr algn="r" defTabSz="801688" eaLnBrk="0" hangingPunct="0">
              <a:lnSpc>
                <a:spcPct val="125000"/>
              </a:lnSpc>
              <a:defRPr/>
            </a:pPr>
            <a:r>
              <a:rPr lang="zh-CN" altLang="en-US" sz="1100">
                <a:solidFill>
                  <a:srgbClr val="FFFFFF"/>
                </a:solidFill>
              </a:rPr>
              <a:t>副标题</a:t>
            </a:r>
            <a:r>
              <a:rPr lang="en-US" altLang="zh-CN" sz="1100">
                <a:solidFill>
                  <a:srgbClr val="FFFFFF"/>
                </a:solidFill>
              </a:rPr>
              <a:t>:26-30pt</a:t>
            </a:r>
          </a:p>
          <a:p>
            <a:pPr algn="r" defTabSz="801688" eaLnBrk="0" hangingPunct="0">
              <a:lnSpc>
                <a:spcPct val="125000"/>
              </a:lnSpc>
              <a:defRPr/>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defRPr/>
            </a:pPr>
            <a:r>
              <a:rPr lang="zh-CN" altLang="en-US" sz="1100">
                <a:solidFill>
                  <a:srgbClr val="FFFFFF"/>
                </a:solidFill>
              </a:rPr>
              <a:t>内部使用字体 </a:t>
            </a:r>
            <a:r>
              <a:rPr lang="en-US" altLang="zh-CN" sz="1100">
                <a:solidFill>
                  <a:srgbClr val="FFFFFF"/>
                </a:solidFill>
              </a:rPr>
              <a:t>:</a:t>
            </a:r>
          </a:p>
          <a:p>
            <a:pPr algn="r" defTabSz="801688" eaLnBrk="0" hangingPunct="0">
              <a:lnSpc>
                <a:spcPct val="125000"/>
              </a:lnSpc>
              <a:defRPr/>
            </a:pPr>
            <a:r>
              <a:rPr lang="en-US" altLang="zh-CN" sz="1100">
                <a:solidFill>
                  <a:srgbClr val="FFFFFF"/>
                </a:solidFill>
              </a:rPr>
              <a:t>FrutigerNext LT Medium</a:t>
            </a:r>
          </a:p>
          <a:p>
            <a:pPr algn="r" defTabSz="801688" eaLnBrk="0" hangingPunct="0">
              <a:lnSpc>
                <a:spcPct val="125000"/>
              </a:lnSpc>
              <a:defRPr/>
            </a:pPr>
            <a:r>
              <a:rPr lang="zh-CN" altLang="en-US" sz="1100">
                <a:solidFill>
                  <a:srgbClr val="FFFFFF"/>
                </a:solidFill>
              </a:rPr>
              <a:t>外部使用字体 </a:t>
            </a:r>
            <a:r>
              <a:rPr lang="en-US" altLang="zh-CN" sz="1100">
                <a:solidFill>
                  <a:srgbClr val="FFFFFF"/>
                </a:solidFill>
              </a:rPr>
              <a:t>: Arial</a:t>
            </a: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r>
              <a:rPr lang="zh-CN" altLang="en-US" sz="1100">
                <a:solidFill>
                  <a:srgbClr val="FFFFFF"/>
                </a:solidFill>
              </a:rPr>
              <a:t>中文标题</a:t>
            </a:r>
            <a:r>
              <a:rPr lang="en-US" altLang="zh-CN" sz="1100">
                <a:solidFill>
                  <a:srgbClr val="FFFFFF"/>
                </a:solidFill>
              </a:rPr>
              <a:t>:35-47pt</a:t>
            </a:r>
          </a:p>
          <a:p>
            <a:pPr algn="r" defTabSz="801688" eaLnBrk="0" hangingPunct="0">
              <a:lnSpc>
                <a:spcPct val="125000"/>
              </a:lnSpc>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eaLnBrk="0" hangingPunct="0">
              <a:lnSpc>
                <a:spcPct val="125000"/>
              </a:lnSpc>
              <a:defRPr/>
            </a:pPr>
            <a:r>
              <a:rPr lang="en-US" altLang="zh-CN" sz="1100">
                <a:solidFill>
                  <a:srgbClr val="FFFFFF"/>
                </a:solidFill>
              </a:rPr>
              <a:t>  </a:t>
            </a:r>
            <a:r>
              <a:rPr lang="zh-CN" altLang="en-US" sz="1100">
                <a:solidFill>
                  <a:srgbClr val="FFFFFF"/>
                </a:solidFill>
              </a:rPr>
              <a:t>副标题</a:t>
            </a:r>
            <a:r>
              <a:rPr lang="en-US" altLang="zh-CN" sz="1100">
                <a:solidFill>
                  <a:srgbClr val="FFFFFF"/>
                </a:solidFill>
              </a:rPr>
              <a:t>:24-28pt</a:t>
            </a:r>
            <a:endParaRPr lang="zh-CN" altLang="en-US" sz="1100">
              <a:solidFill>
                <a:srgbClr val="FFFFFF"/>
              </a:solidFill>
            </a:endParaRPr>
          </a:p>
          <a:p>
            <a:pPr algn="r" defTabSz="801688" eaLnBrk="0" hangingPunct="0">
              <a:lnSpc>
                <a:spcPct val="125000"/>
              </a:lnSpc>
              <a:defRPr/>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defRPr/>
            </a:pPr>
            <a:endParaRPr lang="zh-CN" altLang="en-US" sz="1100">
              <a:solidFill>
                <a:srgbClr val="FFFFFF"/>
              </a:solidFill>
            </a:endParaRPr>
          </a:p>
          <a:p>
            <a:pPr algn="r" defTabSz="801688" eaLnBrk="0" hangingPunct="0">
              <a:lnSpc>
                <a:spcPct val="125000"/>
              </a:lnSpc>
              <a:spcBef>
                <a:spcPct val="50000"/>
              </a:spcBef>
              <a:defRPr/>
            </a:pPr>
            <a:endParaRPr lang="zh-CN" altLang="en-US" sz="1100">
              <a:solidFill>
                <a:srgbClr val="000000"/>
              </a:solidFill>
            </a:endParaRPr>
          </a:p>
        </p:txBody>
      </p:sp>
      <p:sp>
        <p:nvSpPr>
          <p:cNvPr id="44047" name="Rectangle 15"/>
          <p:cNvSpPr>
            <a:spLocks noGrp="1" noChangeArrowheads="1"/>
          </p:cNvSpPr>
          <p:nvPr>
            <p:ph type="ctrTitle" sz="quarter"/>
          </p:nvPr>
        </p:nvSpPr>
        <p:spPr>
          <a:xfrm>
            <a:off x="849007" y="1392242"/>
            <a:ext cx="7073624" cy="1666875"/>
          </a:xfrm>
        </p:spPr>
        <p:txBody>
          <a:bodyPr/>
          <a:lstStyle>
            <a:lvl1pPr>
              <a:defRPr sz="39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1" y="282575"/>
            <a:ext cx="2845541" cy="474663"/>
          </a:xfrm>
        </p:spPr>
        <p:txBody>
          <a:bodyPr lIns="80139" tIns="40069" rIns="80139" bIns="40069"/>
          <a:lstStyle>
            <a:lvl1pPr>
              <a:lnSpc>
                <a:spcPct val="100000"/>
              </a:lnSpc>
              <a:defRPr>
                <a:latin typeface="FrutigerNext LT Regular" pitchFamily="34" charset="0"/>
              </a:defRPr>
            </a:lvl1pPr>
          </a:lstStyle>
          <a:p>
            <a:pPr>
              <a:defRPr/>
            </a:pPr>
            <a:endParaRPr lang="en-US" altLang="zh-CN">
              <a:solidFill>
                <a:srgbClr val="000000"/>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40" y="4406969"/>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4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79"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3" y="1641475"/>
            <a:ext cx="5187184"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0"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0"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021"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5021"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99"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7" y="273052"/>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99" y="1435102"/>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1"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1"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3" y="430214"/>
            <a:ext cx="2642288" cy="54054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77" y="430214"/>
            <a:ext cx="7729962" cy="54054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527" y="430213"/>
            <a:ext cx="10287561" cy="622300"/>
          </a:xfrm>
        </p:spPr>
        <p:txBody>
          <a:bodyPr/>
          <a:lstStyle/>
          <a:p>
            <a:r>
              <a:rPr lang="zh-CN" altLang="en-US"/>
              <a:t>单击此处编辑母版标题样式</a:t>
            </a:r>
          </a:p>
        </p:txBody>
      </p:sp>
      <p:sp>
        <p:nvSpPr>
          <p:cNvPr id="3" name="文本占位符 2"/>
          <p:cNvSpPr>
            <a:spLocks noGrp="1"/>
          </p:cNvSpPr>
          <p:nvPr>
            <p:ph type="body" sz="half" idx="1"/>
          </p:nvPr>
        </p:nvSpPr>
        <p:spPr>
          <a:xfrm>
            <a:off x="870179" y="1641475"/>
            <a:ext cx="518506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3" y="1641475"/>
            <a:ext cx="5187184"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527" y="430213"/>
            <a:ext cx="10287561" cy="622300"/>
          </a:xfrm>
        </p:spPr>
        <p:txBody>
          <a:bodyPr/>
          <a:lstStyle/>
          <a:p>
            <a:r>
              <a:rPr lang="zh-CN" altLang="en-US"/>
              <a:t>单击此处编辑母版标题样式</a:t>
            </a:r>
          </a:p>
        </p:txBody>
      </p:sp>
      <p:sp>
        <p:nvSpPr>
          <p:cNvPr id="3" name="文本占位符 2"/>
          <p:cNvSpPr>
            <a:spLocks noGrp="1"/>
          </p:cNvSpPr>
          <p:nvPr>
            <p:ph type="body" sz="half" idx="1"/>
          </p:nvPr>
        </p:nvSpPr>
        <p:spPr>
          <a:xfrm>
            <a:off x="870179" y="1641475"/>
            <a:ext cx="518506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58503" y="1641475"/>
            <a:ext cx="5187184" cy="20208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58503" y="3814764"/>
            <a:ext cx="5187184" cy="20208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0"/>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133" y="333375"/>
            <a:ext cx="10755467" cy="871538"/>
          </a:xfrm>
        </p:spPr>
        <p:txBody>
          <a:bodyPr/>
          <a:lstStyle/>
          <a:p>
            <a:r>
              <a:rPr lang="zh-CN" altLang="en-US"/>
              <a:t>单击此处编辑母版标题样式</a:t>
            </a:r>
          </a:p>
        </p:txBody>
      </p:sp>
      <p:sp>
        <p:nvSpPr>
          <p:cNvPr id="3" name="表格占位符 2"/>
          <p:cNvSpPr>
            <a:spLocks noGrp="1"/>
          </p:cNvSpPr>
          <p:nvPr>
            <p:ph type="tbl" idx="1"/>
          </p:nvPr>
        </p:nvSpPr>
        <p:spPr>
          <a:xfrm>
            <a:off x="865984" y="1444628"/>
            <a:ext cx="10700419" cy="4759325"/>
          </a:xfrm>
        </p:spPr>
        <p:txBody>
          <a:bodyPr/>
          <a:lstStyle/>
          <a:p>
            <a:pPr lvl="0"/>
            <a:endParaRPr lang="zh-CN" altLang="en-US" noProof="0"/>
          </a:p>
        </p:txBody>
      </p:sp>
      <p:sp>
        <p:nvSpPr>
          <p:cNvPr id="4" name="日期占位符 3"/>
          <p:cNvSpPr>
            <a:spLocks noGrp="1"/>
          </p:cNvSpPr>
          <p:nvPr>
            <p:ph type="dt" sz="half" idx="10"/>
          </p:nvPr>
        </p:nvSpPr>
        <p:spPr/>
        <p:txBody>
          <a:bodyPr/>
          <a:lstStyle>
            <a:lvl1pPr>
              <a:spcBef>
                <a:spcPct val="20000"/>
              </a:spcBef>
              <a:buSzPct val="40000"/>
              <a:buFont typeface="Wingdings" pitchFamily="2" charset="2"/>
              <a:buChar char="p"/>
              <a:defRPr>
                <a:latin typeface="FrutigerNext LT Bold" pitchFamily="1" charset="0"/>
                <a:ea typeface="华文细黑" pitchFamily="2" charset="-122"/>
              </a:defRPr>
            </a:lvl1pPr>
          </a:lstStyle>
          <a:p>
            <a:pPr>
              <a:defRPr/>
            </a:pPr>
            <a:endParaRPr lang="en-GB" altLang="zh-CN">
              <a:solidFill>
                <a:srgbClr val="000000"/>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4041" name="Picture 9" descr="Logo"/>
          <p:cNvPicPr preferRelativeResize="0">
            <a:picLocks noChangeArrowheads="1"/>
          </p:cNvPicPr>
          <p:nvPr/>
        </p:nvPicPr>
        <p:blipFill>
          <a:blip r:embed="rId2" cstate="print"/>
          <a:srcRect/>
          <a:stretch>
            <a:fillRect/>
          </a:stretch>
        </p:blipFill>
        <p:spPr bwMode="auto">
          <a:xfrm>
            <a:off x="10014445" y="5589615"/>
            <a:ext cx="1018382" cy="763587"/>
          </a:xfrm>
          <a:prstGeom prst="rect">
            <a:avLst/>
          </a:prstGeom>
          <a:noFill/>
          <a:ln w="9525">
            <a:noFill/>
            <a:miter lim="800000"/>
            <a:headEnd/>
            <a:tailEnd/>
          </a:ln>
        </p:spPr>
      </p:pic>
      <p:pic>
        <p:nvPicPr>
          <p:cNvPr id="44042"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p:spPr>
      </p:pic>
      <p:sp>
        <p:nvSpPr>
          <p:cNvPr id="44047" name="Rectangle 15"/>
          <p:cNvSpPr>
            <a:spLocks noGrp="1" noChangeArrowheads="1"/>
          </p:cNvSpPr>
          <p:nvPr>
            <p:ph type="ctrTitle" sz="quarter"/>
          </p:nvPr>
        </p:nvSpPr>
        <p:spPr>
          <a:xfrm>
            <a:off x="849007" y="1392242"/>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44052" name="Text Box 20"/>
          <p:cNvSpPr txBox="1">
            <a:spLocks noChangeArrowheads="1"/>
          </p:cNvSpPr>
          <p:nvPr/>
        </p:nvSpPr>
        <p:spPr bwMode="auto">
          <a:xfrm>
            <a:off x="870194"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TECHNOLOGIES CO., LTD.</a:t>
            </a:r>
            <a:endParaRPr lang="en-US" altLang="zh-CN" sz="2200" dirty="0">
              <a:solidFill>
                <a:srgbClr val="000000"/>
              </a:solidFill>
              <a:ea typeface="ＭＳ Ｐゴシック" pitchFamily="34" charset="-128"/>
            </a:endParaRPr>
          </a:p>
        </p:txBody>
      </p:sp>
      <p:sp>
        <p:nvSpPr>
          <p:cNvPr id="44054" name="Text Box 22"/>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FFFFFF"/>
                </a:solidFill>
                <a:latin typeface="FrutigerNext LT Regular" pitchFamily="34" charset="0"/>
                <a:ea typeface="ＭＳ Ｐゴシック" pitchFamily="34" charset="-128"/>
              </a:rPr>
              <a:t>www.huawei.com</a:t>
            </a:r>
          </a:p>
        </p:txBody>
      </p:sp>
      <p:sp>
        <p:nvSpPr>
          <p:cNvPr id="44055" name="Rectangle 23"/>
          <p:cNvSpPr>
            <a:spLocks noChangeArrowheads="1"/>
          </p:cNvSpPr>
          <p:nvPr/>
        </p:nvSpPr>
        <p:spPr bwMode="auto">
          <a:xfrm>
            <a:off x="5314234"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Confidential </a:t>
            </a:r>
          </a:p>
        </p:txBody>
      </p:sp>
      <p:sp>
        <p:nvSpPr>
          <p:cNvPr id="44057" name="Rectangle 25"/>
          <p:cNvSpPr>
            <a:spLocks noChangeArrowheads="1"/>
          </p:cNvSpPr>
          <p:nvPr/>
        </p:nvSpPr>
        <p:spPr bwMode="auto">
          <a:xfrm>
            <a:off x="9059593"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400" b="1">
                <a:solidFill>
                  <a:srgbClr val="666666"/>
                </a:solidFill>
                <a:latin typeface="FrutigerNext LT Regular" pitchFamily="34" charset="0"/>
                <a:ea typeface="ＭＳ Ｐゴシック" pitchFamily="34" charset="-128"/>
              </a:rPr>
              <a:t>Security Level:</a:t>
            </a:r>
            <a:r>
              <a:rPr lang="zh-CN" altLang="en-US" sz="1400" b="1">
                <a:solidFill>
                  <a:srgbClr val="666666"/>
                </a:solidFill>
                <a:latin typeface="FrutigerNext LT Regular" pitchFamily="34" charset="0"/>
                <a:ea typeface="ＭＳ Ｐゴシック" pitchFamily="34" charset="-128"/>
              </a:rPr>
              <a:t> </a:t>
            </a:r>
          </a:p>
        </p:txBody>
      </p:sp>
      <p:sp>
        <p:nvSpPr>
          <p:cNvPr id="44058" name="Rectangle 26"/>
          <p:cNvSpPr>
            <a:spLocks noGrp="1" noChangeArrowheads="1"/>
          </p:cNvSpPr>
          <p:nvPr>
            <p:ph type="dt" sz="quarter" idx="2"/>
          </p:nvPr>
        </p:nvSpPr>
        <p:spPr>
          <a:xfrm>
            <a:off x="912521" y="282575"/>
            <a:ext cx="2845541" cy="474663"/>
          </a:xfrm>
        </p:spPr>
        <p:txBody>
          <a:bodyPr lIns="80139" tIns="40069" rIns="80139" bIns="40069"/>
          <a:lstStyle>
            <a:lvl1pPr>
              <a:lnSpc>
                <a:spcPct val="100000"/>
              </a:lnSpc>
              <a:defRPr>
                <a:latin typeface="+mn-lt"/>
              </a:defRPr>
            </a:lvl1pPr>
          </a:lstStyle>
          <a:p>
            <a:endParaRPr lang="en-US" altLang="zh-CN">
              <a:solidFill>
                <a:srgbClr val="000000"/>
              </a:solidFill>
            </a:endParaRPr>
          </a:p>
        </p:txBody>
      </p:sp>
      <p:sp>
        <p:nvSpPr>
          <p:cNvPr id="44098"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pPr>
            <a:r>
              <a:rPr lang="zh-CN" altLang="en-US" sz="1100">
                <a:solidFill>
                  <a:srgbClr val="FFFFFF"/>
                </a:solidFill>
              </a:rPr>
              <a:t>英文标题</a:t>
            </a:r>
            <a:r>
              <a:rPr lang="en-US" altLang="zh-CN" sz="1100">
                <a:solidFill>
                  <a:srgbClr val="FFFFFF"/>
                </a:solidFill>
              </a:rPr>
              <a:t>:40-47pt  </a:t>
            </a:r>
          </a:p>
          <a:p>
            <a:pPr algn="r" defTabSz="801688" eaLnBrk="0" hangingPunct="0">
              <a:lnSpc>
                <a:spcPct val="125000"/>
              </a:lnSpc>
            </a:pPr>
            <a:r>
              <a:rPr lang="zh-CN" altLang="en-US" sz="1100">
                <a:solidFill>
                  <a:srgbClr val="FFFFFF"/>
                </a:solidFill>
              </a:rPr>
              <a:t>副标题</a:t>
            </a:r>
            <a:r>
              <a:rPr lang="en-US" altLang="zh-CN" sz="1100">
                <a:solidFill>
                  <a:srgbClr val="FFFFFF"/>
                </a:solidFill>
              </a:rPr>
              <a:t>:26-30pt</a:t>
            </a:r>
          </a:p>
          <a:p>
            <a:pPr algn="r" defTabSz="801688" eaLnBrk="0" hangingPunct="0">
              <a:lnSpc>
                <a:spcPct val="125000"/>
              </a:lnSpc>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pPr>
            <a:r>
              <a:rPr lang="zh-CN" altLang="en-US" sz="1100">
                <a:solidFill>
                  <a:srgbClr val="FFFFFF"/>
                </a:solidFill>
              </a:rPr>
              <a:t>内部使用字体 </a:t>
            </a:r>
            <a:r>
              <a:rPr lang="en-US" altLang="zh-CN" sz="1100">
                <a:solidFill>
                  <a:srgbClr val="FFFFFF"/>
                </a:solidFill>
              </a:rPr>
              <a:t>:</a:t>
            </a:r>
          </a:p>
          <a:p>
            <a:pPr algn="r" defTabSz="801688" eaLnBrk="0" hangingPunct="0">
              <a:lnSpc>
                <a:spcPct val="125000"/>
              </a:lnSpc>
            </a:pPr>
            <a:r>
              <a:rPr lang="en-US" altLang="zh-CN" sz="1100">
                <a:solidFill>
                  <a:srgbClr val="FFFFFF"/>
                </a:solidFill>
              </a:rPr>
              <a:t>FrutigerNext LT Medium</a:t>
            </a:r>
          </a:p>
          <a:p>
            <a:pPr algn="r" defTabSz="801688" eaLnBrk="0" hangingPunct="0">
              <a:lnSpc>
                <a:spcPct val="125000"/>
              </a:lnSpc>
            </a:pPr>
            <a:r>
              <a:rPr lang="zh-CN" altLang="en-US" sz="1100">
                <a:solidFill>
                  <a:srgbClr val="FFFFFF"/>
                </a:solidFill>
              </a:rPr>
              <a:t>外部使用字体 </a:t>
            </a:r>
            <a:r>
              <a:rPr lang="en-US" altLang="zh-CN" sz="1100">
                <a:solidFill>
                  <a:srgbClr val="FFFFFF"/>
                </a:solidFill>
              </a:rPr>
              <a:t>: Arial</a:t>
            </a: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r>
              <a:rPr lang="zh-CN" altLang="en-US" sz="1100">
                <a:solidFill>
                  <a:srgbClr val="FFFFFF"/>
                </a:solidFill>
              </a:rPr>
              <a:t>中文标题</a:t>
            </a:r>
            <a:r>
              <a:rPr lang="en-US" altLang="zh-CN" sz="1100">
                <a:solidFill>
                  <a:srgbClr val="FFFFFF"/>
                </a:solidFill>
              </a:rPr>
              <a:t>:35-47pt</a:t>
            </a:r>
          </a:p>
          <a:p>
            <a:pPr algn="r" defTabSz="801688" eaLnBrk="0" hangingPunct="0">
              <a:lnSpc>
                <a:spcPct val="125000"/>
              </a:lnSpc>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eaLnBrk="0" hangingPunct="0">
              <a:lnSpc>
                <a:spcPct val="125000"/>
              </a:lnSpc>
            </a:pPr>
            <a:r>
              <a:rPr lang="en-US" altLang="zh-CN" sz="1100">
                <a:solidFill>
                  <a:srgbClr val="FFFFFF"/>
                </a:solidFill>
              </a:rPr>
              <a:t>  </a:t>
            </a:r>
            <a:r>
              <a:rPr lang="zh-CN" altLang="en-US" sz="1100">
                <a:solidFill>
                  <a:srgbClr val="FFFFFF"/>
                </a:solidFill>
              </a:rPr>
              <a:t>副标题</a:t>
            </a:r>
            <a:r>
              <a:rPr lang="en-US" altLang="zh-CN" sz="1100">
                <a:solidFill>
                  <a:srgbClr val="FFFFFF"/>
                </a:solidFill>
              </a:rPr>
              <a:t>:24-28pt</a:t>
            </a:r>
            <a:endParaRPr lang="zh-CN" altLang="en-US" sz="1100">
              <a:solidFill>
                <a:srgbClr val="FFFFFF"/>
              </a:solidFill>
            </a:endParaRPr>
          </a:p>
          <a:p>
            <a:pPr algn="r" defTabSz="801688" eaLnBrk="0" hangingPunct="0">
              <a:lnSpc>
                <a:spcPct val="125000"/>
              </a:lnSpc>
            </a:pPr>
            <a:r>
              <a:rPr lang="zh-CN" altLang="en-US" sz="1100">
                <a:solidFill>
                  <a:srgbClr val="FFFFFF"/>
                </a:solidFill>
              </a:rPr>
              <a:t>字体颜色</a:t>
            </a:r>
            <a:r>
              <a:rPr lang="en-US" altLang="zh-CN" sz="1100">
                <a:solidFill>
                  <a:srgbClr val="FFFFFF"/>
                </a:solidFill>
              </a:rPr>
              <a:t>:</a:t>
            </a:r>
            <a:r>
              <a:rPr lang="zh-CN" altLang="en-US" sz="1100">
                <a:solidFill>
                  <a:srgbClr val="FFFFFF"/>
                </a:solidFill>
              </a:rPr>
              <a:t>反白</a:t>
            </a:r>
          </a:p>
          <a:p>
            <a:pPr algn="r" defTabSz="801688" eaLnBrk="0" hangingPunct="0">
              <a:lnSpc>
                <a:spcPct val="125000"/>
              </a:lnSpc>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pPr>
            <a:endParaRPr lang="zh-CN" altLang="en-US" sz="1100">
              <a:solidFill>
                <a:srgbClr val="FFFFFF"/>
              </a:solidFill>
            </a:endParaRPr>
          </a:p>
          <a:p>
            <a:pPr algn="r" defTabSz="801688" eaLnBrk="0" hangingPunct="0">
              <a:lnSpc>
                <a:spcPct val="125000"/>
              </a:lnSpc>
              <a:spcBef>
                <a:spcPct val="50000"/>
              </a:spcBef>
            </a:pPr>
            <a:endParaRPr lang="zh-CN" altLang="en-US" sz="1100">
              <a:solidFill>
                <a:srgbClr val="000000"/>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
        <p:nvSpPr>
          <p:cNvPr id="6" name="Line 39"/>
          <p:cNvSpPr>
            <a:spLocks noChangeShapeType="1"/>
          </p:cNvSpPr>
          <p:nvPr userDrawn="1"/>
        </p:nvSpPr>
        <p:spPr bwMode="auto">
          <a:xfrm flipH="1">
            <a:off x="5" y="765175"/>
            <a:ext cx="11763263" cy="0"/>
          </a:xfrm>
          <a:prstGeom prst="line">
            <a:avLst/>
          </a:prstGeom>
          <a:noFill/>
          <a:ln w="1905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sp>
        <p:nvSpPr>
          <p:cNvPr id="7" name="Line 40"/>
          <p:cNvSpPr>
            <a:spLocks noChangeShapeType="1"/>
          </p:cNvSpPr>
          <p:nvPr userDrawn="1"/>
        </p:nvSpPr>
        <p:spPr bwMode="auto">
          <a:xfrm>
            <a:off x="3" y="838200"/>
            <a:ext cx="5185003" cy="0"/>
          </a:xfrm>
          <a:prstGeom prst="line">
            <a:avLst/>
          </a:prstGeom>
          <a:noFill/>
          <a:ln w="7620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40" y="4406927"/>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40"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70179"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9" y="1641475"/>
            <a:ext cx="5187184"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GB">
              <a:solidFill>
                <a:srgbClr val="000000"/>
              </a:solidFill>
            </a:endParaRPr>
          </a:p>
        </p:txBody>
      </p:sp>
      <p:grpSp>
        <p:nvGrpSpPr>
          <p:cNvPr id="2" name="Group 38"/>
          <p:cNvGrpSpPr>
            <a:grpSpLocks/>
          </p:cNvGrpSpPr>
          <p:nvPr userDrawn="1"/>
        </p:nvGrpSpPr>
        <p:grpSpPr bwMode="auto">
          <a:xfrm>
            <a:off x="47342" y="764731"/>
            <a:ext cx="11763263" cy="73025"/>
            <a:chOff x="0" y="747"/>
            <a:chExt cx="5184" cy="21"/>
          </a:xfrm>
        </p:grpSpPr>
        <p:sp>
          <p:nvSpPr>
            <p:cNvPr id="7" name="Line 39"/>
            <p:cNvSpPr>
              <a:spLocks noChangeShapeType="1"/>
            </p:cNvSpPr>
            <p:nvPr/>
          </p:nvSpPr>
          <p:spPr bwMode="auto">
            <a:xfrm flipH="1">
              <a:off x="0" y="747"/>
              <a:ext cx="5184" cy="0"/>
            </a:xfrm>
            <a:prstGeom prst="line">
              <a:avLst/>
            </a:prstGeom>
            <a:noFill/>
            <a:ln w="1905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sp>
          <p:nvSpPr>
            <p:cNvPr id="8" name="Line 40"/>
            <p:cNvSpPr>
              <a:spLocks noChangeShapeType="1"/>
            </p:cNvSpPr>
            <p:nvPr/>
          </p:nvSpPr>
          <p:spPr bwMode="auto">
            <a:xfrm>
              <a:off x="0" y="768"/>
              <a:ext cx="2285" cy="0"/>
            </a:xfrm>
            <a:prstGeom prst="line">
              <a:avLst/>
            </a:prstGeom>
            <a:noFill/>
            <a:ln w="76200">
              <a:solidFill>
                <a:srgbClr val="B2B2B2"/>
              </a:solidFill>
              <a:round/>
              <a:headEnd/>
              <a:tailEnd/>
            </a:ln>
          </p:spPr>
          <p:txBody>
            <a:bodyPr/>
            <a:lstStyle/>
            <a:p>
              <a:endParaRPr lang="zh-CN" altLang="en-US" sz="1400">
                <a:solidFill>
                  <a:srgbClr val="FFFFFF"/>
                </a:solidFill>
                <a:latin typeface="FrutigerNext LT Regular" pitchFamily="34" charset="0"/>
                <a:ea typeface="ＭＳ Ｐゴシック" pitchFamily="34" charset="-128"/>
              </a:endParaRPr>
            </a:p>
          </p:txBody>
        </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0"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0"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92"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92"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75"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7" y="273052"/>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75" y="1435102"/>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1"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1"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3" y="430214"/>
            <a:ext cx="2642288" cy="54054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77" y="430214"/>
            <a:ext cx="7729962" cy="54054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GB">
              <a:solidFill>
                <a:srgbClr val="000000"/>
              </a:solidFil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701"/>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01" y="6207126"/>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22"/>
          <p:cNvSpPr txBox="1">
            <a:spLocks noChangeArrowheads="1"/>
          </p:cNvSpPr>
          <p:nvPr/>
        </p:nvSpPr>
        <p:spPr bwMode="auto">
          <a:xfrm>
            <a:off x="9635631" y="4094163"/>
            <a:ext cx="1285967"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Calibri" pitchFamily="34" charset="0"/>
                <a:ea typeface="MS PGothic" pitchFamily="34" charset="-128"/>
              </a:rPr>
              <a:t>www.huawei.com</a:t>
            </a:r>
          </a:p>
        </p:txBody>
      </p:sp>
      <p:sp>
        <p:nvSpPr>
          <p:cNvPr id="8" name="Rectangle 23"/>
          <p:cNvSpPr>
            <a:spLocks noChangeArrowheads="1"/>
          </p:cNvSpPr>
          <p:nvPr/>
        </p:nvSpPr>
        <p:spPr bwMode="auto">
          <a:xfrm>
            <a:off x="5314389" y="6207126"/>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731" y="247650"/>
            <a:ext cx="1276477"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Calibri" pitchFamily="34" charset="0"/>
                <a:ea typeface="MS PGothic" pitchFamily="34" charset="-128"/>
              </a:rPr>
              <a:t>Security Level:</a:t>
            </a:r>
            <a:r>
              <a:rPr lang="zh-CN" altLang="en-US" sz="1400" b="1">
                <a:solidFill>
                  <a:srgbClr val="666666"/>
                </a:solidFill>
                <a:latin typeface="Calibri" pitchFamily="34" charset="0"/>
                <a:ea typeface="MS PGothic"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ea typeface="宋体" charset="-122"/>
              </a:rPr>
              <a:t>英文标题</a:t>
            </a:r>
            <a:r>
              <a:rPr lang="en-US" altLang="zh-CN" sz="1100">
                <a:solidFill>
                  <a:srgbClr val="FFFFFF"/>
                </a:solidFill>
                <a:latin typeface="Arial" pitchFamily="34" charset="0"/>
                <a:ea typeface="宋体" charset="-122"/>
              </a:rPr>
              <a:t>:40-47pt  </a:t>
            </a:r>
          </a:p>
          <a:p>
            <a:pPr algn="r" defTabSz="801688" eaLnBrk="0" hangingPunct="0">
              <a:lnSpc>
                <a:spcPct val="125000"/>
              </a:lnSpc>
              <a:defRPr/>
            </a:pP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:26-30pt</a:t>
            </a: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内部使用字体 </a:t>
            </a:r>
            <a:r>
              <a:rPr lang="en-US" altLang="zh-CN" sz="1100">
                <a:solidFill>
                  <a:srgbClr val="FFFFFF"/>
                </a:solidFill>
                <a:latin typeface="Arial" pitchFamily="34" charset="0"/>
                <a:ea typeface="宋体" charset="-122"/>
              </a:rPr>
              <a:t>:</a:t>
            </a:r>
          </a:p>
          <a:p>
            <a:pPr algn="r" defTabSz="801688" eaLnBrk="0" hangingPunct="0">
              <a:lnSpc>
                <a:spcPct val="125000"/>
              </a:lnSpc>
              <a:defRPr/>
            </a:pPr>
            <a:r>
              <a:rPr lang="en-US" altLang="zh-CN" sz="1100">
                <a:solidFill>
                  <a:srgbClr val="FFFFFF"/>
                </a:solidFill>
                <a:latin typeface="Arial" pitchFamily="34" charset="0"/>
                <a:ea typeface="宋体" charset="-122"/>
              </a:rPr>
              <a:t>FrutigerNext LT Medium</a:t>
            </a:r>
          </a:p>
          <a:p>
            <a:pPr algn="r" defTabSz="801688" eaLnBrk="0" hangingPunct="0">
              <a:lnSpc>
                <a:spcPct val="125000"/>
              </a:lnSpc>
              <a:defRPr/>
            </a:pPr>
            <a:r>
              <a:rPr lang="zh-CN" altLang="en-US" sz="1100">
                <a:solidFill>
                  <a:srgbClr val="FFFFFF"/>
                </a:solidFill>
                <a:latin typeface="Arial" pitchFamily="34" charset="0"/>
                <a:ea typeface="宋体" charset="-122"/>
              </a:rPr>
              <a:t>外部使用字体 </a:t>
            </a:r>
            <a:r>
              <a:rPr lang="en-US" altLang="zh-CN" sz="1100">
                <a:solidFill>
                  <a:srgbClr val="FFFFFF"/>
                </a:solidFill>
                <a:latin typeface="Arial" pitchFamily="34" charset="0"/>
                <a:ea typeface="宋体" charset="-122"/>
              </a:rPr>
              <a:t>: Arial</a:t>
            </a: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中文标题</a:t>
            </a:r>
            <a:r>
              <a:rPr lang="en-US" altLang="zh-CN" sz="1100">
                <a:solidFill>
                  <a:srgbClr val="FFFFFF"/>
                </a:solidFill>
                <a:latin typeface="Arial" pitchFamily="34" charset="0"/>
                <a:ea typeface="宋体" charset="-122"/>
              </a:rPr>
              <a:t>:35-47pt</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黑体</a:t>
            </a:r>
          </a:p>
          <a:p>
            <a:pPr algn="r" defTabSz="801688" eaLnBrk="0" hangingPunct="0">
              <a:lnSpc>
                <a:spcPct val="125000"/>
              </a:lnSpc>
              <a:defRPr/>
            </a:pPr>
            <a:r>
              <a:rPr lang="en-US" altLang="zh-CN" sz="1100">
                <a:solidFill>
                  <a:srgbClr val="FFFFFF"/>
                </a:solidFill>
                <a:latin typeface="Arial" pitchFamily="34" charset="0"/>
                <a:ea typeface="宋体" charset="-122"/>
              </a:rPr>
              <a:t>  </a:t>
            </a: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:24-28pt</a:t>
            </a: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细黑体</a:t>
            </a: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spcBef>
                <a:spcPct val="50000"/>
              </a:spcBef>
              <a:defRPr/>
            </a:pPr>
            <a:endParaRPr lang="zh-CN" altLang="en-US" sz="1100">
              <a:solidFill>
                <a:srgbClr val="000000"/>
              </a:solidFill>
              <a:latin typeface="Arial" pitchFamily="34" charset="0"/>
              <a:ea typeface="宋体" charset="-122"/>
            </a:endParaRPr>
          </a:p>
        </p:txBody>
      </p:sp>
      <p:sp>
        <p:nvSpPr>
          <p:cNvPr id="44047" name="Rectangle 15"/>
          <p:cNvSpPr>
            <a:spLocks noGrp="1" noChangeArrowheads="1"/>
          </p:cNvSpPr>
          <p:nvPr>
            <p:ph type="ctrTitle" sz="quarter"/>
          </p:nvPr>
        </p:nvSpPr>
        <p:spPr>
          <a:xfrm>
            <a:off x="849007" y="1392316"/>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3024"/>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5" y="282650"/>
            <a:ext cx="2845541" cy="474663"/>
          </a:xfrm>
          <a:prstGeom prst="rect">
            <a:avLst/>
          </a:prstGeom>
        </p:spPr>
        <p:txBody>
          <a:bodyPr lIns="80139" tIns="40069" rIns="80139" bIns="40069"/>
          <a:lstStyle>
            <a:lvl1pPr>
              <a:lnSpc>
                <a:spcPct val="100000"/>
              </a:lnSpc>
              <a:defRPr smtClean="0">
                <a:latin typeface="FrutigerNext LT Regular" pitchFamily="34" charset="0"/>
              </a:defRPr>
            </a:lvl1pPr>
          </a:lstStyle>
          <a:p>
            <a:pPr>
              <a:defRPr/>
            </a:pPr>
            <a:endParaRPr lang="en-US" altLang="zh-CN">
              <a:solidFill>
                <a:srgbClr val="000000"/>
              </a:solidFill>
              <a:ea typeface="宋体" charset="-122"/>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206"/>
          <p:cNvSpPr txBox="1">
            <a:spLocks noChangeArrowheads="1"/>
          </p:cNvSpPr>
          <p:nvPr userDrawn="1"/>
        </p:nvSpPr>
        <p:spPr bwMode="auto">
          <a:xfrm>
            <a:off x="8017937" y="6381750"/>
            <a:ext cx="2847658" cy="476250"/>
          </a:xfrm>
          <a:prstGeom prst="rect">
            <a:avLst/>
          </a:prstGeom>
          <a:noFill/>
          <a:ln w="9525">
            <a:noFill/>
            <a:miter lim="800000"/>
            <a:headEnd/>
            <a:tailEnd/>
          </a:ln>
          <a:effectLst/>
        </p:spPr>
        <p:txBody>
          <a:bodyPr/>
          <a:lstStyle>
            <a:lvl1pPr algn="r">
              <a:defRPr sz="1200"/>
            </a:lvl1pPr>
          </a:lstStyle>
          <a:p>
            <a:pPr>
              <a:defRPr/>
            </a:pPr>
            <a:r>
              <a:rPr lang="en-US" altLang="zh-CN">
                <a:solidFill>
                  <a:srgbClr val="000000"/>
                </a:solidFill>
                <a:latin typeface="Calibri" pitchFamily="34" charset="0"/>
                <a:ea typeface="宋体" pitchFamily="2" charset="-122"/>
              </a:rPr>
              <a:t>Page </a:t>
            </a:r>
            <a:fld id="{9F903D0E-C55F-47E3-932C-C929E55184D9}" type="slidenum">
              <a:rPr lang="en-US" altLang="zh-CN" smtClean="0">
                <a:solidFill>
                  <a:srgbClr val="000000"/>
                </a:solidFill>
                <a:latin typeface="Calibri" pitchFamily="34" charset="0"/>
                <a:ea typeface="宋体" pitchFamily="2" charset="-122"/>
              </a:rPr>
              <a:pPr>
                <a:defRPr/>
              </a:pPr>
              <a:t>‹#›</a:t>
            </a:fld>
            <a:endParaRPr lang="en-US" altLang="zh-CN" dirty="0">
              <a:solidFill>
                <a:srgbClr val="000000"/>
              </a:solidFill>
              <a:latin typeface="Calibri" pitchFamily="34" charset="0"/>
              <a:ea typeface="宋体" pitchFamily="2" charset="-122"/>
            </a:endParaRPr>
          </a:p>
        </p:txBody>
      </p:sp>
      <p:pic>
        <p:nvPicPr>
          <p:cNvPr id="6" name="Picture 79" descr="dd"/>
          <p:cNvPicPr>
            <a:picLocks noChangeAspect="1" noChangeArrowheads="1"/>
          </p:cNvPicPr>
          <p:nvPr userDrawn="1"/>
        </p:nvPicPr>
        <p:blipFill>
          <a:blip r:embed="rId2" cstate="print"/>
          <a:srcRect/>
          <a:stretch>
            <a:fillRect/>
          </a:stretch>
        </p:blipFill>
        <p:spPr bwMode="auto">
          <a:xfrm>
            <a:off x="3" y="6224627"/>
            <a:ext cx="12203644" cy="636587"/>
          </a:xfrm>
          <a:prstGeom prst="rect">
            <a:avLst/>
          </a:prstGeom>
          <a:noFill/>
          <a:ln w="9525">
            <a:noFill/>
            <a:miter lim="800000"/>
            <a:headEnd/>
            <a:tailEnd/>
          </a:ln>
        </p:spPr>
      </p:pic>
      <p:sp>
        <p:nvSpPr>
          <p:cNvPr id="7" name="Text Box 8"/>
          <p:cNvSpPr txBox="1">
            <a:spLocks noChangeArrowheads="1"/>
          </p:cNvSpPr>
          <p:nvPr userDrawn="1"/>
        </p:nvSpPr>
        <p:spPr bwMode="auto">
          <a:xfrm>
            <a:off x="870201" y="643897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Calibri" pitchFamily="34" charset="0"/>
              <a:ea typeface="MS PGothic" pitchFamily="34" charset="-128"/>
            </a:endParaRPr>
          </a:p>
        </p:txBody>
      </p:sp>
      <p:pic>
        <p:nvPicPr>
          <p:cNvPr id="8" name="Picture 9" descr="8"/>
          <p:cNvPicPr>
            <a:picLocks noChangeAspect="1" noChangeArrowheads="1"/>
          </p:cNvPicPr>
          <p:nvPr userDrawn="1"/>
        </p:nvPicPr>
        <p:blipFill>
          <a:blip r:embed="rId3" cstate="print"/>
          <a:srcRect/>
          <a:stretch>
            <a:fillRect/>
          </a:stretch>
        </p:blipFill>
        <p:spPr bwMode="auto">
          <a:xfrm>
            <a:off x="10014445" y="6399326"/>
            <a:ext cx="1748822" cy="312737"/>
          </a:xfrm>
          <a:prstGeom prst="rect">
            <a:avLst/>
          </a:prstGeom>
          <a:noFill/>
          <a:ln w="9525">
            <a:noFill/>
            <a:miter lim="800000"/>
            <a:headEnd/>
            <a:tailEnd/>
          </a:ln>
        </p:spPr>
      </p:pic>
      <p:sp>
        <p:nvSpPr>
          <p:cNvPr id="9" name="Rectangle 21"/>
          <p:cNvSpPr>
            <a:spLocks noChangeArrowheads="1"/>
          </p:cNvSpPr>
          <p:nvPr userDrawn="1"/>
        </p:nvSpPr>
        <p:spPr bwMode="auto">
          <a:xfrm>
            <a:off x="5191597" y="643897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dirty="0" err="1">
                <a:solidFill>
                  <a:srgbClr val="000000"/>
                </a:solidFill>
                <a:latin typeface="FrutigerNext LT Bold" pitchFamily="-92" charset="0"/>
                <a:ea typeface="MS PGothic" pitchFamily="34" charset="-128"/>
              </a:rPr>
              <a:t>Huawei</a:t>
            </a:r>
            <a:r>
              <a:rPr lang="en-US" altLang="zh-CN" sz="1200" dirty="0">
                <a:solidFill>
                  <a:srgbClr val="000000"/>
                </a:solidFill>
                <a:latin typeface="FrutigerNext LT Bold" pitchFamily="-92" charset="0"/>
                <a:ea typeface="MS PGothic" pitchFamily="34" charset="-128"/>
              </a:rPr>
              <a:t> Confidential </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960"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32439"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p:cNvSpPr>
            <a:spLocks noGrp="1" noChangeArrowheads="1"/>
          </p:cNvSpPr>
          <p:nvPr>
            <p:ph type="dt" sz="half" idx="10"/>
          </p:nvPr>
        </p:nvSpPr>
        <p:spPr>
          <a:xfrm>
            <a:off x="7908184" y="6400804"/>
            <a:ext cx="1409647" cy="1102179"/>
          </a:xfrm>
          <a:prstGeom prst="rect">
            <a:avLst/>
          </a:prstGeom>
          <a:ln/>
        </p:spPr>
        <p:txBody>
          <a:bodyPr/>
          <a:lstStyle>
            <a:lvl1pPr>
              <a:defRPr/>
            </a:lvl1pPr>
          </a:lstStyle>
          <a:p>
            <a:pPr>
              <a:buClr>
                <a:srgbClr val="CC9900"/>
              </a:buClr>
              <a:buFont typeface="Wingdings" pitchFamily="2" charset="2"/>
              <a:buChar char="n"/>
              <a:defRPr/>
            </a:pPr>
            <a:endParaRPr lang="en-GB" b="1">
              <a:solidFill>
                <a:prstClr val="black"/>
              </a:solidFill>
              <a:ea typeface="宋体" pitchFamily="2" charset="-122"/>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028" y="430114"/>
            <a:ext cx="10575784" cy="54057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3619" y="6489730"/>
            <a:ext cx="2797175" cy="455613"/>
          </a:xfrm>
          <a:prstGeom prst="rect">
            <a:avLst/>
          </a:prstGeom>
        </p:spPr>
        <p:txBody>
          <a:bodyPr vert="horz" wrap="square" lIns="91440" tIns="45720" rIns="91440" bIns="45720" numCol="1" anchor="t" anchorCtr="0" compatLnSpc="1">
            <a:prstTxWarp prst="textNoShape">
              <a:avLst/>
            </a:prstTxWarp>
          </a:bodyPr>
          <a:lstStyle>
            <a:lvl1pPr eaLnBrk="1" hangingPunct="1">
              <a:buClr>
                <a:srgbClr val="CC9900"/>
              </a:buClr>
              <a:buFont typeface="Wingdings" pitchFamily="2" charset="2"/>
              <a:buChar char="n"/>
              <a:defRPr>
                <a:solidFill>
                  <a:srgbClr val="000000"/>
                </a:solidFill>
                <a:latin typeface="Arial" pitchFamily="34" charset="0"/>
                <a:ea typeface="宋体" pitchFamily="2" charset="-122"/>
                <a:cs typeface="Arial" pitchFamily="34" charset="0"/>
              </a:defRPr>
            </a:lvl1pPr>
          </a:lstStyle>
          <a:p>
            <a:pPr>
              <a:defRPr/>
            </a:pPr>
            <a:endParaRPr lang="en-GB" altLang="zh-CN" b="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5"/>
          <p:cNvSpPr>
            <a:spLocks noGrp="1" noChangeArrowheads="1"/>
          </p:cNvSpPr>
          <p:nvPr>
            <p:ph type="dt" sz="half" idx="10"/>
          </p:nvPr>
        </p:nvSpPr>
        <p:spPr>
          <a:xfrm>
            <a:off x="8483700" y="6489733"/>
            <a:ext cx="2796844" cy="455613"/>
          </a:xfrm>
          <a:prstGeom prst="rect">
            <a:avLst/>
          </a:prstGeom>
          <a:ln/>
        </p:spPr>
        <p:txBody>
          <a:bodyPr lIns="96771" tIns="48385" rIns="96771" bIns="48385"/>
          <a:lstStyle>
            <a:lvl1pPr>
              <a:defRPr/>
            </a:lvl1pPr>
          </a:lstStyle>
          <a:p>
            <a:pPr>
              <a:buClr>
                <a:srgbClr val="CC9900"/>
              </a:buClr>
              <a:buFont typeface="Wingdings" pitchFamily="2" charset="2"/>
              <a:buChar char="n"/>
              <a:defRPr/>
            </a:pPr>
            <a:endParaRPr lang="en-GB" altLang="zh-CN" b="1">
              <a:solidFill>
                <a:srgbClr val="000000"/>
              </a:solidFill>
              <a:ea typeface="宋体" pitchFamily="2" charset="-122"/>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701"/>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01" y="6207126"/>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22"/>
          <p:cNvSpPr txBox="1">
            <a:spLocks noChangeArrowheads="1"/>
          </p:cNvSpPr>
          <p:nvPr/>
        </p:nvSpPr>
        <p:spPr bwMode="auto">
          <a:xfrm>
            <a:off x="9635631" y="4094163"/>
            <a:ext cx="1285967"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Calibri" pitchFamily="34" charset="0"/>
                <a:ea typeface="MS PGothic" pitchFamily="34" charset="-128"/>
              </a:rPr>
              <a:t>www.huawei.com</a:t>
            </a:r>
          </a:p>
        </p:txBody>
      </p:sp>
      <p:sp>
        <p:nvSpPr>
          <p:cNvPr id="8" name="Rectangle 23"/>
          <p:cNvSpPr>
            <a:spLocks noChangeArrowheads="1"/>
          </p:cNvSpPr>
          <p:nvPr/>
        </p:nvSpPr>
        <p:spPr bwMode="auto">
          <a:xfrm>
            <a:off x="5314389" y="6207126"/>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731" y="247650"/>
            <a:ext cx="1276477"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Calibri" pitchFamily="34" charset="0"/>
                <a:ea typeface="MS PGothic" pitchFamily="34" charset="-128"/>
              </a:rPr>
              <a:t>Security Level:</a:t>
            </a:r>
            <a:r>
              <a:rPr lang="zh-CN" altLang="en-US" sz="1400" b="1">
                <a:solidFill>
                  <a:srgbClr val="666666"/>
                </a:solidFill>
                <a:latin typeface="Calibri" pitchFamily="34" charset="0"/>
                <a:ea typeface="MS PGothic"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ea typeface="宋体" charset="-122"/>
              </a:rPr>
              <a:t>英文标题</a:t>
            </a:r>
            <a:r>
              <a:rPr lang="en-US" altLang="zh-CN" sz="1100">
                <a:solidFill>
                  <a:srgbClr val="FFFFFF"/>
                </a:solidFill>
                <a:latin typeface="Arial" pitchFamily="34" charset="0"/>
                <a:ea typeface="宋体" charset="-122"/>
              </a:rPr>
              <a:t>:40-47pt  </a:t>
            </a:r>
          </a:p>
          <a:p>
            <a:pPr algn="r" defTabSz="801688" eaLnBrk="0" hangingPunct="0">
              <a:lnSpc>
                <a:spcPct val="125000"/>
              </a:lnSpc>
              <a:defRPr/>
            </a:pP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:26-30pt</a:t>
            </a: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内部使用字体 </a:t>
            </a:r>
            <a:r>
              <a:rPr lang="en-US" altLang="zh-CN" sz="1100">
                <a:solidFill>
                  <a:srgbClr val="FFFFFF"/>
                </a:solidFill>
                <a:latin typeface="Arial" pitchFamily="34" charset="0"/>
                <a:ea typeface="宋体" charset="-122"/>
              </a:rPr>
              <a:t>:</a:t>
            </a:r>
          </a:p>
          <a:p>
            <a:pPr algn="r" defTabSz="801688" eaLnBrk="0" hangingPunct="0">
              <a:lnSpc>
                <a:spcPct val="125000"/>
              </a:lnSpc>
              <a:defRPr/>
            </a:pPr>
            <a:r>
              <a:rPr lang="en-US" altLang="zh-CN" sz="1100">
                <a:solidFill>
                  <a:srgbClr val="FFFFFF"/>
                </a:solidFill>
                <a:latin typeface="Arial" pitchFamily="34" charset="0"/>
                <a:ea typeface="宋体" charset="-122"/>
              </a:rPr>
              <a:t>FrutigerNext LT Medium</a:t>
            </a:r>
          </a:p>
          <a:p>
            <a:pPr algn="r" defTabSz="801688" eaLnBrk="0" hangingPunct="0">
              <a:lnSpc>
                <a:spcPct val="125000"/>
              </a:lnSpc>
              <a:defRPr/>
            </a:pPr>
            <a:r>
              <a:rPr lang="zh-CN" altLang="en-US" sz="1100">
                <a:solidFill>
                  <a:srgbClr val="FFFFFF"/>
                </a:solidFill>
                <a:latin typeface="Arial" pitchFamily="34" charset="0"/>
                <a:ea typeface="宋体" charset="-122"/>
              </a:rPr>
              <a:t>外部使用字体 </a:t>
            </a:r>
            <a:r>
              <a:rPr lang="en-US" altLang="zh-CN" sz="1100">
                <a:solidFill>
                  <a:srgbClr val="FFFFFF"/>
                </a:solidFill>
                <a:latin typeface="Arial" pitchFamily="34" charset="0"/>
                <a:ea typeface="宋体" charset="-122"/>
              </a:rPr>
              <a:t>: Arial</a:t>
            </a: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中文标题</a:t>
            </a:r>
            <a:r>
              <a:rPr lang="en-US" altLang="zh-CN" sz="1100">
                <a:solidFill>
                  <a:srgbClr val="FFFFFF"/>
                </a:solidFill>
                <a:latin typeface="Arial" pitchFamily="34" charset="0"/>
                <a:ea typeface="宋体" charset="-122"/>
              </a:rPr>
              <a:t>:35-47pt</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黑体</a:t>
            </a:r>
          </a:p>
          <a:p>
            <a:pPr algn="r" defTabSz="801688" eaLnBrk="0" hangingPunct="0">
              <a:lnSpc>
                <a:spcPct val="125000"/>
              </a:lnSpc>
              <a:defRPr/>
            </a:pPr>
            <a:r>
              <a:rPr lang="en-US" altLang="zh-CN" sz="1100">
                <a:solidFill>
                  <a:srgbClr val="FFFFFF"/>
                </a:solidFill>
                <a:latin typeface="Arial" pitchFamily="34" charset="0"/>
                <a:ea typeface="宋体" charset="-122"/>
              </a:rPr>
              <a:t>  </a:t>
            </a: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:24-28pt</a:t>
            </a: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细黑体</a:t>
            </a: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spcBef>
                <a:spcPct val="50000"/>
              </a:spcBef>
              <a:defRPr/>
            </a:pPr>
            <a:endParaRPr lang="zh-CN" altLang="en-US" sz="1100">
              <a:solidFill>
                <a:srgbClr val="000000"/>
              </a:solidFill>
              <a:latin typeface="Arial" pitchFamily="34" charset="0"/>
              <a:ea typeface="宋体" charset="-122"/>
            </a:endParaRPr>
          </a:p>
        </p:txBody>
      </p:sp>
      <p:sp>
        <p:nvSpPr>
          <p:cNvPr id="44047" name="Rectangle 15"/>
          <p:cNvSpPr>
            <a:spLocks noGrp="1" noChangeArrowheads="1"/>
          </p:cNvSpPr>
          <p:nvPr>
            <p:ph type="ctrTitle" sz="quarter"/>
          </p:nvPr>
        </p:nvSpPr>
        <p:spPr>
          <a:xfrm>
            <a:off x="849007" y="1392316"/>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3024"/>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5" y="282650"/>
            <a:ext cx="2845541" cy="474663"/>
          </a:xfrm>
          <a:prstGeom prst="rect">
            <a:avLst/>
          </a:prstGeom>
        </p:spPr>
        <p:txBody>
          <a:bodyPr lIns="80139" tIns="40069" rIns="80139" bIns="40069"/>
          <a:lstStyle>
            <a:lvl1pPr>
              <a:lnSpc>
                <a:spcPct val="100000"/>
              </a:lnSpc>
              <a:defRPr smtClean="0">
                <a:latin typeface="FrutigerNext LT Regular" pitchFamily="34" charset="0"/>
              </a:defRPr>
            </a:lvl1pPr>
          </a:lstStyle>
          <a:p>
            <a:pPr>
              <a:defRPr/>
            </a:pPr>
            <a:endParaRPr lang="en-US" altLang="zh-CN">
              <a:solidFill>
                <a:srgbClr val="000000"/>
              </a:solidFill>
              <a:ea typeface="宋体" charset="-122"/>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206"/>
          <p:cNvSpPr txBox="1">
            <a:spLocks noChangeArrowheads="1"/>
          </p:cNvSpPr>
          <p:nvPr userDrawn="1"/>
        </p:nvSpPr>
        <p:spPr bwMode="auto">
          <a:xfrm>
            <a:off x="8017937" y="6381750"/>
            <a:ext cx="2847658" cy="476250"/>
          </a:xfrm>
          <a:prstGeom prst="rect">
            <a:avLst/>
          </a:prstGeom>
          <a:noFill/>
          <a:ln w="9525">
            <a:noFill/>
            <a:miter lim="800000"/>
            <a:headEnd/>
            <a:tailEnd/>
          </a:ln>
          <a:effectLst/>
        </p:spPr>
        <p:txBody>
          <a:bodyPr/>
          <a:lstStyle>
            <a:lvl1pPr algn="r">
              <a:defRPr sz="1200"/>
            </a:lvl1pPr>
          </a:lstStyle>
          <a:p>
            <a:pPr>
              <a:defRPr/>
            </a:pPr>
            <a:r>
              <a:rPr lang="en-US" altLang="zh-CN">
                <a:solidFill>
                  <a:srgbClr val="000000"/>
                </a:solidFill>
                <a:latin typeface="Calibri" pitchFamily="34" charset="0"/>
                <a:ea typeface="宋体" pitchFamily="2" charset="-122"/>
              </a:rPr>
              <a:t>Page </a:t>
            </a:r>
            <a:fld id="{9F903D0E-C55F-47E3-932C-C929E55184D9}" type="slidenum">
              <a:rPr lang="en-US" altLang="zh-CN" smtClean="0">
                <a:solidFill>
                  <a:srgbClr val="000000"/>
                </a:solidFill>
                <a:latin typeface="Calibri" pitchFamily="34" charset="0"/>
                <a:ea typeface="宋体" pitchFamily="2" charset="-122"/>
              </a:rPr>
              <a:pPr>
                <a:defRPr/>
              </a:pPr>
              <a:t>‹#›</a:t>
            </a:fld>
            <a:endParaRPr lang="en-US" altLang="zh-CN" dirty="0">
              <a:solidFill>
                <a:srgbClr val="000000"/>
              </a:solidFill>
              <a:latin typeface="Calibri" pitchFamily="34" charset="0"/>
              <a:ea typeface="宋体" pitchFamily="2" charset="-122"/>
            </a:endParaRPr>
          </a:p>
        </p:txBody>
      </p:sp>
      <p:pic>
        <p:nvPicPr>
          <p:cNvPr id="6" name="Picture 79" descr="dd"/>
          <p:cNvPicPr>
            <a:picLocks noChangeAspect="1" noChangeArrowheads="1"/>
          </p:cNvPicPr>
          <p:nvPr userDrawn="1"/>
        </p:nvPicPr>
        <p:blipFill>
          <a:blip r:embed="rId2" cstate="print"/>
          <a:srcRect/>
          <a:stretch>
            <a:fillRect/>
          </a:stretch>
        </p:blipFill>
        <p:spPr bwMode="auto">
          <a:xfrm>
            <a:off x="3" y="6224627"/>
            <a:ext cx="12203644" cy="636587"/>
          </a:xfrm>
          <a:prstGeom prst="rect">
            <a:avLst/>
          </a:prstGeom>
          <a:noFill/>
          <a:ln w="9525">
            <a:noFill/>
            <a:miter lim="800000"/>
            <a:headEnd/>
            <a:tailEnd/>
          </a:ln>
        </p:spPr>
      </p:pic>
      <p:sp>
        <p:nvSpPr>
          <p:cNvPr id="7" name="Text Box 8"/>
          <p:cNvSpPr txBox="1">
            <a:spLocks noChangeArrowheads="1"/>
          </p:cNvSpPr>
          <p:nvPr userDrawn="1"/>
        </p:nvSpPr>
        <p:spPr bwMode="auto">
          <a:xfrm>
            <a:off x="870201" y="643897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Calibri" pitchFamily="34" charset="0"/>
              <a:ea typeface="MS PGothic" pitchFamily="34" charset="-128"/>
            </a:endParaRPr>
          </a:p>
        </p:txBody>
      </p:sp>
      <p:pic>
        <p:nvPicPr>
          <p:cNvPr id="8" name="Picture 9" descr="8"/>
          <p:cNvPicPr>
            <a:picLocks noChangeAspect="1" noChangeArrowheads="1"/>
          </p:cNvPicPr>
          <p:nvPr userDrawn="1"/>
        </p:nvPicPr>
        <p:blipFill>
          <a:blip r:embed="rId3" cstate="print"/>
          <a:srcRect/>
          <a:stretch>
            <a:fillRect/>
          </a:stretch>
        </p:blipFill>
        <p:spPr bwMode="auto">
          <a:xfrm>
            <a:off x="10014445" y="6399326"/>
            <a:ext cx="1748822" cy="312737"/>
          </a:xfrm>
          <a:prstGeom prst="rect">
            <a:avLst/>
          </a:prstGeom>
          <a:noFill/>
          <a:ln w="9525">
            <a:noFill/>
            <a:miter lim="800000"/>
            <a:headEnd/>
            <a:tailEnd/>
          </a:ln>
        </p:spPr>
      </p:pic>
      <p:sp>
        <p:nvSpPr>
          <p:cNvPr id="9" name="Rectangle 21"/>
          <p:cNvSpPr>
            <a:spLocks noChangeArrowheads="1"/>
          </p:cNvSpPr>
          <p:nvPr userDrawn="1"/>
        </p:nvSpPr>
        <p:spPr bwMode="auto">
          <a:xfrm>
            <a:off x="5191597" y="643897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dirty="0" err="1">
                <a:solidFill>
                  <a:srgbClr val="000000"/>
                </a:solidFill>
                <a:latin typeface="FrutigerNext LT Bold" pitchFamily="-92" charset="0"/>
                <a:ea typeface="MS PGothic" pitchFamily="34" charset="-128"/>
              </a:rPr>
              <a:t>Huawei</a:t>
            </a:r>
            <a:r>
              <a:rPr lang="en-US" altLang="zh-CN" sz="1200" dirty="0">
                <a:solidFill>
                  <a:srgbClr val="000000"/>
                </a:solidFill>
                <a:latin typeface="FrutigerNext LT Bold" pitchFamily="-92" charset="0"/>
                <a:ea typeface="MS PGothic" pitchFamily="34" charset="-128"/>
              </a:rPr>
              <a:t> Confidential </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960"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32439"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028" y="430114"/>
            <a:ext cx="10575784" cy="54057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3619" y="6489730"/>
            <a:ext cx="2797175" cy="455613"/>
          </a:xfrm>
          <a:prstGeom prst="rect">
            <a:avLst/>
          </a:prstGeom>
        </p:spPr>
        <p:txBody>
          <a:bodyPr vert="horz" wrap="square" lIns="91440" tIns="45720" rIns="91440" bIns="45720" numCol="1" anchor="t" anchorCtr="0" compatLnSpc="1">
            <a:prstTxWarp prst="textNoShape">
              <a:avLst/>
            </a:prstTxWarp>
          </a:bodyPr>
          <a:lstStyle>
            <a:lvl1pPr eaLnBrk="1" hangingPunct="1">
              <a:buClr>
                <a:srgbClr val="CC9900"/>
              </a:buClr>
              <a:buFont typeface="Wingdings" pitchFamily="2" charset="2"/>
              <a:buChar char="n"/>
              <a:defRPr>
                <a:solidFill>
                  <a:srgbClr val="000000"/>
                </a:solidFill>
                <a:latin typeface="Arial" pitchFamily="34" charset="0"/>
                <a:ea typeface="宋体" pitchFamily="2" charset="-122"/>
                <a:cs typeface="Arial" pitchFamily="34" charset="0"/>
              </a:defRPr>
            </a:lvl1pPr>
          </a:lstStyle>
          <a:p>
            <a:pPr>
              <a:defRPr/>
            </a:pPr>
            <a:endParaRPr lang="en-GB" altLang="zh-CN" b="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5"/>
          <p:cNvSpPr>
            <a:spLocks noGrp="1" noChangeArrowheads="1"/>
          </p:cNvSpPr>
          <p:nvPr>
            <p:ph type="dt" sz="half" idx="10"/>
          </p:nvPr>
        </p:nvSpPr>
        <p:spPr>
          <a:xfrm>
            <a:off x="8483700" y="6489733"/>
            <a:ext cx="2796844" cy="455613"/>
          </a:xfrm>
          <a:prstGeom prst="rect">
            <a:avLst/>
          </a:prstGeom>
          <a:ln/>
        </p:spPr>
        <p:txBody>
          <a:bodyPr lIns="96771" tIns="48385" rIns="96771" bIns="48385"/>
          <a:lstStyle>
            <a:lvl1pPr>
              <a:defRPr/>
            </a:lvl1pPr>
          </a:lstStyle>
          <a:p>
            <a:pPr>
              <a:buClr>
                <a:srgbClr val="CC9900"/>
              </a:buClr>
              <a:buFont typeface="Wingdings" pitchFamily="2" charset="2"/>
              <a:buChar char="n"/>
              <a:defRPr/>
            </a:pPr>
            <a:endParaRPr lang="en-GB" altLang="zh-CN" b="1">
              <a:solidFill>
                <a:srgbClr val="000000"/>
              </a:solidFill>
              <a:ea typeface="宋体" pitchFamily="2" charset="-122"/>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xfrm>
            <a:off x="8483700" y="6489733"/>
            <a:ext cx="2796844" cy="455613"/>
          </a:xfrm>
          <a:prstGeom prst="rect">
            <a:avLst/>
          </a:prstGeom>
          <a:ln/>
        </p:spPr>
        <p:txBody>
          <a:bodyPr lIns="96771" tIns="48385" rIns="96771" bIns="48385"/>
          <a:lstStyle>
            <a:lvl1pPr>
              <a:defRPr/>
            </a:lvl1pPr>
          </a:lstStyle>
          <a:p>
            <a:pPr>
              <a:buClr>
                <a:srgbClr val="CC9900"/>
              </a:buClr>
              <a:buFont typeface="Wingdings" pitchFamily="2" charset="2"/>
              <a:buChar char="n"/>
              <a:defRPr/>
            </a:pPr>
            <a:endParaRPr lang="en-GB" altLang="zh-CN" b="1">
              <a:solidFill>
                <a:srgbClr val="000000"/>
              </a:solidFill>
              <a:ea typeface="宋体" pitchFamily="2" charset="-122"/>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Logo"/>
          <p:cNvPicPr preferRelativeResize="0">
            <a:picLocks noChangeArrowheads="1"/>
          </p:cNvPicPr>
          <p:nvPr/>
        </p:nvPicPr>
        <p:blipFill>
          <a:blip r:embed="rId2" cstate="print"/>
          <a:srcRect/>
          <a:stretch>
            <a:fillRect/>
          </a:stretch>
        </p:blipFill>
        <p:spPr bwMode="auto">
          <a:xfrm>
            <a:off x="10014445" y="5589604"/>
            <a:ext cx="1018382" cy="763587"/>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2" y="782638"/>
            <a:ext cx="12195175" cy="3810000"/>
          </a:xfrm>
          <a:prstGeom prst="rect">
            <a:avLst/>
          </a:prstGeom>
          <a:noFill/>
          <a:ln w="9525">
            <a:noFill/>
            <a:miter lim="800000"/>
            <a:headEnd/>
            <a:tailEnd/>
          </a:ln>
        </p:spPr>
      </p:pic>
      <p:sp>
        <p:nvSpPr>
          <p:cNvPr id="6" name="Text Box 6"/>
          <p:cNvSpPr txBox="1">
            <a:spLocks noChangeArrowheads="1"/>
          </p:cNvSpPr>
          <p:nvPr/>
        </p:nvSpPr>
        <p:spPr bwMode="auto">
          <a:xfrm>
            <a:off x="870184" y="620712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7"/>
          <p:cNvSpPr txBox="1">
            <a:spLocks noChangeArrowheads="1"/>
          </p:cNvSpPr>
          <p:nvPr/>
        </p:nvSpPr>
        <p:spPr bwMode="auto">
          <a:xfrm>
            <a:off x="9635462" y="4094163"/>
            <a:ext cx="1338802"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FrutigerNext LT Regular" pitchFamily="34" charset="0"/>
                <a:ea typeface="ＭＳ Ｐゴシック" pitchFamily="34" charset="-128"/>
              </a:rPr>
              <a:t>www.huawei.com</a:t>
            </a:r>
          </a:p>
        </p:txBody>
      </p:sp>
      <p:sp>
        <p:nvSpPr>
          <p:cNvPr id="8" name="Rectangle 8"/>
          <p:cNvSpPr>
            <a:spLocks noChangeArrowheads="1"/>
          </p:cNvSpPr>
          <p:nvPr/>
        </p:nvSpPr>
        <p:spPr bwMode="auto">
          <a:xfrm>
            <a:off x="5314225" y="620712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9" name="Rectangle 9"/>
          <p:cNvSpPr>
            <a:spLocks noChangeArrowheads="1"/>
          </p:cNvSpPr>
          <p:nvPr/>
        </p:nvSpPr>
        <p:spPr bwMode="auto">
          <a:xfrm>
            <a:off x="9059584" y="247650"/>
            <a:ext cx="1402473"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FrutigerNext LT Regular" pitchFamily="34" charset="0"/>
                <a:ea typeface="ＭＳ Ｐゴシック" pitchFamily="34" charset="-128"/>
              </a:rPr>
              <a:t>Security Level:</a:t>
            </a:r>
            <a:r>
              <a:rPr lang="zh-CN" altLang="en-US" sz="1400" b="1">
                <a:solidFill>
                  <a:srgbClr val="666666"/>
                </a:solidFill>
                <a:latin typeface="FrutigerNext LT Regular" pitchFamily="34" charset="0"/>
                <a:ea typeface="ＭＳ Ｐゴシック" pitchFamily="34" charset="-128"/>
              </a:rPr>
              <a:t> </a:t>
            </a:r>
          </a:p>
        </p:txBody>
      </p:sp>
      <p:sp>
        <p:nvSpPr>
          <p:cNvPr id="10" name="Text Box 11"/>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ea typeface="华文细黑" pitchFamily="2" charset="-122"/>
              </a:rPr>
              <a:t>英文标题</a:t>
            </a:r>
            <a:r>
              <a:rPr lang="en-US" altLang="zh-CN" sz="1100">
                <a:solidFill>
                  <a:srgbClr val="FFFFFF"/>
                </a:solidFill>
                <a:ea typeface="华文细黑" pitchFamily="2" charset="-122"/>
              </a:rPr>
              <a:t>:40-47pt  </a:t>
            </a:r>
          </a:p>
          <a:p>
            <a:pPr algn="r" defTabSz="801688" eaLnBrk="0" hangingPunct="0">
              <a:lnSpc>
                <a:spcPct val="125000"/>
              </a:lnSpc>
              <a:defRPr/>
            </a:pPr>
            <a:r>
              <a:rPr lang="zh-CN" altLang="en-US" sz="1100">
                <a:solidFill>
                  <a:srgbClr val="FFFFFF"/>
                </a:solidFill>
                <a:ea typeface="华文细黑" pitchFamily="2" charset="-122"/>
              </a:rPr>
              <a:t>副标题</a:t>
            </a:r>
            <a:r>
              <a:rPr lang="en-US" altLang="zh-CN" sz="1100">
                <a:solidFill>
                  <a:srgbClr val="FFFFFF"/>
                </a:solidFill>
                <a:ea typeface="华文细黑" pitchFamily="2" charset="-122"/>
              </a:rPr>
              <a:t>:26-30pt</a:t>
            </a:r>
          </a:p>
          <a:p>
            <a:pPr algn="r" defTabSz="801688" eaLnBrk="0" hangingPunct="0">
              <a:lnSpc>
                <a:spcPct val="125000"/>
              </a:lnSpc>
              <a:defRPr/>
            </a:pPr>
            <a:r>
              <a:rPr lang="zh-CN" altLang="en-US" sz="1100">
                <a:solidFill>
                  <a:srgbClr val="FFFFFF"/>
                </a:solidFill>
                <a:ea typeface="华文细黑" pitchFamily="2" charset="-122"/>
              </a:rPr>
              <a:t>字体颜色</a:t>
            </a:r>
            <a:r>
              <a:rPr lang="en-US" altLang="zh-CN" sz="1100">
                <a:solidFill>
                  <a:srgbClr val="FFFFFF"/>
                </a:solidFill>
                <a:ea typeface="华文细黑" pitchFamily="2" charset="-122"/>
              </a:rPr>
              <a:t>:</a:t>
            </a:r>
            <a:r>
              <a:rPr lang="zh-CN" altLang="en-US" sz="1100">
                <a:solidFill>
                  <a:srgbClr val="FFFFFF"/>
                </a:solidFill>
                <a:ea typeface="华文细黑" pitchFamily="2" charset="-122"/>
              </a:rPr>
              <a:t>反白</a:t>
            </a:r>
          </a:p>
          <a:p>
            <a:pPr algn="r" defTabSz="801688" eaLnBrk="0" hangingPunct="0">
              <a:lnSpc>
                <a:spcPct val="125000"/>
              </a:lnSpc>
              <a:defRPr/>
            </a:pPr>
            <a:r>
              <a:rPr lang="zh-CN" altLang="en-US" sz="1100">
                <a:solidFill>
                  <a:srgbClr val="FFFFFF"/>
                </a:solidFill>
                <a:ea typeface="华文细黑" pitchFamily="2" charset="-122"/>
              </a:rPr>
              <a:t>内部使用字体 </a:t>
            </a:r>
            <a:r>
              <a:rPr lang="en-US" altLang="zh-CN" sz="1100">
                <a:solidFill>
                  <a:srgbClr val="FFFFFF"/>
                </a:solidFill>
                <a:ea typeface="华文细黑" pitchFamily="2" charset="-122"/>
              </a:rPr>
              <a:t>:</a:t>
            </a:r>
          </a:p>
          <a:p>
            <a:pPr algn="r" defTabSz="801688" eaLnBrk="0" hangingPunct="0">
              <a:lnSpc>
                <a:spcPct val="125000"/>
              </a:lnSpc>
              <a:defRPr/>
            </a:pPr>
            <a:r>
              <a:rPr lang="en-US" altLang="zh-CN" sz="1100">
                <a:solidFill>
                  <a:srgbClr val="FFFFFF"/>
                </a:solidFill>
                <a:ea typeface="华文细黑" pitchFamily="2" charset="-122"/>
              </a:rPr>
              <a:t>FrutigerNext LT Medium</a:t>
            </a:r>
          </a:p>
          <a:p>
            <a:pPr algn="r" defTabSz="801688" eaLnBrk="0" hangingPunct="0">
              <a:lnSpc>
                <a:spcPct val="125000"/>
              </a:lnSpc>
              <a:defRPr/>
            </a:pPr>
            <a:r>
              <a:rPr lang="zh-CN" altLang="en-US" sz="1100">
                <a:solidFill>
                  <a:srgbClr val="FFFFFF"/>
                </a:solidFill>
                <a:ea typeface="华文细黑" pitchFamily="2" charset="-122"/>
              </a:rPr>
              <a:t>外部使用字体 </a:t>
            </a:r>
            <a:r>
              <a:rPr lang="en-US" altLang="zh-CN" sz="1100">
                <a:solidFill>
                  <a:srgbClr val="FFFFFF"/>
                </a:solidFill>
                <a:ea typeface="华文细黑" pitchFamily="2" charset="-122"/>
              </a:rPr>
              <a:t>: Arial</a:t>
            </a: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r>
              <a:rPr lang="zh-CN" altLang="en-US" sz="1100">
                <a:solidFill>
                  <a:srgbClr val="FFFFFF"/>
                </a:solidFill>
                <a:ea typeface="华文细黑" pitchFamily="2" charset="-122"/>
              </a:rPr>
              <a:t>中文标题</a:t>
            </a:r>
            <a:r>
              <a:rPr lang="en-US" altLang="zh-CN" sz="1100">
                <a:solidFill>
                  <a:srgbClr val="FFFFFF"/>
                </a:solidFill>
                <a:ea typeface="华文细黑" pitchFamily="2" charset="-122"/>
              </a:rPr>
              <a:t>:35-47pt</a:t>
            </a:r>
          </a:p>
          <a:p>
            <a:pPr algn="r" defTabSz="801688" eaLnBrk="0" hangingPunct="0">
              <a:lnSpc>
                <a:spcPct val="125000"/>
              </a:lnSpc>
              <a:defRPr/>
            </a:pPr>
            <a:r>
              <a:rPr lang="zh-CN" altLang="en-US" sz="1100">
                <a:solidFill>
                  <a:srgbClr val="FFFFFF"/>
                </a:solidFill>
                <a:ea typeface="华文细黑" pitchFamily="2" charset="-122"/>
              </a:rPr>
              <a:t>字体</a:t>
            </a:r>
            <a:r>
              <a:rPr lang="en-US" altLang="zh-CN" sz="1100">
                <a:solidFill>
                  <a:srgbClr val="FFFFFF"/>
                </a:solidFill>
                <a:ea typeface="华文细黑" pitchFamily="2" charset="-122"/>
              </a:rPr>
              <a:t>:</a:t>
            </a:r>
            <a:r>
              <a:rPr lang="zh-CN" altLang="en-US" sz="1100">
                <a:solidFill>
                  <a:srgbClr val="FFFFFF"/>
                </a:solidFill>
                <a:ea typeface="华文细黑" pitchFamily="2" charset="-122"/>
              </a:rPr>
              <a:t>黑体</a:t>
            </a:r>
          </a:p>
          <a:p>
            <a:pPr algn="r" defTabSz="801688" eaLnBrk="0" hangingPunct="0">
              <a:lnSpc>
                <a:spcPct val="125000"/>
              </a:lnSpc>
              <a:defRPr/>
            </a:pPr>
            <a:r>
              <a:rPr lang="en-US" altLang="zh-CN" sz="1100">
                <a:solidFill>
                  <a:srgbClr val="FFFFFF"/>
                </a:solidFill>
                <a:ea typeface="华文细黑" pitchFamily="2" charset="-122"/>
              </a:rPr>
              <a:t>  </a:t>
            </a:r>
            <a:r>
              <a:rPr lang="zh-CN" altLang="en-US" sz="1100">
                <a:solidFill>
                  <a:srgbClr val="FFFFFF"/>
                </a:solidFill>
                <a:ea typeface="华文细黑" pitchFamily="2" charset="-122"/>
              </a:rPr>
              <a:t>副标题</a:t>
            </a:r>
            <a:r>
              <a:rPr lang="en-US" altLang="zh-CN" sz="1100">
                <a:solidFill>
                  <a:srgbClr val="FFFFFF"/>
                </a:solidFill>
                <a:ea typeface="华文细黑" pitchFamily="2" charset="-122"/>
              </a:rPr>
              <a:t>:24-28pt</a:t>
            </a:r>
            <a:endParaRPr lang="zh-CN" altLang="en-US" sz="1100">
              <a:solidFill>
                <a:srgbClr val="FFFFFF"/>
              </a:solidFill>
              <a:ea typeface="华文细黑" pitchFamily="2" charset="-122"/>
            </a:endParaRPr>
          </a:p>
          <a:p>
            <a:pPr algn="r" defTabSz="801688" eaLnBrk="0" hangingPunct="0">
              <a:lnSpc>
                <a:spcPct val="125000"/>
              </a:lnSpc>
              <a:defRPr/>
            </a:pPr>
            <a:r>
              <a:rPr lang="zh-CN" altLang="en-US" sz="1100">
                <a:solidFill>
                  <a:srgbClr val="FFFFFF"/>
                </a:solidFill>
                <a:ea typeface="华文细黑" pitchFamily="2" charset="-122"/>
              </a:rPr>
              <a:t>字体颜色</a:t>
            </a:r>
            <a:r>
              <a:rPr lang="en-US" altLang="zh-CN" sz="1100">
                <a:solidFill>
                  <a:srgbClr val="FFFFFF"/>
                </a:solidFill>
                <a:ea typeface="华文细黑" pitchFamily="2" charset="-122"/>
              </a:rPr>
              <a:t>:</a:t>
            </a:r>
            <a:r>
              <a:rPr lang="zh-CN" altLang="en-US" sz="1100">
                <a:solidFill>
                  <a:srgbClr val="FFFFFF"/>
                </a:solidFill>
                <a:ea typeface="华文细黑" pitchFamily="2" charset="-122"/>
              </a:rPr>
              <a:t>反白</a:t>
            </a:r>
          </a:p>
          <a:p>
            <a:pPr algn="r" defTabSz="801688" eaLnBrk="0" hangingPunct="0">
              <a:lnSpc>
                <a:spcPct val="125000"/>
              </a:lnSpc>
              <a:defRPr/>
            </a:pPr>
            <a:r>
              <a:rPr lang="zh-CN" altLang="en-US" sz="1100">
                <a:solidFill>
                  <a:srgbClr val="FFFFFF"/>
                </a:solidFill>
                <a:ea typeface="华文细黑" pitchFamily="2" charset="-122"/>
              </a:rPr>
              <a:t>字体</a:t>
            </a:r>
            <a:r>
              <a:rPr lang="en-US" altLang="zh-CN" sz="1100">
                <a:solidFill>
                  <a:srgbClr val="FFFFFF"/>
                </a:solidFill>
                <a:ea typeface="华文细黑" pitchFamily="2" charset="-122"/>
              </a:rPr>
              <a:t>:</a:t>
            </a:r>
            <a:r>
              <a:rPr lang="zh-CN" altLang="en-US" sz="1100">
                <a:solidFill>
                  <a:srgbClr val="FFFFFF"/>
                </a:solidFill>
                <a:ea typeface="华文细黑" pitchFamily="2" charset="-122"/>
              </a:rPr>
              <a:t>细黑体</a:t>
            </a: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defRPr/>
            </a:pPr>
            <a:endParaRPr lang="zh-CN" altLang="en-US" sz="1100">
              <a:solidFill>
                <a:srgbClr val="FFFFFF"/>
              </a:solidFill>
              <a:ea typeface="华文细黑" pitchFamily="2" charset="-122"/>
            </a:endParaRPr>
          </a:p>
          <a:p>
            <a:pPr algn="r" defTabSz="801688" eaLnBrk="0" hangingPunct="0">
              <a:lnSpc>
                <a:spcPct val="125000"/>
              </a:lnSpc>
              <a:spcBef>
                <a:spcPct val="50000"/>
              </a:spcBef>
              <a:defRPr/>
            </a:pPr>
            <a:endParaRPr lang="zh-CN" altLang="en-US" sz="1100">
              <a:solidFill>
                <a:srgbClr val="000000"/>
              </a:solidFill>
              <a:ea typeface="华文细黑" pitchFamily="2" charset="-122"/>
            </a:endParaRPr>
          </a:p>
        </p:txBody>
      </p:sp>
      <p:sp>
        <p:nvSpPr>
          <p:cNvPr id="591876" name="Rectangle 4"/>
          <p:cNvSpPr>
            <a:spLocks noGrp="1" noChangeArrowheads="1"/>
          </p:cNvSpPr>
          <p:nvPr>
            <p:ph type="ctrTitle" sz="quarter"/>
          </p:nvPr>
        </p:nvSpPr>
        <p:spPr>
          <a:xfrm>
            <a:off x="849010" y="1392242"/>
            <a:ext cx="7073624" cy="1666875"/>
          </a:xfrm>
        </p:spPr>
        <p:txBody>
          <a:bodyPr/>
          <a:lstStyle>
            <a:lvl1pPr>
              <a:defRPr sz="3600" b="0">
                <a:solidFill>
                  <a:schemeClr val="bg1"/>
                </a:solidFill>
              </a:defRPr>
            </a:lvl1pPr>
          </a:lstStyle>
          <a:p>
            <a:r>
              <a:rPr lang="zh-CN" altLang="en-US"/>
              <a:t>单击此处编辑母版标题样式</a:t>
            </a:r>
          </a:p>
        </p:txBody>
      </p:sp>
      <p:sp>
        <p:nvSpPr>
          <p:cNvPr id="591877" name="Rectangle 5"/>
          <p:cNvSpPr>
            <a:spLocks noGrp="1" noChangeArrowheads="1"/>
          </p:cNvSpPr>
          <p:nvPr>
            <p:ph type="subTitle" sz="quarter" idx="1"/>
          </p:nvPr>
        </p:nvSpPr>
        <p:spPr>
          <a:xfrm>
            <a:off x="912526" y="3182945"/>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10"/>
          <p:cNvSpPr>
            <a:spLocks noGrp="1" noChangeArrowheads="1"/>
          </p:cNvSpPr>
          <p:nvPr>
            <p:ph type="dt" sz="quarter" idx="10"/>
          </p:nvPr>
        </p:nvSpPr>
        <p:spPr>
          <a:xfrm>
            <a:off x="912526" y="282575"/>
            <a:ext cx="2845541" cy="474663"/>
          </a:xfrm>
        </p:spPr>
        <p:txBody>
          <a:bodyPr lIns="80139" tIns="40069" rIns="80139" bIns="40069"/>
          <a:lstStyle>
            <a:lvl1pPr>
              <a:lnSpc>
                <a:spcPct val="100000"/>
              </a:lnSpc>
              <a:defRPr>
                <a:latin typeface="FrutigerNext LT Regular" pitchFamily="34" charset="0"/>
              </a:defRPr>
            </a:lvl1pPr>
          </a:lstStyle>
          <a:p>
            <a:pPr>
              <a:defRPr/>
            </a:pPr>
            <a:endParaRPr lang="en-US" altLang="zh-CN">
              <a:solidFill>
                <a:srgbClr val="000000"/>
              </a:solidFil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9" y="4406916"/>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39" y="2906713"/>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78"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2" y="1641475"/>
            <a:ext cx="5187184"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62"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61" y="1535113"/>
            <a:ext cx="538832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61" y="2174875"/>
            <a:ext cx="538832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3"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3"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5" y="273050"/>
            <a:ext cx="4012128"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8" y="273052"/>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5" y="1435102"/>
            <a:ext cx="401212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3"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3"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343"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4" y="430214"/>
            <a:ext cx="2642288" cy="54054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80" y="430214"/>
            <a:ext cx="7729962" cy="54054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0182" y="430214"/>
            <a:ext cx="10329906" cy="871537"/>
          </a:xfrm>
        </p:spPr>
        <p:txBody>
          <a:bodyPr/>
          <a:lstStyle/>
          <a:p>
            <a:r>
              <a:rPr lang="zh-CN" altLang="en-US"/>
              <a:t>单击此处编辑母版标题样式</a:t>
            </a:r>
          </a:p>
        </p:txBody>
      </p:sp>
      <p:sp>
        <p:nvSpPr>
          <p:cNvPr id="3" name="文本占位符 2"/>
          <p:cNvSpPr>
            <a:spLocks noGrp="1"/>
          </p:cNvSpPr>
          <p:nvPr>
            <p:ph type="body" sz="half" idx="1"/>
          </p:nvPr>
        </p:nvSpPr>
        <p:spPr>
          <a:xfrm>
            <a:off x="870178" y="1641475"/>
            <a:ext cx="5185066"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02" y="1641475"/>
            <a:ext cx="5187184"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GB" altLang="zh-CN">
              <a:solidFill>
                <a:srgbClr val="000000"/>
              </a:solidFil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5" y="5589701"/>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1" y="782638"/>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201" y="6207126"/>
            <a:ext cx="2613253"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TECHNOLOGIES CO., LTD.</a:t>
            </a:r>
            <a:endParaRPr lang="en-US" altLang="zh-CN" sz="2200">
              <a:solidFill>
                <a:srgbClr val="000000"/>
              </a:solidFill>
              <a:latin typeface="Arial" pitchFamily="34" charset="0"/>
              <a:ea typeface="MS PGothic" pitchFamily="34" charset="-128"/>
            </a:endParaRPr>
          </a:p>
        </p:txBody>
      </p:sp>
      <p:sp>
        <p:nvSpPr>
          <p:cNvPr id="7" name="Text Box 22"/>
          <p:cNvSpPr txBox="1">
            <a:spLocks noChangeArrowheads="1"/>
          </p:cNvSpPr>
          <p:nvPr/>
        </p:nvSpPr>
        <p:spPr bwMode="auto">
          <a:xfrm>
            <a:off x="9635631" y="4094163"/>
            <a:ext cx="1285967"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a:solidFill>
                  <a:srgbClr val="FFFFFF"/>
                </a:solidFill>
                <a:latin typeface="Calibri" pitchFamily="34" charset="0"/>
                <a:ea typeface="MS PGothic" pitchFamily="34" charset="-128"/>
              </a:rPr>
              <a:t>www.huawei.com</a:t>
            </a:r>
          </a:p>
        </p:txBody>
      </p:sp>
      <p:sp>
        <p:nvSpPr>
          <p:cNvPr id="8" name="Rectangle 23"/>
          <p:cNvSpPr>
            <a:spLocks noChangeArrowheads="1"/>
          </p:cNvSpPr>
          <p:nvPr/>
        </p:nvSpPr>
        <p:spPr bwMode="auto">
          <a:xfrm>
            <a:off x="5314389" y="6207126"/>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731" y="247650"/>
            <a:ext cx="1276477" cy="296314"/>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400" b="1">
                <a:solidFill>
                  <a:srgbClr val="666666"/>
                </a:solidFill>
                <a:latin typeface="Calibri" pitchFamily="34" charset="0"/>
                <a:ea typeface="MS PGothic" pitchFamily="34" charset="-128"/>
              </a:rPr>
              <a:t>Security Level:</a:t>
            </a:r>
            <a:r>
              <a:rPr lang="zh-CN" altLang="en-US" sz="1400" b="1">
                <a:solidFill>
                  <a:srgbClr val="666666"/>
                </a:solidFill>
                <a:latin typeface="Calibri" pitchFamily="34" charset="0"/>
                <a:ea typeface="MS PGothic" pitchFamily="34" charset="-128"/>
              </a:rPr>
              <a:t> </a:t>
            </a:r>
          </a:p>
        </p:txBody>
      </p:sp>
      <p:sp>
        <p:nvSpPr>
          <p:cNvPr id="10" name="Text Box 66"/>
          <p:cNvSpPr txBox="1">
            <a:spLocks noChangeArrowheads="1"/>
          </p:cNvSpPr>
          <p:nvPr/>
        </p:nvSpPr>
        <p:spPr bwMode="auto">
          <a:xfrm>
            <a:off x="-2625350" y="1322388"/>
            <a:ext cx="2625350" cy="3752850"/>
          </a:xfrm>
          <a:prstGeom prst="rect">
            <a:avLst/>
          </a:prstGeom>
          <a:noFill/>
          <a:ln w="9525" algn="ctr">
            <a:noFill/>
            <a:miter lim="800000"/>
            <a:headEnd/>
            <a:tailEnd/>
          </a:ln>
          <a:effectLst/>
        </p:spPr>
        <p:txBody>
          <a:bodyPr lIns="80139" tIns="40069" rIns="80139" bIns="40069">
            <a:spAutoFit/>
          </a:bodyPr>
          <a:lstStyle/>
          <a:p>
            <a:pPr algn="r" defTabSz="801688" eaLnBrk="0" hangingPunct="0">
              <a:lnSpc>
                <a:spcPct val="125000"/>
              </a:lnSpc>
              <a:defRPr/>
            </a:pPr>
            <a:r>
              <a:rPr lang="zh-CN" altLang="en-US" sz="1100">
                <a:solidFill>
                  <a:srgbClr val="FFFFFF"/>
                </a:solidFill>
                <a:latin typeface="Arial" pitchFamily="34" charset="0"/>
                <a:ea typeface="宋体" charset="-122"/>
              </a:rPr>
              <a:t>英文标题</a:t>
            </a:r>
            <a:r>
              <a:rPr lang="en-US" altLang="zh-CN" sz="1100">
                <a:solidFill>
                  <a:srgbClr val="FFFFFF"/>
                </a:solidFill>
                <a:latin typeface="Arial" pitchFamily="34" charset="0"/>
                <a:ea typeface="宋体" charset="-122"/>
              </a:rPr>
              <a:t>:40-47pt  </a:t>
            </a:r>
          </a:p>
          <a:p>
            <a:pPr algn="r" defTabSz="801688" eaLnBrk="0" hangingPunct="0">
              <a:lnSpc>
                <a:spcPct val="125000"/>
              </a:lnSpc>
              <a:defRPr/>
            </a:pP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:26-30pt</a:t>
            </a: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内部使用字体 </a:t>
            </a:r>
            <a:r>
              <a:rPr lang="en-US" altLang="zh-CN" sz="1100">
                <a:solidFill>
                  <a:srgbClr val="FFFFFF"/>
                </a:solidFill>
                <a:latin typeface="Arial" pitchFamily="34" charset="0"/>
                <a:ea typeface="宋体" charset="-122"/>
              </a:rPr>
              <a:t>:</a:t>
            </a:r>
          </a:p>
          <a:p>
            <a:pPr algn="r" defTabSz="801688" eaLnBrk="0" hangingPunct="0">
              <a:lnSpc>
                <a:spcPct val="125000"/>
              </a:lnSpc>
              <a:defRPr/>
            </a:pPr>
            <a:r>
              <a:rPr lang="en-US" altLang="zh-CN" sz="1100">
                <a:solidFill>
                  <a:srgbClr val="FFFFFF"/>
                </a:solidFill>
                <a:latin typeface="Arial" pitchFamily="34" charset="0"/>
                <a:ea typeface="宋体" charset="-122"/>
              </a:rPr>
              <a:t>FrutigerNext LT Medium</a:t>
            </a:r>
          </a:p>
          <a:p>
            <a:pPr algn="r" defTabSz="801688" eaLnBrk="0" hangingPunct="0">
              <a:lnSpc>
                <a:spcPct val="125000"/>
              </a:lnSpc>
              <a:defRPr/>
            </a:pPr>
            <a:r>
              <a:rPr lang="zh-CN" altLang="en-US" sz="1100">
                <a:solidFill>
                  <a:srgbClr val="FFFFFF"/>
                </a:solidFill>
                <a:latin typeface="Arial" pitchFamily="34" charset="0"/>
                <a:ea typeface="宋体" charset="-122"/>
              </a:rPr>
              <a:t>外部使用字体 </a:t>
            </a:r>
            <a:r>
              <a:rPr lang="en-US" altLang="zh-CN" sz="1100">
                <a:solidFill>
                  <a:srgbClr val="FFFFFF"/>
                </a:solidFill>
                <a:latin typeface="Arial" pitchFamily="34" charset="0"/>
                <a:ea typeface="宋体" charset="-122"/>
              </a:rPr>
              <a:t>: Arial</a:t>
            </a: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中文标题</a:t>
            </a:r>
            <a:r>
              <a:rPr lang="en-US" altLang="zh-CN" sz="1100">
                <a:solidFill>
                  <a:srgbClr val="FFFFFF"/>
                </a:solidFill>
                <a:latin typeface="Arial" pitchFamily="34" charset="0"/>
                <a:ea typeface="宋体" charset="-122"/>
              </a:rPr>
              <a:t>:35-47pt</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黑体</a:t>
            </a:r>
          </a:p>
          <a:p>
            <a:pPr algn="r" defTabSz="801688" eaLnBrk="0" hangingPunct="0">
              <a:lnSpc>
                <a:spcPct val="125000"/>
              </a:lnSpc>
              <a:defRPr/>
            </a:pPr>
            <a:r>
              <a:rPr lang="en-US" altLang="zh-CN" sz="1100">
                <a:solidFill>
                  <a:srgbClr val="FFFFFF"/>
                </a:solidFill>
                <a:latin typeface="Arial" pitchFamily="34" charset="0"/>
                <a:ea typeface="宋体" charset="-122"/>
              </a:rPr>
              <a:t>  </a:t>
            </a:r>
            <a:r>
              <a:rPr lang="zh-CN" altLang="en-US" sz="1100">
                <a:solidFill>
                  <a:srgbClr val="FFFFFF"/>
                </a:solidFill>
                <a:latin typeface="Arial" pitchFamily="34" charset="0"/>
                <a:ea typeface="宋体" charset="-122"/>
              </a:rPr>
              <a:t>副标题</a:t>
            </a:r>
            <a:r>
              <a:rPr lang="en-US" altLang="zh-CN" sz="1100">
                <a:solidFill>
                  <a:srgbClr val="FFFFFF"/>
                </a:solidFill>
                <a:latin typeface="Arial" pitchFamily="34" charset="0"/>
                <a:ea typeface="宋体" charset="-122"/>
              </a:rPr>
              <a:t>:24-28pt</a:t>
            </a:r>
            <a:endParaRPr lang="zh-CN" altLang="en-US" sz="1100">
              <a:solidFill>
                <a:srgbClr val="FFFFFF"/>
              </a:solidFill>
              <a:latin typeface="Arial" pitchFamily="34" charset="0"/>
              <a:ea typeface="宋体" charset="-122"/>
            </a:endParaRPr>
          </a:p>
          <a:p>
            <a:pPr algn="r" defTabSz="801688" eaLnBrk="0" hangingPunct="0">
              <a:lnSpc>
                <a:spcPct val="125000"/>
              </a:lnSpc>
              <a:defRPr/>
            </a:pPr>
            <a:r>
              <a:rPr lang="zh-CN" altLang="en-US" sz="1100">
                <a:solidFill>
                  <a:srgbClr val="FFFFFF"/>
                </a:solidFill>
                <a:latin typeface="Arial" pitchFamily="34" charset="0"/>
                <a:ea typeface="宋体" charset="-122"/>
              </a:rPr>
              <a:t>字体颜色</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反白</a:t>
            </a:r>
          </a:p>
          <a:p>
            <a:pPr algn="r" defTabSz="801688" eaLnBrk="0" hangingPunct="0">
              <a:lnSpc>
                <a:spcPct val="125000"/>
              </a:lnSpc>
              <a:defRPr/>
            </a:pPr>
            <a:r>
              <a:rPr lang="zh-CN" altLang="en-US" sz="1100">
                <a:solidFill>
                  <a:srgbClr val="FFFFFF"/>
                </a:solidFill>
                <a:latin typeface="Arial" pitchFamily="34" charset="0"/>
                <a:ea typeface="宋体" charset="-122"/>
              </a:rPr>
              <a:t>字体</a:t>
            </a:r>
            <a:r>
              <a:rPr lang="en-US" altLang="zh-CN" sz="1100">
                <a:solidFill>
                  <a:srgbClr val="FFFFFF"/>
                </a:solidFill>
                <a:latin typeface="Arial" pitchFamily="34" charset="0"/>
                <a:ea typeface="宋体" charset="-122"/>
              </a:rPr>
              <a:t>:</a:t>
            </a:r>
            <a:r>
              <a:rPr lang="zh-CN" altLang="en-US" sz="1100">
                <a:solidFill>
                  <a:srgbClr val="FFFFFF"/>
                </a:solidFill>
                <a:latin typeface="Arial" pitchFamily="34" charset="0"/>
                <a:ea typeface="宋体" charset="-122"/>
              </a:rPr>
              <a:t>细黑体</a:t>
            </a: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defRPr/>
            </a:pPr>
            <a:endParaRPr lang="zh-CN" altLang="en-US" sz="1100">
              <a:solidFill>
                <a:srgbClr val="FFFFFF"/>
              </a:solidFill>
              <a:latin typeface="Arial" pitchFamily="34" charset="0"/>
              <a:ea typeface="宋体" charset="-122"/>
            </a:endParaRPr>
          </a:p>
          <a:p>
            <a:pPr algn="r" defTabSz="801688" eaLnBrk="0" hangingPunct="0">
              <a:lnSpc>
                <a:spcPct val="125000"/>
              </a:lnSpc>
              <a:spcBef>
                <a:spcPct val="50000"/>
              </a:spcBef>
              <a:defRPr/>
            </a:pPr>
            <a:endParaRPr lang="zh-CN" altLang="en-US" sz="1100">
              <a:solidFill>
                <a:srgbClr val="000000"/>
              </a:solidFill>
              <a:latin typeface="Arial" pitchFamily="34" charset="0"/>
              <a:ea typeface="宋体" charset="-122"/>
            </a:endParaRPr>
          </a:p>
        </p:txBody>
      </p:sp>
      <p:sp>
        <p:nvSpPr>
          <p:cNvPr id="44047" name="Rectangle 15"/>
          <p:cNvSpPr>
            <a:spLocks noGrp="1" noChangeArrowheads="1"/>
          </p:cNvSpPr>
          <p:nvPr>
            <p:ph type="ctrTitle" sz="quarter"/>
          </p:nvPr>
        </p:nvSpPr>
        <p:spPr>
          <a:xfrm>
            <a:off x="849007" y="1392316"/>
            <a:ext cx="7073624" cy="1666875"/>
          </a:xfrm>
        </p:spPr>
        <p:txBody>
          <a:bodyPr/>
          <a:lstStyle>
            <a:lvl1pPr>
              <a:defRPr sz="43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3024"/>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5" y="282650"/>
            <a:ext cx="2845541" cy="474663"/>
          </a:xfrm>
          <a:prstGeom prst="rect">
            <a:avLst/>
          </a:prstGeom>
        </p:spPr>
        <p:txBody>
          <a:bodyPr lIns="80139" tIns="40069" rIns="80139" bIns="40069"/>
          <a:lstStyle>
            <a:lvl1pPr>
              <a:lnSpc>
                <a:spcPct val="100000"/>
              </a:lnSpc>
              <a:defRPr smtClean="0">
                <a:latin typeface="FrutigerNext LT Regular" pitchFamily="34" charset="0"/>
              </a:defRPr>
            </a:lvl1pPr>
          </a:lstStyle>
          <a:p>
            <a:pPr>
              <a:defRPr/>
            </a:pPr>
            <a:endParaRPr lang="en-US" altLang="zh-CN">
              <a:solidFill>
                <a:srgbClr val="000000"/>
              </a:solidFill>
              <a:ea typeface="宋体" charset="-122"/>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206"/>
          <p:cNvSpPr txBox="1">
            <a:spLocks noChangeArrowheads="1"/>
          </p:cNvSpPr>
          <p:nvPr userDrawn="1"/>
        </p:nvSpPr>
        <p:spPr bwMode="auto">
          <a:xfrm>
            <a:off x="8017937" y="6381750"/>
            <a:ext cx="2847658" cy="476250"/>
          </a:xfrm>
          <a:prstGeom prst="rect">
            <a:avLst/>
          </a:prstGeom>
          <a:noFill/>
          <a:ln w="9525">
            <a:noFill/>
            <a:miter lim="800000"/>
            <a:headEnd/>
            <a:tailEnd/>
          </a:ln>
          <a:effectLst/>
        </p:spPr>
        <p:txBody>
          <a:bodyPr/>
          <a:lstStyle>
            <a:lvl1pPr algn="r">
              <a:defRPr sz="1200"/>
            </a:lvl1pPr>
          </a:lstStyle>
          <a:p>
            <a:pPr>
              <a:defRPr/>
            </a:pPr>
            <a:r>
              <a:rPr lang="en-US" altLang="zh-CN">
                <a:solidFill>
                  <a:srgbClr val="000000"/>
                </a:solidFill>
                <a:latin typeface="Calibri" pitchFamily="34" charset="0"/>
                <a:ea typeface="宋体" pitchFamily="2" charset="-122"/>
              </a:rPr>
              <a:t>Page </a:t>
            </a:r>
            <a:fld id="{9F903D0E-C55F-47E3-932C-C929E55184D9}" type="slidenum">
              <a:rPr lang="en-US" altLang="zh-CN" smtClean="0">
                <a:solidFill>
                  <a:srgbClr val="000000"/>
                </a:solidFill>
                <a:latin typeface="Calibri" pitchFamily="34" charset="0"/>
                <a:ea typeface="宋体" pitchFamily="2" charset="-122"/>
              </a:rPr>
              <a:pPr>
                <a:defRPr/>
              </a:pPr>
              <a:t>‹#›</a:t>
            </a:fld>
            <a:endParaRPr lang="en-US" altLang="zh-CN" dirty="0">
              <a:solidFill>
                <a:srgbClr val="000000"/>
              </a:solidFill>
              <a:latin typeface="Calibri" pitchFamily="34" charset="0"/>
              <a:ea typeface="宋体" pitchFamily="2" charset="-122"/>
            </a:endParaRPr>
          </a:p>
        </p:txBody>
      </p:sp>
      <p:pic>
        <p:nvPicPr>
          <p:cNvPr id="6" name="Picture 79" descr="dd"/>
          <p:cNvPicPr>
            <a:picLocks noChangeAspect="1" noChangeArrowheads="1"/>
          </p:cNvPicPr>
          <p:nvPr userDrawn="1"/>
        </p:nvPicPr>
        <p:blipFill>
          <a:blip r:embed="rId2" cstate="print"/>
          <a:srcRect/>
          <a:stretch>
            <a:fillRect/>
          </a:stretch>
        </p:blipFill>
        <p:spPr bwMode="auto">
          <a:xfrm>
            <a:off x="3" y="6224627"/>
            <a:ext cx="12203644" cy="636587"/>
          </a:xfrm>
          <a:prstGeom prst="rect">
            <a:avLst/>
          </a:prstGeom>
          <a:noFill/>
          <a:ln w="9525">
            <a:noFill/>
            <a:miter lim="800000"/>
            <a:headEnd/>
            <a:tailEnd/>
          </a:ln>
        </p:spPr>
      </p:pic>
      <p:sp>
        <p:nvSpPr>
          <p:cNvPr id="7" name="Text Box 8"/>
          <p:cNvSpPr txBox="1">
            <a:spLocks noChangeArrowheads="1"/>
          </p:cNvSpPr>
          <p:nvPr userDrawn="1"/>
        </p:nvSpPr>
        <p:spPr bwMode="auto">
          <a:xfrm>
            <a:off x="870201" y="6438975"/>
            <a:ext cx="2613253"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34" charset="0"/>
                <a:ea typeface="MS PGothic" pitchFamily="34" charset="-128"/>
              </a:rPr>
              <a:t>HUAWEI TECHNOLOGIES CO., LTD.</a:t>
            </a:r>
            <a:endParaRPr lang="en-US" altLang="zh-CN" sz="2200">
              <a:solidFill>
                <a:srgbClr val="000000"/>
              </a:solidFill>
              <a:latin typeface="Calibri" pitchFamily="34" charset="0"/>
              <a:ea typeface="MS PGothic" pitchFamily="34" charset="-128"/>
            </a:endParaRPr>
          </a:p>
        </p:txBody>
      </p:sp>
      <p:pic>
        <p:nvPicPr>
          <p:cNvPr id="8" name="Picture 9" descr="8"/>
          <p:cNvPicPr>
            <a:picLocks noChangeAspect="1" noChangeArrowheads="1"/>
          </p:cNvPicPr>
          <p:nvPr userDrawn="1"/>
        </p:nvPicPr>
        <p:blipFill>
          <a:blip r:embed="rId3" cstate="print"/>
          <a:srcRect/>
          <a:stretch>
            <a:fillRect/>
          </a:stretch>
        </p:blipFill>
        <p:spPr bwMode="auto">
          <a:xfrm>
            <a:off x="10014445" y="6399326"/>
            <a:ext cx="1748822" cy="312737"/>
          </a:xfrm>
          <a:prstGeom prst="rect">
            <a:avLst/>
          </a:prstGeom>
          <a:noFill/>
          <a:ln w="9525">
            <a:noFill/>
            <a:miter lim="800000"/>
            <a:headEnd/>
            <a:tailEnd/>
          </a:ln>
        </p:spPr>
      </p:pic>
      <p:sp>
        <p:nvSpPr>
          <p:cNvPr id="9" name="Rectangle 21"/>
          <p:cNvSpPr>
            <a:spLocks noChangeArrowheads="1"/>
          </p:cNvSpPr>
          <p:nvPr userDrawn="1"/>
        </p:nvSpPr>
        <p:spPr bwMode="auto">
          <a:xfrm>
            <a:off x="5191597" y="6438975"/>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dirty="0" err="1">
                <a:solidFill>
                  <a:srgbClr val="000000"/>
                </a:solidFill>
                <a:latin typeface="FrutigerNext LT Bold" pitchFamily="-92" charset="0"/>
                <a:ea typeface="MS PGothic" pitchFamily="34" charset="-128"/>
              </a:rPr>
              <a:t>Huawei</a:t>
            </a:r>
            <a:r>
              <a:rPr lang="en-US" altLang="zh-CN" sz="1200" dirty="0">
                <a:solidFill>
                  <a:srgbClr val="000000"/>
                </a:solidFill>
                <a:latin typeface="FrutigerNext LT Bold" pitchFamily="-92" charset="0"/>
                <a:ea typeface="MS PGothic" pitchFamily="34" charset="-128"/>
              </a:rPr>
              <a:t> Confidential </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960"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32439" y="1351037"/>
            <a:ext cx="5614862" cy="4633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028" y="430114"/>
            <a:ext cx="10575784" cy="54057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xfrm>
            <a:off x="8483619" y="6489730"/>
            <a:ext cx="2797175" cy="455613"/>
          </a:xfrm>
          <a:prstGeom prst="rect">
            <a:avLst/>
          </a:prstGeom>
        </p:spPr>
        <p:txBody>
          <a:bodyPr vert="horz" wrap="square" lIns="91440" tIns="45720" rIns="91440" bIns="45720" numCol="1" anchor="t" anchorCtr="0" compatLnSpc="1">
            <a:prstTxWarp prst="textNoShape">
              <a:avLst/>
            </a:prstTxWarp>
          </a:bodyPr>
          <a:lstStyle>
            <a:lvl1pPr eaLnBrk="1" hangingPunct="1">
              <a:buClr>
                <a:srgbClr val="CC9900"/>
              </a:buClr>
              <a:buFont typeface="Wingdings" pitchFamily="2" charset="2"/>
              <a:buChar char="n"/>
              <a:defRPr>
                <a:solidFill>
                  <a:srgbClr val="000000"/>
                </a:solidFill>
                <a:latin typeface="Arial" pitchFamily="34" charset="0"/>
                <a:ea typeface="宋体" pitchFamily="2" charset="-122"/>
                <a:cs typeface="Arial" pitchFamily="34" charset="0"/>
              </a:defRPr>
            </a:lvl1pPr>
          </a:lstStyle>
          <a:p>
            <a:pPr>
              <a:defRPr/>
            </a:pPr>
            <a:endParaRPr lang="en-GB" altLang="zh-CN" b="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1" descr="内页元素3-1"/>
          <p:cNvPicPr>
            <a:picLocks noChangeAspect="1" noChangeArrowheads="1"/>
          </p:cNvPicPr>
          <p:nvPr userDrawn="1"/>
        </p:nvPicPr>
        <p:blipFill>
          <a:blip r:embed="rId2" cstate="print"/>
          <a:srcRect/>
          <a:stretch>
            <a:fillRect/>
          </a:stretch>
        </p:blipFill>
        <p:spPr bwMode="auto">
          <a:xfrm>
            <a:off x="1" y="7"/>
            <a:ext cx="12193587" cy="6492875"/>
          </a:xfrm>
          <a:prstGeom prst="rect">
            <a:avLst/>
          </a:prstGeom>
          <a:noFill/>
          <a:ln w="9525">
            <a:noFill/>
            <a:miter lim="800000"/>
            <a:headEnd/>
            <a:tailEnd/>
          </a:ln>
        </p:spPr>
      </p:pic>
      <p:grpSp>
        <p:nvGrpSpPr>
          <p:cNvPr id="2" name="组合 72"/>
          <p:cNvGrpSpPr>
            <a:grpSpLocks/>
          </p:cNvGrpSpPr>
          <p:nvPr userDrawn="1"/>
        </p:nvGrpSpPr>
        <p:grpSpPr bwMode="auto">
          <a:xfrm>
            <a:off x="8014" y="7938"/>
            <a:ext cx="12193587" cy="6858000"/>
            <a:chOff x="1" y="1"/>
            <a:chExt cx="7681" cy="4320"/>
          </a:xfrm>
        </p:grpSpPr>
        <p:pic>
          <p:nvPicPr>
            <p:cNvPr id="6" name="图片 73"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74"/>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8" name="文本框 76"/>
          <p:cNvSpPr txBox="1">
            <a:spLocks noChangeArrowheads="1"/>
          </p:cNvSpPr>
          <p:nvPr userDrawn="1"/>
        </p:nvSpPr>
        <p:spPr bwMode="auto">
          <a:xfrm>
            <a:off x="811289" y="6199307"/>
            <a:ext cx="3044103" cy="30777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400" b="0">
                <a:solidFill>
                  <a:srgbClr val="000000"/>
                </a:solidFill>
                <a:latin typeface="FrutigerNext LT Bold" pitchFamily="1" charset="0"/>
                <a:ea typeface="ＭＳ Ｐゴシック" pitchFamily="34" charset="-128"/>
              </a:rPr>
              <a:t>HUAWEI TECHNOLOGIES CO., LTD.</a:t>
            </a:r>
          </a:p>
        </p:txBody>
      </p:sp>
      <p:pic>
        <p:nvPicPr>
          <p:cNvPr id="9" name="图片 77" descr="Logo"/>
          <p:cNvPicPr>
            <a:picLocks noChangeAspect="1" noChangeArrowheads="1"/>
          </p:cNvPicPr>
          <p:nvPr userDrawn="1"/>
        </p:nvPicPr>
        <p:blipFill>
          <a:blip r:embed="rId4" cstate="print"/>
          <a:srcRect/>
          <a:stretch>
            <a:fillRect/>
          </a:stretch>
        </p:blipFill>
        <p:spPr bwMode="auto">
          <a:xfrm>
            <a:off x="10522027" y="5691188"/>
            <a:ext cx="706439" cy="704850"/>
          </a:xfrm>
          <a:prstGeom prst="rect">
            <a:avLst/>
          </a:prstGeom>
          <a:noFill/>
          <a:ln w="9525">
            <a:noFill/>
            <a:miter lim="800000"/>
            <a:headEnd/>
            <a:tailEnd/>
          </a:ln>
        </p:spPr>
      </p:pic>
      <p:sp>
        <p:nvSpPr>
          <p:cNvPr id="10" name="矩形 14"/>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5"/>
          <p:cNvSpPr>
            <a:spLocks noChangeArrowheads="1"/>
          </p:cNvSpPr>
          <p:nvPr userDrawn="1"/>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21"/>
          <p:cNvGrpSpPr>
            <a:grpSpLocks/>
          </p:cNvGrpSpPr>
          <p:nvPr userDrawn="1"/>
        </p:nvGrpSpPr>
        <p:grpSpPr bwMode="auto">
          <a:xfrm>
            <a:off x="12472987" y="6204070"/>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7" name="组合 31"/>
          <p:cNvGrpSpPr>
            <a:grpSpLocks/>
          </p:cNvGrpSpPr>
          <p:nvPr userDrawn="1"/>
        </p:nvGrpSpPr>
        <p:grpSpPr bwMode="auto">
          <a:xfrm>
            <a:off x="12472987" y="5527795"/>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2"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2"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7" name="组合 51"/>
          <p:cNvGrpSpPr>
            <a:grpSpLocks/>
          </p:cNvGrpSpPr>
          <p:nvPr userDrawn="1"/>
        </p:nvGrpSpPr>
        <p:grpSpPr bwMode="auto">
          <a:xfrm>
            <a:off x="12472987" y="4600695"/>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1508364" name="矩形 12"/>
          <p:cNvSpPr>
            <a:spLocks noGrp="1" noChangeArrowheads="1"/>
          </p:cNvSpPr>
          <p:nvPr>
            <p:ph type="ctrTitle"/>
          </p:nvPr>
        </p:nvSpPr>
        <p:spPr>
          <a:xfrm>
            <a:off x="896945" y="2130545"/>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1508365" name="矩形 13"/>
          <p:cNvSpPr>
            <a:spLocks noGrp="1" noChangeArrowheads="1"/>
          </p:cNvSpPr>
          <p:nvPr>
            <p:ph type="subTitle" idx="1"/>
          </p:nvPr>
        </p:nvSpPr>
        <p:spPr>
          <a:xfrm>
            <a:off x="896943"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91" y="4407020"/>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91"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4"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4"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7"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7"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7"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7"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6" y="273057"/>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1"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1"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1"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3" y="274644"/>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781053" y="274638"/>
            <a:ext cx="10975975" cy="1143000"/>
          </a:xfrm>
        </p:spPr>
        <p:txBody>
          <a:bodyPr/>
          <a:lstStyle/>
          <a:p>
            <a:r>
              <a:rPr lang="zh-CN" altLang="en-US"/>
              <a:t>单击此处编辑母版标题样式</a:t>
            </a:r>
          </a:p>
        </p:txBody>
      </p:sp>
      <p:sp>
        <p:nvSpPr>
          <p:cNvPr id="3" name="图表占位符 2"/>
          <p:cNvSpPr>
            <a:spLocks noGrp="1"/>
          </p:cNvSpPr>
          <p:nvPr>
            <p:ph type="chart" idx="1"/>
          </p:nvPr>
        </p:nvSpPr>
        <p:spPr>
          <a:xfrm>
            <a:off x="781053"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81053" y="274638"/>
            <a:ext cx="10975975" cy="1143000"/>
          </a:xfrm>
        </p:spPr>
        <p:txBody>
          <a:bodyPr/>
          <a:lstStyle/>
          <a:p>
            <a:r>
              <a:rPr lang="zh-CN" altLang="en-US"/>
              <a:t>单击此处编辑母版标题样式</a:t>
            </a:r>
          </a:p>
        </p:txBody>
      </p:sp>
      <p:sp>
        <p:nvSpPr>
          <p:cNvPr id="3" name="表格占位符 2"/>
          <p:cNvSpPr>
            <a:spLocks noGrp="1"/>
          </p:cNvSpPr>
          <p:nvPr>
            <p:ph type="tbl" idx="1"/>
          </p:nvPr>
        </p:nvSpPr>
        <p:spPr>
          <a:xfrm>
            <a:off x="781053"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283"/>
            <a:ext cx="10179584" cy="741564"/>
          </a:xfrm>
          <a:prstGeom prst="rect">
            <a:avLst/>
          </a:prstGeom>
        </p:spPr>
        <p:txBody>
          <a:bodyPr lIns="121935" tIns="60968" rIns="121935" bIns="60968"/>
          <a:lstStyle>
            <a:lvl1pPr>
              <a:defRPr sz="3700"/>
            </a:lvl1pPr>
          </a:lstStyle>
          <a:p>
            <a:r>
              <a:rPr lang="en-US" dirty="0"/>
              <a:t>Click to edit Master title style</a:t>
            </a:r>
          </a:p>
        </p:txBody>
      </p:sp>
      <p:sp>
        <p:nvSpPr>
          <p:cNvPr id="4" name="Content Placeholder 3"/>
          <p:cNvSpPr>
            <a:spLocks noGrp="1"/>
          </p:cNvSpPr>
          <p:nvPr>
            <p:ph sz="quarter" idx="10"/>
          </p:nvPr>
        </p:nvSpPr>
        <p:spPr>
          <a:xfrm>
            <a:off x="1019050" y="1261731"/>
            <a:ext cx="10157076" cy="4951397"/>
          </a:xfrm>
          <a:prstGeom prst="rect">
            <a:avLst/>
          </a:prstGeom>
        </p:spPr>
        <p:txBody>
          <a:bodyPr/>
          <a:lstStyle>
            <a:lvl1pPr>
              <a:defRPr sz="2700">
                <a:solidFill>
                  <a:schemeClr val="tx1"/>
                </a:solidFill>
                <a:latin typeface="+mn-ea"/>
                <a:ea typeface="+mn-ea"/>
              </a:defRPr>
            </a:lvl1pPr>
            <a:lvl2pPr>
              <a:defRPr sz="2400">
                <a:solidFill>
                  <a:schemeClr val="tx1"/>
                </a:solidFill>
                <a:latin typeface="+mn-ea"/>
                <a:ea typeface="+mn-ea"/>
              </a:defRPr>
            </a:lvl2pPr>
            <a:lvl3pPr>
              <a:defRPr sz="1900">
                <a:solidFill>
                  <a:schemeClr val="tx1"/>
                </a:solidFill>
                <a:latin typeface="+mn-ea"/>
                <a:ea typeface="+mn-ea"/>
              </a:defRPr>
            </a:lvl3pPr>
            <a:lvl4pPr>
              <a:defRPr sz="1600">
                <a:solidFill>
                  <a:schemeClr val="tx1"/>
                </a:solidFill>
                <a:latin typeface="+mn-ea"/>
                <a:ea typeface="+mn-ea"/>
              </a:defRPr>
            </a:lvl4pPr>
            <a:lvl5pPr>
              <a:defRPr sz="1500">
                <a:solidFill>
                  <a:schemeClr val="tx1"/>
                </a:solidFill>
                <a:latin typeface="+mn-ea"/>
                <a:ea typeface="+mn-e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07796" y="368300"/>
            <a:ext cx="10179584" cy="747184"/>
          </a:xfrm>
          <a:prstGeom prst="rect">
            <a:avLst/>
          </a:prstGeom>
        </p:spPr>
        <p:txBody>
          <a:bodyPr lIns="121935" tIns="60968" rIns="121935" bIns="60968"/>
          <a:lstStyle>
            <a:lvl1pPr>
              <a:defRPr sz="3700"/>
            </a:lvl1pPr>
          </a:lstStyle>
          <a:p>
            <a:r>
              <a:rPr lang="zh-CN" altLang="en-US"/>
              <a:t>单击此处编辑母版标题样式</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4" name="Title 3"/>
          <p:cNvSpPr>
            <a:spLocks noGrp="1"/>
          </p:cNvSpPr>
          <p:nvPr>
            <p:ph type="title"/>
          </p:nvPr>
        </p:nvSpPr>
        <p:spPr>
          <a:xfrm>
            <a:off x="1007800" y="2262726"/>
            <a:ext cx="7585992" cy="781049"/>
          </a:xfrm>
          <a:prstGeom prst="rect">
            <a:avLst/>
          </a:prstGeom>
        </p:spPr>
        <p:txBody>
          <a:bodyPr lIns="121935" tIns="60968" rIns="121935" bIns="60968"/>
          <a:lstStyle/>
          <a:p>
            <a:r>
              <a:rPr lang="en-US"/>
              <a:t>Click to edit Master title style</a:t>
            </a: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369033"/>
            <a:ext cx="10179584" cy="745784"/>
          </a:xfrm>
          <a:prstGeom prst="rect">
            <a:avLst/>
          </a:prstGeom>
        </p:spPr>
        <p:txBody>
          <a:bodyPr lIns="91427" tIns="45714" rIns="91427" bIns="45714"/>
          <a:lstStyle/>
          <a:p>
            <a:r>
              <a:rPr lang="en-US"/>
              <a:t>Click to edit Master title style</a:t>
            </a:r>
          </a:p>
        </p:txBody>
      </p:sp>
      <p:sp>
        <p:nvSpPr>
          <p:cNvPr id="4" name="Content Placeholder 3"/>
          <p:cNvSpPr>
            <a:spLocks noGrp="1"/>
          </p:cNvSpPr>
          <p:nvPr>
            <p:ph sz="quarter" idx="10"/>
          </p:nvPr>
        </p:nvSpPr>
        <p:spPr>
          <a:xfrm>
            <a:off x="1007796" y="1253905"/>
            <a:ext cx="10168330" cy="49093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40195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10" name="矩形 14"/>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英文标题</a:t>
            </a:r>
            <a:r>
              <a:rPr lang="en-US" altLang="zh-CN" sz="1200" dirty="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Medium</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中文标题</a:t>
            </a:r>
            <a:r>
              <a:rPr lang="en-US" altLang="zh-CN" sz="1200" dirty="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英文正文</a:t>
            </a:r>
            <a:r>
              <a:rPr lang="en-US" altLang="zh-CN" sz="1200" dirty="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 </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Regular</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中文正文</a:t>
            </a:r>
            <a:r>
              <a:rPr lang="en-US" altLang="zh-CN" sz="1200" dirty="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细黑体 </a:t>
            </a:r>
            <a:endParaRPr lang="zh-CN" altLang="en-US" sz="1200" dirty="0">
              <a:solidFill>
                <a:srgbClr val="080808"/>
              </a:solidFill>
              <a:latin typeface="Arial" pitchFamily="34" charset="0"/>
            </a:endParaRPr>
          </a:p>
        </p:txBody>
      </p:sp>
      <p:sp>
        <p:nvSpPr>
          <p:cNvPr id="11" name="矩形 15"/>
          <p:cNvSpPr>
            <a:spLocks noChangeArrowheads="1"/>
          </p:cNvSpPr>
          <p:nvPr userDrawn="1"/>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2"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 name="组合 21"/>
          <p:cNvGrpSpPr>
            <a:grpSpLocks/>
          </p:cNvGrpSpPr>
          <p:nvPr userDrawn="1"/>
        </p:nvGrpSpPr>
        <p:grpSpPr bwMode="auto">
          <a:xfrm>
            <a:off x="12472987" y="6204070"/>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31"/>
          <p:cNvGrpSpPr>
            <a:grpSpLocks/>
          </p:cNvGrpSpPr>
          <p:nvPr userDrawn="1"/>
        </p:nvGrpSpPr>
        <p:grpSpPr bwMode="auto">
          <a:xfrm>
            <a:off x="12472987" y="5527795"/>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51"/>
          <p:cNvGrpSpPr>
            <a:grpSpLocks/>
          </p:cNvGrpSpPr>
          <p:nvPr userDrawn="1"/>
        </p:nvGrpSpPr>
        <p:grpSpPr bwMode="auto">
          <a:xfrm>
            <a:off x="12472987" y="4600695"/>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pic>
        <p:nvPicPr>
          <p:cNvPr id="62"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solidFill>
              <a:srgbClr val="F8F8F8">
                <a:alpha val="0"/>
              </a:srgbClr>
            </a:solidFill>
          </a:ln>
          <a:extLst>
            <a:ext uri="{909E8E84-426E-40DD-AFC4-6F175D3DCCD1}">
              <a14:hiddenFill xmlns:a14="http://schemas.microsoft.com/office/drawing/2010/main">
                <a:solidFill>
                  <a:srgbClr val="FFFFFF"/>
                </a:solidFill>
              </a14:hiddenFill>
            </a:ext>
          </a:extLst>
        </p:spPr>
      </p:pic>
      <p:sp>
        <p:nvSpPr>
          <p:cNvPr id="52" name="矩形 51"/>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extLst>
      <p:ext uri="{BB962C8B-B14F-4D97-AF65-F5344CB8AC3E}">
        <p14:creationId xmlns:p14="http://schemas.microsoft.com/office/powerpoint/2010/main" val="31916678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6301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129892219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65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10" name="矩形 14"/>
          <p:cNvSpPr>
            <a:spLocks noChangeArrowheads="1"/>
          </p:cNvSpPr>
          <p:nvPr userDrawn="1"/>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英文标题</a:t>
            </a:r>
            <a:r>
              <a:rPr lang="en-US" altLang="zh-CN" sz="1200" dirty="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Medium</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中文标题</a:t>
            </a:r>
            <a:r>
              <a:rPr lang="en-US" altLang="zh-CN" sz="1200" dirty="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英文正文</a:t>
            </a:r>
            <a:r>
              <a:rPr lang="en-US" altLang="zh-CN" sz="1200" dirty="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 </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内部使用字体 </a:t>
            </a:r>
            <a:r>
              <a:rPr lang="en-US" altLang="zh-CN" sz="1200" dirty="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dirty="0" err="1">
                <a:solidFill>
                  <a:srgbClr val="F8F8F8"/>
                </a:solidFill>
                <a:latin typeface="FrutigerNext LT Medium" pitchFamily="34" charset="0"/>
              </a:rPr>
              <a:t>FrutigerNext</a:t>
            </a:r>
            <a:r>
              <a:rPr lang="en-US" altLang="zh-CN" sz="1200" dirty="0">
                <a:solidFill>
                  <a:srgbClr val="F8F8F8"/>
                </a:solidFill>
                <a:latin typeface="FrutigerNext LT Medium" pitchFamily="34" charset="0"/>
              </a:rPr>
              <a:t> LT Regular</a:t>
            </a:r>
          </a:p>
          <a:p>
            <a:pPr marL="342900" indent="-342900" algn="r">
              <a:lnSpc>
                <a:spcPct val="125000"/>
              </a:lnSpc>
              <a:spcBef>
                <a:spcPct val="20000"/>
              </a:spcBef>
              <a:buClr>
                <a:srgbClr val="990000"/>
              </a:buClr>
              <a:defRPr/>
            </a:pPr>
            <a:r>
              <a:rPr lang="zh-CN" altLang="en-US" sz="1200" dirty="0">
                <a:solidFill>
                  <a:srgbClr val="F8F8F8"/>
                </a:solidFill>
                <a:latin typeface="FrutigerNext LT Medium" pitchFamily="34" charset="0"/>
              </a:rPr>
              <a:t>外部使用字体 </a:t>
            </a:r>
            <a:r>
              <a:rPr lang="en-US" altLang="zh-CN" sz="1200" dirty="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dirty="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中文正文</a:t>
            </a:r>
            <a:r>
              <a:rPr lang="en-US" altLang="zh-CN" sz="1200" dirty="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子目录</a:t>
            </a:r>
            <a:r>
              <a:rPr lang="en-US" altLang="zh-CN" sz="1200" dirty="0">
                <a:solidFill>
                  <a:srgbClr val="F8F8F8"/>
                </a:solidFill>
                <a:latin typeface="Arial" pitchFamily="34" charset="0"/>
              </a:rPr>
              <a:t>(2-5</a:t>
            </a:r>
            <a:r>
              <a:rPr lang="zh-CN" altLang="en-US" sz="1200" dirty="0">
                <a:solidFill>
                  <a:srgbClr val="F8F8F8"/>
                </a:solidFill>
                <a:latin typeface="Arial" pitchFamily="34" charset="0"/>
              </a:rPr>
              <a:t>级</a:t>
            </a:r>
            <a:r>
              <a:rPr lang="en-US" altLang="zh-CN" sz="1200" dirty="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颜色</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dirty="0">
                <a:solidFill>
                  <a:srgbClr val="F8F8F8"/>
                </a:solidFill>
                <a:latin typeface="Arial" pitchFamily="34" charset="0"/>
              </a:rPr>
              <a:t>字体</a:t>
            </a:r>
            <a:r>
              <a:rPr lang="en-US" altLang="zh-CN" sz="1200" dirty="0">
                <a:solidFill>
                  <a:srgbClr val="F8F8F8"/>
                </a:solidFill>
                <a:latin typeface="Arial" pitchFamily="34" charset="0"/>
              </a:rPr>
              <a:t>:</a:t>
            </a:r>
            <a:r>
              <a:rPr lang="zh-CN" altLang="en-US" sz="1200" dirty="0">
                <a:solidFill>
                  <a:srgbClr val="F8F8F8"/>
                </a:solidFill>
                <a:latin typeface="Arial" pitchFamily="34" charset="0"/>
              </a:rPr>
              <a:t>细黑体 </a:t>
            </a:r>
            <a:endParaRPr lang="zh-CN" altLang="en-US" sz="1200" dirty="0">
              <a:solidFill>
                <a:srgbClr val="080808"/>
              </a:solidFill>
              <a:latin typeface="Arial" pitchFamily="34" charset="0"/>
            </a:endParaRPr>
          </a:p>
        </p:txBody>
      </p:sp>
      <p:sp>
        <p:nvSpPr>
          <p:cNvPr id="11" name="矩形 15"/>
          <p:cNvSpPr>
            <a:spLocks noChangeArrowheads="1"/>
          </p:cNvSpPr>
          <p:nvPr userDrawn="1"/>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2"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 name="组合 21"/>
          <p:cNvGrpSpPr>
            <a:grpSpLocks/>
          </p:cNvGrpSpPr>
          <p:nvPr userDrawn="1"/>
        </p:nvGrpSpPr>
        <p:grpSpPr bwMode="auto">
          <a:xfrm>
            <a:off x="12472987" y="6204070"/>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31"/>
          <p:cNvGrpSpPr>
            <a:grpSpLocks/>
          </p:cNvGrpSpPr>
          <p:nvPr userDrawn="1"/>
        </p:nvGrpSpPr>
        <p:grpSpPr bwMode="auto">
          <a:xfrm>
            <a:off x="12472987" y="5527795"/>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51"/>
          <p:cNvGrpSpPr>
            <a:grpSpLocks/>
          </p:cNvGrpSpPr>
          <p:nvPr userDrawn="1"/>
        </p:nvGrpSpPr>
        <p:grpSpPr bwMode="auto">
          <a:xfrm>
            <a:off x="12472987" y="4600695"/>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dirty="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pic>
        <p:nvPicPr>
          <p:cNvPr id="62"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solidFill>
              <a:srgbClr val="F8F8F8">
                <a:alpha val="0"/>
              </a:srgbClr>
            </a:solidFill>
          </a:ln>
          <a:extLst>
            <a:ext uri="{909E8E84-426E-40DD-AFC4-6F175D3DCCD1}">
              <a14:hiddenFill xmlns:a14="http://schemas.microsoft.com/office/drawing/2010/main">
                <a:solidFill>
                  <a:srgbClr val="FFFFFF"/>
                </a:solidFill>
              </a14:hiddenFill>
            </a:ext>
          </a:extLst>
        </p:spPr>
      </p:pic>
      <p:sp>
        <p:nvSpPr>
          <p:cNvPr id="52" name="矩形 51"/>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759" y="1600205"/>
            <a:ext cx="10975658"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0180" y="188645"/>
            <a:ext cx="10329906" cy="871537"/>
          </a:xfrm>
          <a:prstGeom prst="rect">
            <a:avLst/>
          </a:prstGeom>
        </p:spPr>
        <p:txBody>
          <a:bodyPr/>
          <a:lstStyle>
            <a:lvl1pPr>
              <a:defRPr sz="3200">
                <a:latin typeface="Arial" pitchFamily="34" charset="0"/>
                <a:cs typeface="Arial" pitchFamily="34" charset="0"/>
              </a:defRPr>
            </a:lvl1pPr>
          </a:lstStyle>
          <a:p>
            <a:r>
              <a:rPr lang="zh-CN" altLang="en-US" dirty="0"/>
              <a:t>单击此处编辑母版标题样式</a:t>
            </a:r>
            <a:endParaRPr lang="en-US" dirty="0"/>
          </a:p>
        </p:txBody>
      </p:sp>
      <p:sp>
        <p:nvSpPr>
          <p:cNvPr id="3" name="灯片编号占位符 5"/>
          <p:cNvSpPr>
            <a:spLocks noGrp="1"/>
          </p:cNvSpPr>
          <p:nvPr>
            <p:ph type="sldNum" sz="quarter" idx="10"/>
          </p:nvPr>
        </p:nvSpPr>
        <p:spPr>
          <a:xfrm>
            <a:off x="8143283" y="6381345"/>
            <a:ext cx="1219518" cy="284163"/>
          </a:xfrm>
          <a:prstGeom prst="rect">
            <a:avLst/>
          </a:prstGeom>
        </p:spPr>
        <p:txBody>
          <a:bodyPr/>
          <a:lstStyle>
            <a:lvl1pPr>
              <a:defRPr sz="1400">
                <a:solidFill>
                  <a:srgbClr val="000000"/>
                </a:solidFill>
                <a:latin typeface="Arial"/>
              </a:defRPr>
            </a:lvl1pPr>
          </a:lstStyle>
          <a:p>
            <a:pPr>
              <a:defRPr/>
            </a:pPr>
            <a:r>
              <a:rPr lang="en-US" dirty="0">
                <a:ea typeface="华文细黑"/>
              </a:rPr>
              <a:t>Page </a:t>
            </a:r>
            <a:fld id="{0C8885BF-E458-4803-B4A4-5EAD36141D59}" type="slidenum">
              <a:rPr lang="en-US" smtClean="0">
                <a:ea typeface="华文细黑"/>
              </a:rPr>
              <a:pPr>
                <a:defRPr/>
              </a:pPr>
              <a:t>‹#›</a:t>
            </a:fld>
            <a:endParaRPr lang="zh-CN" altLang="en-US" dirty="0">
              <a:ea typeface="华文细黑"/>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81053" y="274638"/>
            <a:ext cx="10975975"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781054"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a:xfrm>
            <a:off x="7910514" y="6402389"/>
            <a:ext cx="1409700" cy="1101725"/>
          </a:xfrm>
          <a:prstGeom prst="rect">
            <a:avLst/>
          </a:prstGeom>
        </p:spPr>
        <p:txBody>
          <a:bodyPr/>
          <a:lstStyle>
            <a:lvl1pPr>
              <a:defRPr smtClean="0"/>
            </a:lvl1pPr>
          </a:lstStyle>
          <a:p>
            <a:pPr>
              <a:defRPr/>
            </a:pPr>
            <a:endParaRPr lang="en-GB">
              <a:solidFill>
                <a:srgbClr val="000000"/>
              </a:solidFill>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1" descr="内页元素3-1"/>
          <p:cNvPicPr>
            <a:picLocks noChangeAspect="1" noChangeArrowheads="1"/>
          </p:cNvPicPr>
          <p:nvPr userDrawn="1"/>
        </p:nvPicPr>
        <p:blipFill>
          <a:blip r:embed="rId2" cstate="print"/>
          <a:srcRect/>
          <a:stretch>
            <a:fillRect/>
          </a:stretch>
        </p:blipFill>
        <p:spPr bwMode="auto">
          <a:xfrm>
            <a:off x="1" y="7"/>
            <a:ext cx="12193588" cy="6492875"/>
          </a:xfrm>
          <a:prstGeom prst="rect">
            <a:avLst/>
          </a:prstGeom>
          <a:noFill/>
          <a:ln w="9525">
            <a:noFill/>
            <a:miter lim="800000"/>
            <a:headEnd/>
            <a:tailEnd/>
          </a:ln>
        </p:spPr>
      </p:pic>
      <p:grpSp>
        <p:nvGrpSpPr>
          <p:cNvPr id="2" name="组合 72"/>
          <p:cNvGrpSpPr>
            <a:grpSpLocks/>
          </p:cNvGrpSpPr>
          <p:nvPr userDrawn="1"/>
        </p:nvGrpSpPr>
        <p:grpSpPr bwMode="auto">
          <a:xfrm>
            <a:off x="8011" y="7938"/>
            <a:ext cx="12193587" cy="6858000"/>
            <a:chOff x="1" y="1"/>
            <a:chExt cx="7681" cy="4320"/>
          </a:xfrm>
        </p:grpSpPr>
        <p:pic>
          <p:nvPicPr>
            <p:cNvPr id="6" name="图片 73"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74"/>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8" name="文本框 76"/>
          <p:cNvSpPr txBox="1">
            <a:spLocks noChangeArrowheads="1"/>
          </p:cNvSpPr>
          <p:nvPr userDrawn="1"/>
        </p:nvSpPr>
        <p:spPr bwMode="auto">
          <a:xfrm>
            <a:off x="811285" y="6199299"/>
            <a:ext cx="3044103" cy="30777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400" b="0">
                <a:solidFill>
                  <a:srgbClr val="000000"/>
                </a:solidFill>
                <a:latin typeface="FrutigerNext LT Bold" pitchFamily="1" charset="0"/>
                <a:ea typeface="ＭＳ Ｐゴシック" pitchFamily="34" charset="-128"/>
              </a:rPr>
              <a:t>HUAWEI TECHNOLOGIES CO., LTD.</a:t>
            </a:r>
          </a:p>
        </p:txBody>
      </p:sp>
      <p:pic>
        <p:nvPicPr>
          <p:cNvPr id="9" name="图片 77" descr="Logo"/>
          <p:cNvPicPr>
            <a:picLocks noChangeAspect="1" noChangeArrowheads="1"/>
          </p:cNvPicPr>
          <p:nvPr userDrawn="1"/>
        </p:nvPicPr>
        <p:blipFill>
          <a:blip r:embed="rId4" cstate="print"/>
          <a:srcRect/>
          <a:stretch>
            <a:fillRect/>
          </a:stretch>
        </p:blipFill>
        <p:spPr bwMode="auto">
          <a:xfrm>
            <a:off x="10522023" y="5691188"/>
            <a:ext cx="706439" cy="704850"/>
          </a:xfrm>
          <a:prstGeom prst="rect">
            <a:avLst/>
          </a:prstGeom>
          <a:noFill/>
          <a:ln w="9525">
            <a:noFill/>
            <a:miter lim="800000"/>
            <a:headEnd/>
            <a:tailEnd/>
          </a:ln>
        </p:spPr>
      </p:pic>
      <p:sp>
        <p:nvSpPr>
          <p:cNvPr id="10" name="矩形 14"/>
          <p:cNvSpPr>
            <a:spLocks noChangeArrowheads="1"/>
          </p:cNvSpPr>
          <p:nvPr userDrawn="1"/>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5"/>
          <p:cNvSpPr>
            <a:spLocks noChangeArrowheads="1"/>
          </p:cNvSpPr>
          <p:nvPr userDrawn="1"/>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21"/>
          <p:cNvGrpSpPr>
            <a:grpSpLocks/>
          </p:cNvGrpSpPr>
          <p:nvPr userDrawn="1"/>
        </p:nvGrpSpPr>
        <p:grpSpPr bwMode="auto">
          <a:xfrm>
            <a:off x="12472987" y="6204062"/>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7" name="组合 31"/>
          <p:cNvGrpSpPr>
            <a:grpSpLocks/>
          </p:cNvGrpSpPr>
          <p:nvPr userDrawn="1"/>
        </p:nvGrpSpPr>
        <p:grpSpPr bwMode="auto">
          <a:xfrm>
            <a:off x="12472987" y="5527787"/>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2"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2"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7" name="组合 51"/>
          <p:cNvGrpSpPr>
            <a:grpSpLocks/>
          </p:cNvGrpSpPr>
          <p:nvPr userDrawn="1"/>
        </p:nvGrpSpPr>
        <p:grpSpPr bwMode="auto">
          <a:xfrm>
            <a:off x="12472987" y="4600687"/>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1508364" name="矩形 12"/>
          <p:cNvSpPr>
            <a:spLocks noGrp="1" noChangeArrowheads="1"/>
          </p:cNvSpPr>
          <p:nvPr>
            <p:ph type="ctrTitle"/>
          </p:nvPr>
        </p:nvSpPr>
        <p:spPr>
          <a:xfrm>
            <a:off x="896940" y="2130537"/>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1508365" name="矩形 13"/>
          <p:cNvSpPr>
            <a:spLocks noGrp="1" noChangeArrowheads="1"/>
          </p:cNvSpPr>
          <p:nvPr>
            <p:ph type="subTitle" idx="1"/>
          </p:nvPr>
        </p:nvSpPr>
        <p:spPr>
          <a:xfrm>
            <a:off x="896940"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transition spd="slow">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4432556-FED1-41AB-955D-3320BAFF7481}"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87" y="4407012"/>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87"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B32435B6-C566-4008-93CA-BEFA52962C1A}"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1"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FE239088-22F6-4B76-881E-239F74141A9B}"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3"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3"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6"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6"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EFA98AF-9889-4DFB-9C7D-07E7213A7D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AEFF31A-C4A6-4AAF-8844-9350AE0262E2}"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5E75FA4B-4E53-432C-A051-AEEE53BA17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7"/>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441BFED-65E1-4426-946B-9D939F6C55FC}"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0"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0"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0"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9BFA8C23-DFA3-4F34-99F5-3497FDFFA71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6A60BD3A-B6F8-4D28-B713-FDD77541BCC3}"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2" y="274644"/>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B4CE34C-1399-491D-AB8A-A7A4A8E8DBA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图表占位符 2"/>
          <p:cNvSpPr>
            <a:spLocks noGrp="1"/>
          </p:cNvSpPr>
          <p:nvPr>
            <p:ph type="chart"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781404F-5E63-469C-A9AB-5616E596D27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表格占位符 2"/>
          <p:cNvSpPr>
            <a:spLocks noGrp="1"/>
          </p:cNvSpPr>
          <p:nvPr>
            <p:ph type="tbl"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C9C60A6B-C970-4ED3-8B86-E61AEDD072E4}"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垂直排列标题与&#10;文本">
    <p:spTree>
      <p:nvGrpSpPr>
        <p:cNvPr id="1" name=""/>
        <p:cNvGrpSpPr/>
        <p:nvPr/>
      </p:nvGrpSpPr>
      <p:grpSpPr>
        <a:xfrm>
          <a:off x="0" y="0"/>
          <a:ext cx="0" cy="0"/>
          <a:chOff x="0" y="0"/>
          <a:chExt cx="0" cy="0"/>
        </a:xfrm>
      </p:grpSpPr>
      <p:pic>
        <p:nvPicPr>
          <p:cNvPr id="7" name="Picture 79" descr="dd"/>
          <p:cNvPicPr>
            <a:picLocks noChangeAspect="1" noChangeArrowheads="1"/>
          </p:cNvPicPr>
          <p:nvPr userDrawn="1"/>
        </p:nvPicPr>
        <p:blipFill>
          <a:blip r:embed="rId2" cstate="print"/>
          <a:srcRect/>
          <a:stretch>
            <a:fillRect/>
          </a:stretch>
        </p:blipFill>
        <p:spPr bwMode="auto">
          <a:xfrm>
            <a:off x="1" y="6224590"/>
            <a:ext cx="12195175" cy="636587"/>
          </a:xfrm>
          <a:prstGeom prst="rect">
            <a:avLst/>
          </a:prstGeom>
          <a:noFill/>
          <a:ln w="9525">
            <a:noFill/>
            <a:miter lim="800000"/>
            <a:headEnd/>
            <a:tailEnd/>
          </a:ln>
        </p:spPr>
      </p:pic>
      <p:sp>
        <p:nvSpPr>
          <p:cNvPr id="8" name="Text Box 8"/>
          <p:cNvSpPr txBox="1">
            <a:spLocks noChangeArrowheads="1"/>
          </p:cNvSpPr>
          <p:nvPr userDrawn="1"/>
        </p:nvSpPr>
        <p:spPr bwMode="auto">
          <a:xfrm>
            <a:off x="870179" y="6438900"/>
            <a:ext cx="2613934"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a:solidFill>
                  <a:srgbClr val="000000"/>
                </a:solidFill>
                <a:latin typeface="FrutigerNext LT Bold" pitchFamily="1" charset="0"/>
                <a:ea typeface="ＭＳ Ｐゴシック" pitchFamily="34" charset="-128"/>
              </a:rPr>
              <a:t>HUAWEI TECHNOLOGIES CO., LTD.</a:t>
            </a:r>
            <a:endParaRPr lang="en-US" altLang="zh-CN" sz="2200">
              <a:solidFill>
                <a:srgbClr val="000000"/>
              </a:solidFill>
              <a:ea typeface="ＭＳ Ｐゴシック" pitchFamily="34" charset="-128"/>
            </a:endParaRPr>
          </a:p>
        </p:txBody>
      </p:sp>
      <p:pic>
        <p:nvPicPr>
          <p:cNvPr id="9" name="Picture 9" descr="8"/>
          <p:cNvPicPr>
            <a:picLocks noChangeAspect="1" noChangeArrowheads="1"/>
          </p:cNvPicPr>
          <p:nvPr userDrawn="1"/>
        </p:nvPicPr>
        <p:blipFill>
          <a:blip r:embed="rId3" cstate="print"/>
          <a:srcRect/>
          <a:stretch>
            <a:fillRect/>
          </a:stretch>
        </p:blipFill>
        <p:spPr bwMode="auto">
          <a:xfrm>
            <a:off x="10014442" y="6399215"/>
            <a:ext cx="1748822" cy="312737"/>
          </a:xfrm>
          <a:prstGeom prst="rect">
            <a:avLst/>
          </a:prstGeom>
          <a:noFill/>
        </p:spPr>
      </p:pic>
      <p:sp>
        <p:nvSpPr>
          <p:cNvPr id="10" name="Rectangle 21"/>
          <p:cNvSpPr>
            <a:spLocks noChangeArrowheads="1"/>
          </p:cNvSpPr>
          <p:nvPr userDrawn="1"/>
        </p:nvSpPr>
        <p:spPr bwMode="auto">
          <a:xfrm>
            <a:off x="5191419" y="6438900"/>
            <a:ext cx="1643351"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200">
                <a:solidFill>
                  <a:srgbClr val="000000"/>
                </a:solidFill>
                <a:latin typeface="FrutigerNext LT Bold" pitchFamily="1" charset="0"/>
                <a:ea typeface="ＭＳ Ｐゴシック" pitchFamily="34" charset="-128"/>
              </a:rPr>
              <a:t>Huawei Confidential </a:t>
            </a:r>
          </a:p>
        </p:txBody>
      </p:sp>
    </p:spTree>
    <p:extLst>
      <p:ext uri="{BB962C8B-B14F-4D97-AF65-F5344CB8AC3E}">
        <p14:creationId xmlns:p14="http://schemas.microsoft.com/office/powerpoint/2010/main" val="377960924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419" y="160732"/>
            <a:ext cx="10518338" cy="656850"/>
          </a:xfrm>
        </p:spPr>
        <p:txBody>
          <a:bodyPr>
            <a:normAutofit/>
          </a:bodyPr>
          <a:lstStyle>
            <a:lvl1pPr>
              <a:defRPr sz="3200" b="1">
                <a:latin typeface="微软雅黑" panose="020B0503020204020204" pitchFamily="34" charset="-122"/>
                <a:ea typeface="微软雅黑" panose="020B0503020204020204" pitchFamily="34" charset="-122"/>
              </a:defRPr>
            </a:lvl1pPr>
          </a:lstStyle>
          <a:p>
            <a:r>
              <a:rPr lang="en-US" altLang="zh-CN"/>
              <a:t>Click to edit Master title style</a:t>
            </a:r>
            <a:endParaRPr lang="en-US" dirty="0"/>
          </a:p>
        </p:txBody>
      </p:sp>
      <p:sp>
        <p:nvSpPr>
          <p:cNvPr id="4" name="Date Placeholder 3"/>
          <p:cNvSpPr>
            <a:spLocks noGrp="1"/>
          </p:cNvSpPr>
          <p:nvPr>
            <p:ph type="dt" sz="half" idx="10"/>
          </p:nvPr>
        </p:nvSpPr>
        <p:spPr/>
        <p:txBody>
          <a:bodyPr/>
          <a:lstStyle/>
          <a:p>
            <a:fld id="{11E43C51-72CB-47F8-AEE1-4F1414D0109C}" type="datetimeFigureOut">
              <a:rPr lang="zh-CN" altLang="en-US">
                <a:solidFill>
                  <a:srgbClr val="000000"/>
                </a:solidFill>
              </a:rPr>
              <a:pPr/>
              <a:t>2025/12/22</a:t>
            </a:fld>
            <a:endParaRPr lang="zh-CN" altLang="en-US">
              <a:solidFill>
                <a:srgbClr val="000000"/>
              </a:solidFill>
            </a:endParaRPr>
          </a:p>
        </p:txBody>
      </p:sp>
      <p:sp>
        <p:nvSpPr>
          <p:cNvPr id="5" name="Footer Placeholder 4"/>
          <p:cNvSpPr>
            <a:spLocks noGrp="1"/>
          </p:cNvSpPr>
          <p:nvPr>
            <p:ph type="ftr" sz="quarter" idx="11"/>
          </p:nvPr>
        </p:nvSpPr>
        <p:spPr>
          <a:xfrm>
            <a:off x="4039652" y="6356351"/>
            <a:ext cx="4115872" cy="365125"/>
          </a:xfrm>
          <a:prstGeom prst="rect">
            <a:avLst/>
          </a:prstGeom>
        </p:spPr>
        <p:txBody>
          <a:bodyPr/>
          <a:lstStyle/>
          <a:p>
            <a:endParaRPr lang="zh-CN" altLang="en-US">
              <a:solidFill>
                <a:srgbClr val="000000"/>
              </a:solidFill>
            </a:endParaRPr>
          </a:p>
        </p:txBody>
      </p:sp>
      <p:sp>
        <p:nvSpPr>
          <p:cNvPr id="6" name="Slide Number Placeholder 5"/>
          <p:cNvSpPr>
            <a:spLocks noGrp="1"/>
          </p:cNvSpPr>
          <p:nvPr>
            <p:ph type="sldNum" sz="quarter" idx="12"/>
          </p:nvPr>
        </p:nvSpPr>
        <p:spPr>
          <a:xfrm>
            <a:off x="8612843" y="6356351"/>
            <a:ext cx="2743914" cy="365125"/>
          </a:xfrm>
          <a:prstGeom prst="rect">
            <a:avLst/>
          </a:prstGeom>
        </p:spPr>
        <p:txBody>
          <a:bodyPr/>
          <a:lstStyle/>
          <a:p>
            <a:fld id="{03DCBBCD-579C-4080-A1E9-46A2EDDBD0B1}" type="slidenum">
              <a:rPr lang="zh-CN" altLang="en-US" smtClean="0">
                <a:solidFill>
                  <a:srgbClr val="000000"/>
                </a:solidFill>
              </a:rPr>
              <a:pPr/>
              <a:t>‹#›</a:t>
            </a:fld>
            <a:endParaRPr lang="zh-CN" altLang="en-US">
              <a:solidFill>
                <a:srgbClr val="000000"/>
              </a:solidFill>
            </a:endParaRPr>
          </a:p>
        </p:txBody>
      </p:sp>
    </p:spTree>
    <p:extLst>
      <p:ext uri="{BB962C8B-B14F-4D97-AF65-F5344CB8AC3E}">
        <p14:creationId xmlns:p14="http://schemas.microsoft.com/office/powerpoint/2010/main" val="76176536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17297" y="454760"/>
            <a:ext cx="10179583" cy="745784"/>
          </a:xfrm>
          <a:prstGeom prst="rect">
            <a:avLst/>
          </a:prstGeom>
        </p:spPr>
        <p:txBody>
          <a:bodyPr lIns="68542" tIns="34271" rIns="68542" bIns="34271"/>
          <a:lstStyle/>
          <a:p>
            <a:r>
              <a:rPr lang="en-US"/>
              <a:t>Click to edit Master title style</a:t>
            </a:r>
          </a:p>
        </p:txBody>
      </p:sp>
    </p:spTree>
    <p:extLst>
      <p:ext uri="{BB962C8B-B14F-4D97-AF65-F5344CB8AC3E}">
        <p14:creationId xmlns:p14="http://schemas.microsoft.com/office/powerpoint/2010/main" val="4176719580"/>
      </p:ext>
    </p:extLst>
  </p:cSld>
  <p:clrMapOvr>
    <a:masterClrMapping/>
  </p:clrMapOvr>
  <p:transition advClick="0" advTm="8000">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0177" y="188642"/>
            <a:ext cx="10329905" cy="871537"/>
          </a:xfrm>
        </p:spPr>
        <p:txBody>
          <a:bodyPr/>
          <a:lstStyle>
            <a:lvl1pPr>
              <a:defRPr sz="3200">
                <a:latin typeface="Arial" pitchFamily="34" charset="0"/>
                <a:cs typeface="Arial" pitchFamily="34" charset="0"/>
              </a:defRPr>
            </a:lvl1pPr>
          </a:lstStyle>
          <a:p>
            <a:r>
              <a:rPr lang="zh-CN" altLang="en-US" dirty="0"/>
              <a:t>单击此处编辑母版标题样式</a:t>
            </a:r>
            <a:endParaRPr lang="en-US" dirty="0"/>
          </a:p>
        </p:txBody>
      </p:sp>
      <p:sp>
        <p:nvSpPr>
          <p:cNvPr id="3" name="灯片编号占位符 5"/>
          <p:cNvSpPr>
            <a:spLocks noGrp="1"/>
          </p:cNvSpPr>
          <p:nvPr>
            <p:ph type="sldNum" sz="quarter" idx="10"/>
          </p:nvPr>
        </p:nvSpPr>
        <p:spPr>
          <a:xfrm>
            <a:off x="8143283" y="6381337"/>
            <a:ext cx="1219518" cy="284163"/>
          </a:xfrm>
          <a:prstGeom prst="rect">
            <a:avLst/>
          </a:prstGeom>
        </p:spPr>
        <p:txBody>
          <a:bodyPr/>
          <a:lstStyle>
            <a:lvl1pPr>
              <a:defRPr sz="1400">
                <a:solidFill>
                  <a:srgbClr val="000000"/>
                </a:solidFill>
                <a:latin typeface="Arial"/>
              </a:defRPr>
            </a:lvl1pPr>
          </a:lstStyle>
          <a:p>
            <a:pPr>
              <a:defRPr/>
            </a:pPr>
            <a:r>
              <a:rPr lang="en-US" dirty="0"/>
              <a:t>Page </a:t>
            </a:r>
            <a:fld id="{0C8885BF-E458-4803-B4A4-5EAD36141D59}" type="slidenum">
              <a:rPr lang="en-US" smtClean="0"/>
              <a:pPr>
                <a:defRPr/>
              </a:pPr>
              <a:t>‹#›</a:t>
            </a:fld>
            <a:endParaRPr lang="zh-CN" altLang="en-US" dirty="0"/>
          </a:p>
        </p:txBody>
      </p:sp>
    </p:spTree>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1" descr="内页元素3-1"/>
          <p:cNvPicPr>
            <a:picLocks noChangeAspect="1" noChangeArrowheads="1"/>
          </p:cNvPicPr>
          <p:nvPr userDrawn="1"/>
        </p:nvPicPr>
        <p:blipFill>
          <a:blip r:embed="rId2" cstate="print"/>
          <a:srcRect/>
          <a:stretch>
            <a:fillRect/>
          </a:stretch>
        </p:blipFill>
        <p:spPr bwMode="auto">
          <a:xfrm>
            <a:off x="1" y="7"/>
            <a:ext cx="12193588" cy="6492875"/>
          </a:xfrm>
          <a:prstGeom prst="rect">
            <a:avLst/>
          </a:prstGeom>
          <a:noFill/>
          <a:ln w="9525">
            <a:noFill/>
            <a:miter lim="800000"/>
            <a:headEnd/>
            <a:tailEnd/>
          </a:ln>
        </p:spPr>
      </p:pic>
      <p:grpSp>
        <p:nvGrpSpPr>
          <p:cNvPr id="2" name="组合 72"/>
          <p:cNvGrpSpPr>
            <a:grpSpLocks/>
          </p:cNvGrpSpPr>
          <p:nvPr userDrawn="1"/>
        </p:nvGrpSpPr>
        <p:grpSpPr bwMode="auto">
          <a:xfrm>
            <a:off x="8011" y="7938"/>
            <a:ext cx="12193587" cy="6858000"/>
            <a:chOff x="1" y="1"/>
            <a:chExt cx="7681" cy="4320"/>
          </a:xfrm>
        </p:grpSpPr>
        <p:pic>
          <p:nvPicPr>
            <p:cNvPr id="6" name="图片 73" descr="封面元素2"/>
            <p:cNvPicPr>
              <a:picLocks noChangeAspect="1" noChangeArrowheads="1"/>
            </p:cNvPicPr>
            <p:nvPr userDrawn="1"/>
          </p:nvPicPr>
          <p:blipFill>
            <a:blip r:embed="rId3" cstate="print"/>
            <a:srcRect/>
            <a:stretch>
              <a:fillRect/>
            </a:stretch>
          </p:blipFill>
          <p:spPr bwMode="auto">
            <a:xfrm>
              <a:off x="1" y="1"/>
              <a:ext cx="7681" cy="4320"/>
            </a:xfrm>
            <a:prstGeom prst="rect">
              <a:avLst/>
            </a:prstGeom>
            <a:noFill/>
            <a:ln w="9525">
              <a:noFill/>
              <a:miter lim="800000"/>
              <a:headEnd/>
              <a:tailEnd/>
            </a:ln>
          </p:spPr>
        </p:pic>
        <p:sp>
          <p:nvSpPr>
            <p:cNvPr id="7" name="矩形 74"/>
            <p:cNvSpPr>
              <a:spLocks noChangeArrowheads="1"/>
            </p:cNvSpPr>
            <p:nvPr userDrawn="1"/>
          </p:nvSpPr>
          <p:spPr bwMode="auto">
            <a:xfrm>
              <a:off x="6554" y="3482"/>
              <a:ext cx="602" cy="629"/>
            </a:xfrm>
            <a:prstGeom prst="rect">
              <a:avLst/>
            </a:prstGeom>
            <a:solidFill>
              <a:schemeClr val="bg1"/>
            </a:solidFill>
            <a:ln w="9525" algn="ctr">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8" name="文本框 76"/>
          <p:cNvSpPr txBox="1">
            <a:spLocks noChangeArrowheads="1"/>
          </p:cNvSpPr>
          <p:nvPr userDrawn="1"/>
        </p:nvSpPr>
        <p:spPr bwMode="auto">
          <a:xfrm>
            <a:off x="811285" y="6199299"/>
            <a:ext cx="3044103" cy="30777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400" b="0">
                <a:solidFill>
                  <a:srgbClr val="000000"/>
                </a:solidFill>
                <a:latin typeface="FrutigerNext LT Bold" pitchFamily="1" charset="0"/>
                <a:ea typeface="ＭＳ Ｐゴシック" pitchFamily="34" charset="-128"/>
              </a:rPr>
              <a:t>HUAWEI TECHNOLOGIES CO., LTD.</a:t>
            </a:r>
          </a:p>
        </p:txBody>
      </p:sp>
      <p:pic>
        <p:nvPicPr>
          <p:cNvPr id="9" name="图片 77" descr="Logo"/>
          <p:cNvPicPr>
            <a:picLocks noChangeAspect="1" noChangeArrowheads="1"/>
          </p:cNvPicPr>
          <p:nvPr userDrawn="1"/>
        </p:nvPicPr>
        <p:blipFill>
          <a:blip r:embed="rId4" cstate="print"/>
          <a:srcRect/>
          <a:stretch>
            <a:fillRect/>
          </a:stretch>
        </p:blipFill>
        <p:spPr bwMode="auto">
          <a:xfrm>
            <a:off x="10522023" y="5691188"/>
            <a:ext cx="706439" cy="704850"/>
          </a:xfrm>
          <a:prstGeom prst="rect">
            <a:avLst/>
          </a:prstGeom>
          <a:noFill/>
          <a:ln w="9525">
            <a:noFill/>
            <a:miter lim="800000"/>
            <a:headEnd/>
            <a:tailEnd/>
          </a:ln>
        </p:spPr>
      </p:pic>
      <p:sp>
        <p:nvSpPr>
          <p:cNvPr id="10" name="矩形 14"/>
          <p:cNvSpPr>
            <a:spLocks noChangeArrowheads="1"/>
          </p:cNvSpPr>
          <p:nvPr userDrawn="1"/>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1" name="矩形 15"/>
          <p:cNvSpPr>
            <a:spLocks noChangeArrowheads="1"/>
          </p:cNvSpPr>
          <p:nvPr userDrawn="1"/>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userDrawn="1"/>
        </p:nvGrpSpPr>
        <p:grpSpPr bwMode="auto">
          <a:xfrm>
            <a:off x="12472987" y="5278438"/>
            <a:ext cx="989012" cy="184150"/>
            <a:chOff x="6657" y="3492"/>
            <a:chExt cx="527" cy="121"/>
          </a:xfrm>
        </p:grpSpPr>
        <p:sp>
          <p:nvSpPr>
            <p:cNvPr id="13"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4"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5"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6"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21"/>
          <p:cNvGrpSpPr>
            <a:grpSpLocks/>
          </p:cNvGrpSpPr>
          <p:nvPr userDrawn="1"/>
        </p:nvGrpSpPr>
        <p:grpSpPr bwMode="auto">
          <a:xfrm>
            <a:off x="12472987" y="6204062"/>
            <a:ext cx="989012" cy="182563"/>
            <a:chOff x="6657" y="4103"/>
            <a:chExt cx="527" cy="121"/>
          </a:xfrm>
        </p:grpSpPr>
        <p:sp>
          <p:nvSpPr>
            <p:cNvPr id="1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2" name="组合 26"/>
          <p:cNvGrpSpPr>
            <a:grpSpLocks/>
          </p:cNvGrpSpPr>
          <p:nvPr userDrawn="1"/>
        </p:nvGrpSpPr>
        <p:grpSpPr bwMode="auto">
          <a:xfrm>
            <a:off x="12472987" y="6450013"/>
            <a:ext cx="989012" cy="182562"/>
            <a:chOff x="6657" y="4266"/>
            <a:chExt cx="527" cy="121"/>
          </a:xfrm>
        </p:grpSpPr>
        <p:sp>
          <p:nvSpPr>
            <p:cNvPr id="23"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4"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5"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6"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7" name="组合 31"/>
          <p:cNvGrpSpPr>
            <a:grpSpLocks/>
          </p:cNvGrpSpPr>
          <p:nvPr userDrawn="1"/>
        </p:nvGrpSpPr>
        <p:grpSpPr bwMode="auto">
          <a:xfrm>
            <a:off x="12472987" y="5527787"/>
            <a:ext cx="989012" cy="182563"/>
            <a:chOff x="6657" y="3656"/>
            <a:chExt cx="527" cy="121"/>
          </a:xfrm>
        </p:grpSpPr>
        <p:sp>
          <p:nvSpPr>
            <p:cNvPr id="28"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29"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0"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1"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2" name="组合 36"/>
          <p:cNvGrpSpPr>
            <a:grpSpLocks/>
          </p:cNvGrpSpPr>
          <p:nvPr userDrawn="1"/>
        </p:nvGrpSpPr>
        <p:grpSpPr bwMode="auto">
          <a:xfrm>
            <a:off x="12472987" y="5957888"/>
            <a:ext cx="989012" cy="182562"/>
            <a:chOff x="6657" y="3941"/>
            <a:chExt cx="527" cy="121"/>
          </a:xfrm>
        </p:grpSpPr>
        <p:sp>
          <p:nvSpPr>
            <p:cNvPr id="33"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4"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5"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6"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27" name="组合 41"/>
          <p:cNvGrpSpPr>
            <a:grpSpLocks/>
          </p:cNvGrpSpPr>
          <p:nvPr userDrawn="1"/>
        </p:nvGrpSpPr>
        <p:grpSpPr bwMode="auto">
          <a:xfrm>
            <a:off x="12472987" y="6697663"/>
            <a:ext cx="989012" cy="182562"/>
            <a:chOff x="6657" y="4430"/>
            <a:chExt cx="527" cy="121"/>
          </a:xfrm>
        </p:grpSpPr>
        <p:sp>
          <p:nvSpPr>
            <p:cNvPr id="38"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39"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0"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1"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2" name="组合 46"/>
          <p:cNvGrpSpPr>
            <a:grpSpLocks/>
          </p:cNvGrpSpPr>
          <p:nvPr userDrawn="1"/>
        </p:nvGrpSpPr>
        <p:grpSpPr bwMode="auto">
          <a:xfrm>
            <a:off x="12472987" y="5032375"/>
            <a:ext cx="989012" cy="184150"/>
            <a:chOff x="6657" y="3329"/>
            <a:chExt cx="527" cy="122"/>
          </a:xfrm>
        </p:grpSpPr>
        <p:sp>
          <p:nvSpPr>
            <p:cNvPr id="43"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4"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5"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6"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37" name="组合 51"/>
          <p:cNvGrpSpPr>
            <a:grpSpLocks/>
          </p:cNvGrpSpPr>
          <p:nvPr userDrawn="1"/>
        </p:nvGrpSpPr>
        <p:grpSpPr bwMode="auto">
          <a:xfrm>
            <a:off x="12472987" y="4600687"/>
            <a:ext cx="989012" cy="182563"/>
            <a:chOff x="6657" y="3043"/>
            <a:chExt cx="527" cy="121"/>
          </a:xfrm>
        </p:grpSpPr>
        <p:sp>
          <p:nvSpPr>
            <p:cNvPr id="48"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49"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0"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1"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2" name="组合 56"/>
          <p:cNvGrpSpPr>
            <a:grpSpLocks/>
          </p:cNvGrpSpPr>
          <p:nvPr userDrawn="1"/>
        </p:nvGrpSpPr>
        <p:grpSpPr bwMode="auto">
          <a:xfrm>
            <a:off x="12472987" y="4354513"/>
            <a:ext cx="989012" cy="184150"/>
            <a:chOff x="6657" y="2881"/>
            <a:chExt cx="527" cy="121"/>
          </a:xfrm>
        </p:grpSpPr>
        <p:sp>
          <p:nvSpPr>
            <p:cNvPr id="53"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4"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5"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56"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57" name="矩形 61"/>
          <p:cNvSpPr>
            <a:spLocks noChangeArrowheads="1"/>
          </p:cNvSpPr>
          <p:nvPr userDrawn="1"/>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58" name="矩形 62"/>
          <p:cNvSpPr>
            <a:spLocks noChangeArrowheads="1"/>
          </p:cNvSpPr>
          <p:nvPr userDrawn="1"/>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
        <p:nvSpPr>
          <p:cNvPr id="1508364" name="矩形 12"/>
          <p:cNvSpPr>
            <a:spLocks noGrp="1" noChangeArrowheads="1"/>
          </p:cNvSpPr>
          <p:nvPr>
            <p:ph type="ctrTitle"/>
          </p:nvPr>
        </p:nvSpPr>
        <p:spPr>
          <a:xfrm>
            <a:off x="896940" y="2130537"/>
            <a:ext cx="7350127" cy="1470025"/>
          </a:xfrm>
        </p:spPr>
        <p:txBody>
          <a:bodyPr/>
          <a:lstStyle>
            <a:lvl1pPr>
              <a:defRPr sz="4000">
                <a:solidFill>
                  <a:schemeClr val="bg1"/>
                </a:solidFill>
              </a:defRPr>
            </a:lvl1pPr>
          </a:lstStyle>
          <a:p>
            <a:pPr lvl="0"/>
            <a:r>
              <a:rPr lang="zh-CN" altLang="en-US" noProof="0"/>
              <a:t>单击此处编辑母版标题样式</a:t>
            </a:r>
          </a:p>
        </p:txBody>
      </p:sp>
      <p:sp>
        <p:nvSpPr>
          <p:cNvPr id="1508365" name="矩形 13"/>
          <p:cNvSpPr>
            <a:spLocks noGrp="1" noChangeArrowheads="1"/>
          </p:cNvSpPr>
          <p:nvPr>
            <p:ph type="subTitle" idx="1"/>
          </p:nvPr>
        </p:nvSpPr>
        <p:spPr>
          <a:xfrm>
            <a:off x="896940" y="4108450"/>
            <a:ext cx="7348537" cy="533400"/>
          </a:xfrm>
        </p:spPr>
        <p:txBody>
          <a:bodyPr anchor="ctr"/>
          <a:lstStyle>
            <a:lvl1pPr marL="0" indent="0">
              <a:buFontTx/>
              <a:buNone/>
              <a:defRPr>
                <a:solidFill>
                  <a:schemeClr val="bg1"/>
                </a:solidFill>
              </a:defRPr>
            </a:lvl1pPr>
          </a:lstStyle>
          <a:p>
            <a:pPr lvl="0"/>
            <a:r>
              <a:rPr lang="zh-CN" altLang="en-US" noProof="0"/>
              <a:t>单击此处编辑母版副标题样式</a:t>
            </a:r>
          </a:p>
        </p:txBody>
      </p:sp>
    </p:spTree>
  </p:cSld>
  <p:clrMapOvr>
    <a:masterClrMapping/>
  </p:clrMapOvr>
  <p:transition spd="slow">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4432556-FED1-41AB-955D-3320BAFF7481}"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87" y="4407012"/>
            <a:ext cx="1036637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87" y="2906713"/>
            <a:ext cx="1036637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B32435B6-C566-4008-93CA-BEFA52962C1A}"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81051"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45238" y="1600206"/>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FE239088-22F6-4B76-881E-239F74141A9B}"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5975"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73"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73"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426"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426"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EEFA98AF-9889-4DFB-9C7D-07E7213A7D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AEFF31A-C4A6-4AAF-8844-9350AE0262E2}"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5E75FA4B-4E53-432C-A051-AEEE53BA175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61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7"/>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441BFED-65E1-4426-946B-9D939F6C55FC}"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80" y="4800600"/>
            <a:ext cx="7316789"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80" y="612775"/>
            <a:ext cx="731678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90780" y="5367338"/>
            <a:ext cx="731678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9BFA8C23-DFA3-4F34-99F5-3497FDFFA71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6A60BD3A-B6F8-4D28-B713-FDD77541BCC3}"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1382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81052" y="274644"/>
            <a:ext cx="8080374"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7B4CE34C-1399-491D-AB8A-A7A4A8E8DBA7}"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图表占位符 2"/>
          <p:cNvSpPr>
            <a:spLocks noGrp="1"/>
          </p:cNvSpPr>
          <p:nvPr>
            <p:ph type="chart"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4781404F-5E63-469C-A9AB-5616E596D27F}"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81050" y="274638"/>
            <a:ext cx="10975975" cy="1143000"/>
          </a:xfrm>
        </p:spPr>
        <p:txBody>
          <a:bodyPr/>
          <a:lstStyle/>
          <a:p>
            <a:r>
              <a:rPr lang="zh-CN" altLang="en-US"/>
              <a:t>单击此处编辑母版标题样式</a:t>
            </a:r>
          </a:p>
        </p:txBody>
      </p:sp>
      <p:sp>
        <p:nvSpPr>
          <p:cNvPr id="3" name="表格占位符 2"/>
          <p:cNvSpPr>
            <a:spLocks noGrp="1"/>
          </p:cNvSpPr>
          <p:nvPr>
            <p:ph type="tbl" idx="1"/>
          </p:nvPr>
        </p:nvSpPr>
        <p:spPr>
          <a:xfrm>
            <a:off x="781050" y="1600206"/>
            <a:ext cx="10975975" cy="4525963"/>
          </a:xfrm>
        </p:spPr>
        <p:txBody>
          <a:bodyPr/>
          <a:lstStyle/>
          <a:p>
            <a:pPr lvl="0"/>
            <a:endParaRPr lang="zh-CN" altLang="en-US" noProof="0"/>
          </a:p>
        </p:txBody>
      </p:sp>
      <p:sp>
        <p:nvSpPr>
          <p:cNvPr id="4" name="矩形 80"/>
          <p:cNvSpPr>
            <a:spLocks noGrp="1" noChangeArrowheads="1"/>
          </p:cNvSpPr>
          <p:nvPr>
            <p:ph type="dt" sz="half" idx="10"/>
          </p:nvPr>
        </p:nvSpPr>
        <p:spPr/>
        <p:txBody>
          <a:bodyPr/>
          <a:lstStyle>
            <a:lvl1pPr>
              <a:defRPr smtClean="0"/>
            </a:lvl1pPr>
          </a:lstStyle>
          <a:p>
            <a:pPr>
              <a:defRPr/>
            </a:pPr>
            <a:endParaRPr lang="de-DE">
              <a:solidFill>
                <a:srgbClr val="000000"/>
              </a:solidFill>
            </a:endParaRPr>
          </a:p>
          <a:p>
            <a:pPr>
              <a:defRPr/>
            </a:pPr>
            <a:r>
              <a:rPr lang="de-DE">
                <a:solidFill>
                  <a:srgbClr val="000000"/>
                </a:solidFill>
              </a:rPr>
              <a:t>Page </a:t>
            </a:r>
            <a:fld id="{C9C60A6B-C970-4ED3-8B86-E61AEDD072E4}" type="slidenum">
              <a:rPr lang="de-DE">
                <a:solidFill>
                  <a:srgbClr val="000000"/>
                </a:solidFill>
              </a:rPr>
              <a:pPr>
                <a:defRPr/>
              </a:pPr>
              <a:t>‹#›</a:t>
            </a:fld>
            <a:endParaRPr lang="en-GB">
              <a:solidFill>
                <a:srgbClr val="000000"/>
              </a:solidFill>
            </a:endParaRPr>
          </a:p>
        </p:txBody>
      </p:sp>
    </p:spTree>
  </p:cSld>
  <p:clrMapOvr>
    <a:masterClrMapping/>
  </p:clrMapOvr>
  <p:transition spd="slow">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pic>
        <p:nvPicPr>
          <p:cNvPr id="3" name="Picture 56" descr="D:\0华为设计夹\2011-10\蔡钻华\ppt底2.jpg"/>
          <p:cNvPicPr>
            <a:picLocks noChangeAspect="1" noChangeArrowheads="1"/>
          </p:cNvPicPr>
          <p:nvPr userDrawn="1"/>
        </p:nvPicPr>
        <p:blipFill>
          <a:blip r:embed="rId2" cstate="email">
            <a:duotone>
              <a:schemeClr val="accent3">
                <a:shade val="45000"/>
                <a:satMod val="135000"/>
              </a:schemeClr>
              <a:prstClr val="white"/>
            </a:duotone>
          </a:blip>
          <a:srcRect/>
          <a:stretch>
            <a:fillRect/>
          </a:stretch>
        </p:blipFill>
        <p:spPr bwMode="auto">
          <a:xfrm>
            <a:off x="6" y="4"/>
            <a:ext cx="12195175" cy="6220915"/>
          </a:xfrm>
          <a:prstGeom prst="rect">
            <a:avLst/>
          </a:prstGeom>
          <a:noFill/>
          <a:ln w="9525">
            <a:noFill/>
            <a:miter lim="800000"/>
            <a:headEnd/>
            <a:tailEnd/>
          </a:ln>
        </p:spPr>
      </p:pic>
      <p:sp>
        <p:nvSpPr>
          <p:cNvPr id="2" name="内容占位符 1"/>
          <p:cNvSpPr>
            <a:spLocks noGrp="1"/>
          </p:cNvSpPr>
          <p:nvPr>
            <p:ph/>
          </p:nvPr>
        </p:nvSpPr>
        <p:spPr>
          <a:xfrm>
            <a:off x="870034" y="430126"/>
            <a:ext cx="10575784" cy="54057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0"/>
          <p:cNvSpPr>
            <a:spLocks noGrp="1" noChangeArrowheads="1"/>
          </p:cNvSpPr>
          <p:nvPr>
            <p:ph type="dt" sz="half" idx="10"/>
          </p:nvPr>
        </p:nvSpPr>
        <p:spPr>
          <a:xfrm>
            <a:off x="8482634" y="6489701"/>
            <a:ext cx="2797903" cy="455613"/>
          </a:xfrm>
          <a:prstGeom prst="rect">
            <a:avLst/>
          </a:prstGeom>
        </p:spPr>
        <p:txBody>
          <a:bodyPr vert="horz" wrap="square" lIns="91401" tIns="45702" rIns="91401" bIns="45702" numCol="1" anchor="t" anchorCtr="0" compatLnSpc="1">
            <a:prstTxWarp prst="textNoShape">
              <a:avLst/>
            </a:prstTxWarp>
          </a:bodyPr>
          <a:lstStyle>
            <a:lvl1pPr eaLnBrk="1" fontAlgn="auto" hangingPunct="1">
              <a:spcBef>
                <a:spcPts val="0"/>
              </a:spcBef>
              <a:spcAft>
                <a:spcPts val="0"/>
              </a:spcAft>
              <a:buClr>
                <a:srgbClr val="CC9900"/>
              </a:buClr>
              <a:buFont typeface="Wingdings" pitchFamily="2" charset="2"/>
              <a:buChar char="n"/>
              <a:defRPr b="1">
                <a:solidFill>
                  <a:srgbClr val="000000"/>
                </a:solidFill>
                <a:latin typeface="Arial" pitchFamily="34" charset="0"/>
                <a:ea typeface="宋体" pitchFamily="2" charset="-122"/>
                <a:cs typeface="Arial" pitchFamily="34" charset="0"/>
              </a:defRPr>
            </a:lvl1pPr>
          </a:lstStyle>
          <a:p>
            <a:pPr>
              <a:defRPr/>
            </a:pPr>
            <a:endParaRPr lang="en-GB" altLang="zh-CN"/>
          </a:p>
        </p:txBody>
      </p:sp>
    </p:spTree>
    <p:extLst>
      <p:ext uri="{BB962C8B-B14F-4D97-AF65-F5344CB8AC3E}">
        <p14:creationId xmlns:p14="http://schemas.microsoft.com/office/powerpoint/2010/main" val="3557738357"/>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867001" y="6203951"/>
            <a:ext cx="2824898" cy="284163"/>
          </a:xfrm>
          <a:prstGeom prst="rect">
            <a:avLst/>
          </a:prstGeom>
          <a:noFill/>
          <a:ln>
            <a:noFill/>
          </a:ln>
          <a:extLst/>
        </p:spPr>
        <p:txBody>
          <a:bodyPr wrap="none" lIns="83630" tIns="41816" rIns="83630" bIns="41816">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300">
                <a:solidFill>
                  <a:srgbClr val="000000"/>
                </a:solidFill>
                <a:latin typeface="FrutigerNext LT Bold" pitchFamily="34" charset="0"/>
                <a:ea typeface="MS PGothic" panose="020B0600070205080204" pitchFamily="34" charset="-128"/>
              </a:rPr>
              <a:t>HUAWEI TECHNOLOGIES CO., LTD.</a:t>
            </a:r>
            <a:endParaRPr lang="en-US" altLang="zh-CN">
              <a:solidFill>
                <a:srgbClr val="000000"/>
              </a:solidFill>
              <a:latin typeface="Arial" panose="020B0604020202020204" pitchFamily="34" charset="0"/>
              <a:ea typeface="MS PGothic" panose="020B0600070205080204" pitchFamily="34" charset="-128"/>
            </a:endParaRPr>
          </a:p>
        </p:txBody>
      </p:sp>
      <p:sp>
        <p:nvSpPr>
          <p:cNvPr id="5" name="Text Box 7"/>
          <p:cNvSpPr txBox="1">
            <a:spLocks noChangeArrowheads="1"/>
          </p:cNvSpPr>
          <p:nvPr/>
        </p:nvSpPr>
        <p:spPr bwMode="auto">
          <a:xfrm>
            <a:off x="9638635" y="4095751"/>
            <a:ext cx="1441825" cy="284163"/>
          </a:xfrm>
          <a:prstGeom prst="rect">
            <a:avLst/>
          </a:prstGeom>
          <a:noFill/>
          <a:ln>
            <a:noFill/>
          </a:ln>
          <a:extLst/>
        </p:spPr>
        <p:txBody>
          <a:bodyPr wrap="none" lIns="83630" tIns="41816" rIns="83630" bIns="41816">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300">
                <a:solidFill>
                  <a:srgbClr val="FFFFFF"/>
                </a:solidFill>
                <a:latin typeface="FrutigerNext LT Regular" pitchFamily="34" charset="0"/>
                <a:ea typeface="MS PGothic" panose="020B0600070205080204" pitchFamily="34" charset="-128"/>
              </a:rPr>
              <a:t>www.huawei.com</a:t>
            </a:r>
          </a:p>
        </p:txBody>
      </p:sp>
      <p:sp>
        <p:nvSpPr>
          <p:cNvPr id="6" name="Rectangle 8"/>
          <p:cNvSpPr>
            <a:spLocks noChangeArrowheads="1"/>
          </p:cNvSpPr>
          <p:nvPr/>
        </p:nvSpPr>
        <p:spPr bwMode="auto">
          <a:xfrm>
            <a:off x="5316334" y="6203951"/>
            <a:ext cx="1778463" cy="284163"/>
          </a:xfrm>
          <a:prstGeom prst="rect">
            <a:avLst/>
          </a:prstGeom>
          <a:noFill/>
          <a:ln>
            <a:noFill/>
          </a:ln>
          <a:extLst/>
        </p:spPr>
        <p:txBody>
          <a:bodyPr wrap="none" lIns="83596" tIns="41795" rIns="83596" bIns="41795">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300">
                <a:solidFill>
                  <a:srgbClr val="000000"/>
                </a:solidFill>
                <a:latin typeface="FrutigerNext LT Bold" pitchFamily="34" charset="0"/>
                <a:ea typeface="MS PGothic" panose="020B0600070205080204" pitchFamily="34" charset="-128"/>
              </a:rPr>
              <a:t>Huawei Confidential </a:t>
            </a:r>
          </a:p>
        </p:txBody>
      </p:sp>
      <p:sp>
        <p:nvSpPr>
          <p:cNvPr id="7" name="Text Box 10"/>
          <p:cNvSpPr txBox="1">
            <a:spLocks noChangeArrowheads="1"/>
          </p:cNvSpPr>
          <p:nvPr/>
        </p:nvSpPr>
        <p:spPr bwMode="auto">
          <a:xfrm>
            <a:off x="-2626408" y="1322388"/>
            <a:ext cx="2626409" cy="3765550"/>
          </a:xfrm>
          <a:prstGeom prst="rect">
            <a:avLst/>
          </a:prstGeom>
          <a:noFill/>
          <a:ln>
            <a:noFill/>
          </a:ln>
          <a:extLst/>
        </p:spPr>
        <p:txBody>
          <a:bodyPr lIns="83646" tIns="41820" rIns="83646" bIns="41820">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0" hangingPunct="0">
              <a:lnSpc>
                <a:spcPct val="125000"/>
              </a:lnSpc>
              <a:defRPr/>
            </a:pPr>
            <a:r>
              <a:rPr lang="zh-CN" altLang="en-US" sz="1100">
                <a:solidFill>
                  <a:srgbClr val="FFFFFF"/>
                </a:solidFill>
                <a:latin typeface="Arial" panose="020B0604020202020204" pitchFamily="34" charset="0"/>
              </a:rPr>
              <a:t>英文标题</a:t>
            </a:r>
            <a:r>
              <a:rPr lang="en-US" altLang="zh-CN" sz="1100">
                <a:solidFill>
                  <a:srgbClr val="FFFFFF"/>
                </a:solidFill>
                <a:latin typeface="Arial" panose="020B0604020202020204" pitchFamily="34" charset="0"/>
              </a:rPr>
              <a:t>:40-47pt  </a:t>
            </a:r>
          </a:p>
          <a:p>
            <a:pPr algn="r" eaLnBrk="0" hangingPunct="0">
              <a:lnSpc>
                <a:spcPct val="125000"/>
              </a:lnSpc>
              <a:defRPr/>
            </a:pPr>
            <a:r>
              <a:rPr lang="zh-CN" altLang="en-US" sz="1100">
                <a:solidFill>
                  <a:srgbClr val="FFFFFF"/>
                </a:solidFill>
                <a:latin typeface="Arial" panose="020B0604020202020204" pitchFamily="34" charset="0"/>
              </a:rPr>
              <a:t>副标题</a:t>
            </a:r>
            <a:r>
              <a:rPr lang="en-US" altLang="zh-CN" sz="1100">
                <a:solidFill>
                  <a:srgbClr val="FFFFFF"/>
                </a:solidFill>
                <a:latin typeface="Arial" panose="020B0604020202020204" pitchFamily="34" charset="0"/>
              </a:rPr>
              <a:t>:26-30pt</a:t>
            </a:r>
          </a:p>
          <a:p>
            <a:pPr algn="r" eaLnBrk="0" hangingPunct="0">
              <a:lnSpc>
                <a:spcPct val="125000"/>
              </a:lnSpc>
              <a:defRPr/>
            </a:pPr>
            <a:r>
              <a:rPr lang="zh-CN" altLang="en-US" sz="1100">
                <a:solidFill>
                  <a:srgbClr val="FFFFFF"/>
                </a:solidFill>
                <a:latin typeface="Arial" panose="020B0604020202020204" pitchFamily="34" charset="0"/>
              </a:rPr>
              <a:t>字体颜色</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反白</a:t>
            </a:r>
          </a:p>
          <a:p>
            <a:pPr algn="r" eaLnBrk="0" hangingPunct="0">
              <a:lnSpc>
                <a:spcPct val="125000"/>
              </a:lnSpc>
              <a:defRPr/>
            </a:pPr>
            <a:r>
              <a:rPr lang="zh-CN" altLang="en-US" sz="1100">
                <a:solidFill>
                  <a:srgbClr val="FFFFFF"/>
                </a:solidFill>
                <a:latin typeface="Arial" panose="020B0604020202020204" pitchFamily="34" charset="0"/>
              </a:rPr>
              <a:t>内部使用字体 </a:t>
            </a:r>
            <a:r>
              <a:rPr lang="en-US" altLang="zh-CN" sz="1100">
                <a:solidFill>
                  <a:srgbClr val="FFFFFF"/>
                </a:solidFill>
                <a:latin typeface="Arial" panose="020B0604020202020204" pitchFamily="34" charset="0"/>
              </a:rPr>
              <a:t>:</a:t>
            </a:r>
          </a:p>
          <a:p>
            <a:pPr algn="r" eaLnBrk="0" hangingPunct="0">
              <a:lnSpc>
                <a:spcPct val="125000"/>
              </a:lnSpc>
              <a:defRPr/>
            </a:pPr>
            <a:r>
              <a:rPr lang="en-US" altLang="zh-CN" sz="1100">
                <a:solidFill>
                  <a:srgbClr val="FFFFFF"/>
                </a:solidFill>
                <a:latin typeface="Arial" panose="020B0604020202020204" pitchFamily="34" charset="0"/>
              </a:rPr>
              <a:t>FrutigerNext LT Medium</a:t>
            </a:r>
          </a:p>
          <a:p>
            <a:pPr algn="r" eaLnBrk="0" hangingPunct="0">
              <a:lnSpc>
                <a:spcPct val="125000"/>
              </a:lnSpc>
              <a:defRPr/>
            </a:pPr>
            <a:r>
              <a:rPr lang="zh-CN" altLang="en-US" sz="1100">
                <a:solidFill>
                  <a:srgbClr val="FFFFFF"/>
                </a:solidFill>
                <a:latin typeface="Arial" panose="020B0604020202020204" pitchFamily="34" charset="0"/>
              </a:rPr>
              <a:t>外部使用字体 </a:t>
            </a:r>
            <a:r>
              <a:rPr lang="en-US" altLang="zh-CN" sz="1100">
                <a:solidFill>
                  <a:srgbClr val="FFFFFF"/>
                </a:solidFill>
                <a:latin typeface="Arial" panose="020B0604020202020204" pitchFamily="34" charset="0"/>
              </a:rPr>
              <a:t>: Arial</a:t>
            </a: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r>
              <a:rPr lang="zh-CN" altLang="en-US" sz="1100">
                <a:solidFill>
                  <a:srgbClr val="FFFFFF"/>
                </a:solidFill>
                <a:latin typeface="Arial" panose="020B0604020202020204" pitchFamily="34" charset="0"/>
              </a:rPr>
              <a:t>中文标题</a:t>
            </a:r>
            <a:r>
              <a:rPr lang="en-US" altLang="zh-CN" sz="1100">
                <a:solidFill>
                  <a:srgbClr val="FFFFFF"/>
                </a:solidFill>
                <a:latin typeface="Arial" panose="020B0604020202020204" pitchFamily="34" charset="0"/>
              </a:rPr>
              <a:t>:35-47pt</a:t>
            </a:r>
          </a:p>
          <a:p>
            <a:pPr algn="r" eaLnBrk="0" hangingPunct="0">
              <a:lnSpc>
                <a:spcPct val="125000"/>
              </a:lnSpc>
              <a:defRPr/>
            </a:pPr>
            <a:r>
              <a:rPr lang="zh-CN" altLang="en-US" sz="1100">
                <a:solidFill>
                  <a:srgbClr val="FFFFFF"/>
                </a:solidFill>
                <a:latin typeface="Arial" panose="020B0604020202020204" pitchFamily="34" charset="0"/>
              </a:rPr>
              <a:t>字体</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黑体</a:t>
            </a:r>
          </a:p>
          <a:p>
            <a:pPr algn="r" eaLnBrk="0" hangingPunct="0">
              <a:lnSpc>
                <a:spcPct val="125000"/>
              </a:lnSpc>
              <a:defRPr/>
            </a:pPr>
            <a:r>
              <a:rPr lang="en-US" altLang="zh-CN" sz="1100">
                <a:solidFill>
                  <a:srgbClr val="FFFFFF"/>
                </a:solidFill>
                <a:latin typeface="Arial" panose="020B0604020202020204" pitchFamily="34" charset="0"/>
              </a:rPr>
              <a:t>  </a:t>
            </a:r>
            <a:r>
              <a:rPr lang="zh-CN" altLang="en-US" sz="1100">
                <a:solidFill>
                  <a:srgbClr val="FFFFFF"/>
                </a:solidFill>
                <a:latin typeface="Arial" panose="020B0604020202020204" pitchFamily="34" charset="0"/>
              </a:rPr>
              <a:t>副标题</a:t>
            </a:r>
            <a:r>
              <a:rPr lang="en-US" altLang="zh-CN" sz="1100">
                <a:solidFill>
                  <a:srgbClr val="FFFFFF"/>
                </a:solidFill>
                <a:latin typeface="Arial" panose="020B0604020202020204" pitchFamily="34" charset="0"/>
              </a:rPr>
              <a:t>:24-28pt</a:t>
            </a:r>
            <a:endParaRPr lang="zh-CN" altLang="en-US" sz="1100">
              <a:solidFill>
                <a:srgbClr val="FFFFFF"/>
              </a:solidFill>
              <a:latin typeface="Arial" panose="020B0604020202020204" pitchFamily="34" charset="0"/>
            </a:endParaRPr>
          </a:p>
          <a:p>
            <a:pPr algn="r" eaLnBrk="0" hangingPunct="0">
              <a:lnSpc>
                <a:spcPct val="125000"/>
              </a:lnSpc>
              <a:defRPr/>
            </a:pPr>
            <a:r>
              <a:rPr lang="zh-CN" altLang="en-US" sz="1100">
                <a:solidFill>
                  <a:srgbClr val="FFFFFF"/>
                </a:solidFill>
                <a:latin typeface="Arial" panose="020B0604020202020204" pitchFamily="34" charset="0"/>
              </a:rPr>
              <a:t>字体颜色</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反白</a:t>
            </a:r>
          </a:p>
          <a:p>
            <a:pPr algn="r" eaLnBrk="0" hangingPunct="0">
              <a:lnSpc>
                <a:spcPct val="125000"/>
              </a:lnSpc>
              <a:defRPr/>
            </a:pPr>
            <a:r>
              <a:rPr lang="zh-CN" altLang="en-US" sz="1100">
                <a:solidFill>
                  <a:srgbClr val="FFFFFF"/>
                </a:solidFill>
                <a:latin typeface="Arial" panose="020B0604020202020204" pitchFamily="34" charset="0"/>
              </a:rPr>
              <a:t>字体</a:t>
            </a:r>
            <a:r>
              <a:rPr lang="en-US" altLang="zh-CN" sz="1100">
                <a:solidFill>
                  <a:srgbClr val="FFFFFF"/>
                </a:solidFill>
                <a:latin typeface="Arial" panose="020B0604020202020204" pitchFamily="34" charset="0"/>
              </a:rPr>
              <a:t>:</a:t>
            </a:r>
            <a:r>
              <a:rPr lang="zh-CN" altLang="en-US" sz="1100">
                <a:solidFill>
                  <a:srgbClr val="FFFFFF"/>
                </a:solidFill>
                <a:latin typeface="Arial" panose="020B0604020202020204" pitchFamily="34" charset="0"/>
              </a:rPr>
              <a:t>细黑体</a:t>
            </a: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defRPr/>
            </a:pPr>
            <a:endParaRPr lang="zh-CN" altLang="en-US" sz="1100">
              <a:solidFill>
                <a:srgbClr val="FFFFFF"/>
              </a:solidFill>
              <a:latin typeface="Arial" panose="020B0604020202020204" pitchFamily="34" charset="0"/>
            </a:endParaRPr>
          </a:p>
          <a:p>
            <a:pPr algn="r" eaLnBrk="0" hangingPunct="0">
              <a:lnSpc>
                <a:spcPct val="125000"/>
              </a:lnSpc>
              <a:spcBef>
                <a:spcPct val="50000"/>
              </a:spcBef>
              <a:defRPr/>
            </a:pPr>
            <a:endParaRPr lang="zh-CN" altLang="en-US" sz="1100">
              <a:solidFill>
                <a:srgbClr val="000000"/>
              </a:solidFill>
              <a:latin typeface="Arial" panose="020B0604020202020204" pitchFamily="34" charset="0"/>
            </a:endParaRPr>
          </a:p>
        </p:txBody>
      </p:sp>
      <p:sp>
        <p:nvSpPr>
          <p:cNvPr id="8" name="Rectangle 11"/>
          <p:cNvSpPr>
            <a:spLocks noChangeArrowheads="1"/>
          </p:cNvSpPr>
          <p:nvPr userDrawn="1"/>
        </p:nvSpPr>
        <p:spPr bwMode="auto">
          <a:xfrm>
            <a:off x="11242427" y="309564"/>
            <a:ext cx="614523" cy="352425"/>
          </a:xfrm>
          <a:prstGeom prst="rect">
            <a:avLst/>
          </a:prstGeom>
          <a:noFill/>
          <a:ln>
            <a:noFill/>
          </a:ln>
          <a:extLst/>
        </p:spPr>
        <p:txBody>
          <a:bodyPr wrap="none" lIns="83596" tIns="41795" rIns="83596" bIns="41795">
            <a:spAutoFit/>
          </a:bodyPr>
          <a:lstStyle>
            <a:lvl1pPr defTabSz="835025">
              <a:defRPr>
                <a:solidFill>
                  <a:schemeClr val="tx1"/>
                </a:solidFill>
                <a:latin typeface="Calibri" panose="020F0502020204030204" pitchFamily="34" charset="0"/>
                <a:ea typeface="宋体" panose="02010600030101010101" pitchFamily="2" charset="-122"/>
              </a:defRPr>
            </a:lvl1pPr>
            <a:lvl2pPr marL="742950" indent="-285750" defTabSz="835025">
              <a:defRPr>
                <a:solidFill>
                  <a:schemeClr val="tx1"/>
                </a:solidFill>
                <a:latin typeface="Calibri" panose="020F0502020204030204" pitchFamily="34" charset="0"/>
                <a:ea typeface="宋体" panose="02010600030101010101" pitchFamily="2" charset="-122"/>
              </a:defRPr>
            </a:lvl2pPr>
            <a:lvl3pPr marL="1143000" indent="-228600" defTabSz="835025">
              <a:defRPr>
                <a:solidFill>
                  <a:schemeClr val="tx1"/>
                </a:solidFill>
                <a:latin typeface="Calibri" panose="020F0502020204030204" pitchFamily="34" charset="0"/>
                <a:ea typeface="宋体" panose="02010600030101010101" pitchFamily="2" charset="-122"/>
              </a:defRPr>
            </a:lvl3pPr>
            <a:lvl4pPr marL="1600200" indent="-228600" defTabSz="835025">
              <a:defRPr>
                <a:solidFill>
                  <a:schemeClr val="tx1"/>
                </a:solidFill>
                <a:latin typeface="Calibri" panose="020F0502020204030204" pitchFamily="34" charset="0"/>
                <a:ea typeface="宋体" panose="02010600030101010101" pitchFamily="2" charset="-122"/>
              </a:defRPr>
            </a:lvl4pPr>
            <a:lvl5pPr marL="2057400" indent="-228600" defTabSz="835025">
              <a:defRPr>
                <a:solidFill>
                  <a:schemeClr val="tx1"/>
                </a:solidFill>
                <a:latin typeface="Calibri" panose="020F0502020204030204" pitchFamily="34" charset="0"/>
                <a:ea typeface="宋体" panose="02010600030101010101" pitchFamily="2" charset="-122"/>
              </a:defRPr>
            </a:lvl5pPr>
            <a:lvl6pPr marL="25146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350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0" hangingPunct="0">
              <a:defRPr/>
            </a:pPr>
            <a:r>
              <a:rPr lang="zh-CN" altLang="en-US" sz="1700" b="1">
                <a:solidFill>
                  <a:srgbClr val="777777"/>
                </a:solidFill>
                <a:latin typeface="FrutigerNext LT Regular" pitchFamily="34" charset="0"/>
              </a:rPr>
              <a:t>绝密</a:t>
            </a:r>
          </a:p>
        </p:txBody>
      </p:sp>
      <p:cxnSp>
        <p:nvCxnSpPr>
          <p:cNvPr id="9" name="AcnStpConnector_ID_220170"/>
          <p:cNvCxnSpPr>
            <a:cxnSpLocks noChangeShapeType="1"/>
          </p:cNvCxnSpPr>
          <p:nvPr userDrawn="1">
            <p:custDataLst>
              <p:tags r:id="rId1"/>
            </p:custDataLst>
          </p:nvPr>
        </p:nvCxnSpPr>
        <p:spPr bwMode="gray">
          <a:xfrm>
            <a:off x="9189255" y="188913"/>
            <a:ext cx="0" cy="0"/>
          </a:xfrm>
          <a:prstGeom prst="straightConnector1">
            <a:avLst/>
          </a:prstGeom>
          <a:noFill/>
          <a:ln w="9525">
            <a:solidFill>
              <a:srgbClr val="000000"/>
            </a:solidFill>
            <a:round/>
            <a:headEnd/>
            <a:tailEnd/>
          </a:ln>
        </p:spPr>
      </p:cxnSp>
      <p:cxnSp>
        <p:nvCxnSpPr>
          <p:cNvPr id="10" name="AcnStpConnector_ID_220171"/>
          <p:cNvCxnSpPr>
            <a:cxnSpLocks noChangeShapeType="1"/>
          </p:cNvCxnSpPr>
          <p:nvPr userDrawn="1">
            <p:custDataLst>
              <p:tags r:id="rId2"/>
            </p:custDataLst>
          </p:nvPr>
        </p:nvCxnSpPr>
        <p:spPr bwMode="gray">
          <a:xfrm>
            <a:off x="9189255" y="452438"/>
            <a:ext cx="0" cy="0"/>
          </a:xfrm>
          <a:prstGeom prst="straightConnector1">
            <a:avLst/>
          </a:prstGeom>
          <a:noFill/>
          <a:ln w="9525">
            <a:solidFill>
              <a:srgbClr val="000000"/>
            </a:solidFill>
            <a:round/>
            <a:headEnd/>
            <a:tailEnd/>
          </a:ln>
        </p:spPr>
      </p:cxnSp>
      <p:grpSp>
        <p:nvGrpSpPr>
          <p:cNvPr id="11" name="Group 18"/>
          <p:cNvGrpSpPr>
            <a:grpSpLocks/>
          </p:cNvGrpSpPr>
          <p:nvPr userDrawn="1"/>
        </p:nvGrpSpPr>
        <p:grpSpPr bwMode="auto">
          <a:xfrm>
            <a:off x="0" y="0"/>
            <a:ext cx="12195175" cy="6858000"/>
            <a:chOff x="1" y="1"/>
            <a:chExt cx="7681" cy="4320"/>
          </a:xfrm>
        </p:grpSpPr>
        <p:pic>
          <p:nvPicPr>
            <p:cNvPr id="12" name="Picture 19" descr="封面元素2"/>
            <p:cNvPicPr>
              <a:picLocks noChangeAspect="1" noChangeArrowheads="1"/>
            </p:cNvPicPr>
            <p:nvPr userDrawn="1"/>
          </p:nvPicPr>
          <p:blipFill>
            <a:blip r:embed="rId4" cstate="print"/>
            <a:srcRect/>
            <a:stretch>
              <a:fillRect/>
            </a:stretch>
          </p:blipFill>
          <p:spPr bwMode="auto">
            <a:xfrm>
              <a:off x="1" y="1"/>
              <a:ext cx="7681" cy="4320"/>
            </a:xfrm>
            <a:prstGeom prst="rect">
              <a:avLst/>
            </a:prstGeom>
            <a:noFill/>
            <a:ln w="9525">
              <a:noFill/>
              <a:miter lim="800000"/>
              <a:headEnd/>
              <a:tailEnd/>
            </a:ln>
          </p:spPr>
        </p:pic>
        <p:sp>
          <p:nvSpPr>
            <p:cNvPr id="13" name="Rectangle 20"/>
            <p:cNvSpPr>
              <a:spLocks noChangeArrowheads="1"/>
            </p:cNvSpPr>
            <p:nvPr userDrawn="1"/>
          </p:nvSpPr>
          <p:spPr bwMode="auto">
            <a:xfrm>
              <a:off x="6555" y="3482"/>
              <a:ext cx="604" cy="629"/>
            </a:xfrm>
            <a:prstGeom prst="rect">
              <a:avLst/>
            </a:prstGeom>
            <a:solidFill>
              <a:schemeClr val="bg1"/>
            </a:solidFill>
            <a:ln>
              <a:noFill/>
            </a:ln>
            <a:extLst/>
          </p:spPr>
          <p:txBody>
            <a:bodyPr wrap="none" anchor="ctr"/>
            <a:lstStyle>
              <a:lvl1pPr defTabSz="1085850">
                <a:defRPr>
                  <a:solidFill>
                    <a:schemeClr val="tx1"/>
                  </a:solidFill>
                  <a:latin typeface="Calibri" panose="020F0502020204030204" pitchFamily="34" charset="0"/>
                  <a:ea typeface="宋体" panose="02010600030101010101" pitchFamily="2" charset="-122"/>
                </a:defRPr>
              </a:lvl1pPr>
              <a:lvl2pPr marL="742950" indent="-285750" defTabSz="1085850">
                <a:defRPr>
                  <a:solidFill>
                    <a:schemeClr val="tx1"/>
                  </a:solidFill>
                  <a:latin typeface="Calibri" panose="020F0502020204030204" pitchFamily="34" charset="0"/>
                  <a:ea typeface="宋体" panose="02010600030101010101" pitchFamily="2" charset="-122"/>
                </a:defRPr>
              </a:lvl2pPr>
              <a:lvl3pPr marL="1143000" indent="-228600" defTabSz="1085850">
                <a:defRPr>
                  <a:solidFill>
                    <a:schemeClr val="tx1"/>
                  </a:solidFill>
                  <a:latin typeface="Calibri" panose="020F0502020204030204" pitchFamily="34" charset="0"/>
                  <a:ea typeface="宋体" panose="02010600030101010101" pitchFamily="2" charset="-122"/>
                </a:defRPr>
              </a:lvl3pPr>
              <a:lvl4pPr marL="1600200" indent="-228600" defTabSz="1085850">
                <a:defRPr>
                  <a:solidFill>
                    <a:schemeClr val="tx1"/>
                  </a:solidFill>
                  <a:latin typeface="Calibri" panose="020F0502020204030204" pitchFamily="34" charset="0"/>
                  <a:ea typeface="宋体" panose="02010600030101010101" pitchFamily="2" charset="-122"/>
                </a:defRPr>
              </a:lvl4pPr>
              <a:lvl5pPr marL="2057400" indent="-228600" defTabSz="1085850">
                <a:defRPr>
                  <a:solidFill>
                    <a:schemeClr val="tx1"/>
                  </a:solidFill>
                  <a:latin typeface="Calibri" panose="020F0502020204030204" pitchFamily="34" charset="0"/>
                  <a:ea typeface="宋体" panose="02010600030101010101" pitchFamily="2" charset="-122"/>
                </a:defRPr>
              </a:lvl5pPr>
              <a:lvl6pPr marL="25146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108585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sz="1700" b="1">
                <a:solidFill>
                  <a:srgbClr val="000000"/>
                </a:solidFill>
                <a:latin typeface="Arial" panose="020B0604020202020204" pitchFamily="34" charset="0"/>
              </a:endParaRPr>
            </a:p>
          </p:txBody>
        </p:sp>
      </p:grpSp>
      <p:pic>
        <p:nvPicPr>
          <p:cNvPr id="14" name="Picture 21" descr="Logo"/>
          <p:cNvPicPr>
            <a:picLocks noChangeArrowheads="1"/>
          </p:cNvPicPr>
          <p:nvPr userDrawn="1"/>
        </p:nvPicPr>
        <p:blipFill>
          <a:blip r:embed="rId5" cstate="print"/>
          <a:srcRect/>
          <a:stretch>
            <a:fillRect/>
          </a:stretch>
        </p:blipFill>
        <p:spPr bwMode="auto">
          <a:xfrm>
            <a:off x="10327789" y="3505200"/>
            <a:ext cx="838418" cy="762000"/>
          </a:xfrm>
          <a:prstGeom prst="rect">
            <a:avLst/>
          </a:prstGeom>
          <a:noFill/>
          <a:ln w="9525">
            <a:noFill/>
            <a:miter lim="800000"/>
            <a:headEnd/>
            <a:tailEnd/>
          </a:ln>
        </p:spPr>
      </p:pic>
      <p:sp>
        <p:nvSpPr>
          <p:cNvPr id="66564" name="Rectangle 4"/>
          <p:cNvSpPr>
            <a:spLocks noGrp="1" noChangeArrowheads="1"/>
          </p:cNvSpPr>
          <p:nvPr>
            <p:ph type="ctrTitle" sz="quarter"/>
          </p:nvPr>
        </p:nvSpPr>
        <p:spPr>
          <a:xfrm>
            <a:off x="848222" y="1393832"/>
            <a:ext cx="7075248" cy="1666876"/>
          </a:xfrm>
        </p:spPr>
        <p:txBody>
          <a:bodyPr/>
          <a:lstStyle>
            <a:lvl1pPr>
              <a:defRPr sz="3800" b="1">
                <a:solidFill>
                  <a:schemeClr val="bg1"/>
                </a:solidFill>
              </a:defRPr>
            </a:lvl1pPr>
          </a:lstStyle>
          <a:p>
            <a:r>
              <a:rPr lang="zh-CN" altLang="en-US"/>
              <a:t>单击此处编辑母版标题样式</a:t>
            </a:r>
          </a:p>
        </p:txBody>
      </p:sp>
      <p:sp>
        <p:nvSpPr>
          <p:cNvPr id="66565" name="Rectangle 5"/>
          <p:cNvSpPr>
            <a:spLocks noGrp="1" noChangeArrowheads="1"/>
          </p:cNvSpPr>
          <p:nvPr>
            <p:ph type="subTitle" sz="quarter" idx="1"/>
          </p:nvPr>
        </p:nvSpPr>
        <p:spPr>
          <a:xfrm>
            <a:off x="912944" y="3179766"/>
            <a:ext cx="7073543" cy="868362"/>
          </a:xfrm>
        </p:spPr>
        <p:txBody>
          <a:bodyPr lIns="83646" tIns="41820" rIns="83646" bIns="41820"/>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5" name="Rectangle 9"/>
          <p:cNvSpPr>
            <a:spLocks noGrp="1" noChangeArrowheads="1"/>
          </p:cNvSpPr>
          <p:nvPr>
            <p:ph type="dt" sz="quarter" idx="10"/>
          </p:nvPr>
        </p:nvSpPr>
        <p:spPr>
          <a:xfrm>
            <a:off x="913051" y="285750"/>
            <a:ext cx="2845541" cy="476250"/>
          </a:xfrm>
          <a:prstGeom prst="rect">
            <a:avLst/>
          </a:prstGeom>
        </p:spPr>
        <p:txBody>
          <a:bodyPr lIns="83646" tIns="41820" rIns="83646" bIns="41820"/>
          <a:lstStyle>
            <a:lvl1pPr eaLnBrk="1" fontAlgn="auto" hangingPunct="1">
              <a:lnSpc>
                <a:spcPct val="100000"/>
              </a:lnSpc>
              <a:spcBef>
                <a:spcPts val="0"/>
              </a:spcBef>
              <a:spcAft>
                <a:spcPts val="0"/>
              </a:spcAft>
              <a:defRPr>
                <a:solidFill>
                  <a:srgbClr val="000000"/>
                </a:solidFill>
                <a:latin typeface="FrutigerNext LT Regular"/>
                <a:ea typeface="华文细黑"/>
                <a:cs typeface="+mn-cs"/>
              </a:defRPr>
            </a:lvl1pPr>
          </a:lstStyle>
          <a:p>
            <a:pPr>
              <a:defRPr/>
            </a:pPr>
            <a:endParaRPr lang="en-US" altLang="zh-CN"/>
          </a:p>
        </p:txBody>
      </p:sp>
    </p:spTree>
    <p:extLst>
      <p:ext uri="{BB962C8B-B14F-4D97-AF65-F5344CB8AC3E}">
        <p14:creationId xmlns:p14="http://schemas.microsoft.com/office/powerpoint/2010/main" val="124458189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77967" y="44450"/>
            <a:ext cx="10977416" cy="908051"/>
          </a:xfrm>
          <a:prstGeom prst="rect">
            <a:avLst/>
          </a:prstGeom>
        </p:spPr>
        <p:txBody>
          <a:bodyPr lIns="91407" tIns="45702" rIns="91407" bIns="45702"/>
          <a:lstStyle/>
          <a:p>
            <a:r>
              <a:rPr lang="zh-CN" altLang="en-US"/>
              <a:t>单击此处编辑母版标题样式</a:t>
            </a:r>
          </a:p>
        </p:txBody>
      </p:sp>
      <p:sp>
        <p:nvSpPr>
          <p:cNvPr id="3" name="日期占位符 2"/>
          <p:cNvSpPr>
            <a:spLocks noGrp="1"/>
          </p:cNvSpPr>
          <p:nvPr>
            <p:ph type="dt" sz="half" idx="10"/>
          </p:nvPr>
        </p:nvSpPr>
        <p:spPr>
          <a:xfrm>
            <a:off x="8482634" y="6489701"/>
            <a:ext cx="2797903" cy="455613"/>
          </a:xfrm>
          <a:prstGeom prst="rect">
            <a:avLst/>
          </a:prstGeom>
        </p:spPr>
        <p:txBody>
          <a:bodyPr lIns="193524" tIns="96762" rIns="193524" bIns="96762"/>
          <a:lstStyle>
            <a:lvl1pPr eaLnBrk="1" fontAlgn="auto" hangingPunct="1">
              <a:spcBef>
                <a:spcPts val="0"/>
              </a:spcBef>
              <a:spcAft>
                <a:spcPts val="0"/>
              </a:spcAft>
              <a:defRPr>
                <a:solidFill>
                  <a:srgbClr val="000000"/>
                </a:solidFill>
                <a:latin typeface="FrutigerNext LT Medium"/>
                <a:ea typeface="华文细黑"/>
                <a:cs typeface="+mn-cs"/>
              </a:defRPr>
            </a:lvl1pPr>
          </a:lstStyle>
          <a:p>
            <a:pPr>
              <a:defRPr/>
            </a:pPr>
            <a:endParaRPr lang="en-GB"/>
          </a:p>
        </p:txBody>
      </p:sp>
    </p:spTree>
    <p:extLst>
      <p:ext uri="{BB962C8B-B14F-4D97-AF65-F5344CB8AC3E}">
        <p14:creationId xmlns:p14="http://schemas.microsoft.com/office/powerpoint/2010/main" val="1226786884"/>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527198" y="404818"/>
            <a:ext cx="10918492" cy="5430837"/>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3" name="Rectangle 5"/>
          <p:cNvSpPr>
            <a:spLocks noGrp="1" noChangeArrowheads="1"/>
          </p:cNvSpPr>
          <p:nvPr>
            <p:ph type="dt" sz="half" idx="10"/>
          </p:nvPr>
        </p:nvSpPr>
        <p:spPr>
          <a:xfrm>
            <a:off x="8484222" y="6489701"/>
            <a:ext cx="2796315" cy="455613"/>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000000"/>
                </a:solidFill>
                <a:latin typeface="FrutigerNext LT Medium" pitchFamily="34" charset="0"/>
                <a:ea typeface="华文细黑" pitchFamily="2" charset="-122"/>
                <a:cs typeface="Arial" pitchFamily="34" charset="0"/>
              </a:defRPr>
            </a:lvl1pPr>
          </a:lstStyle>
          <a:p>
            <a:r>
              <a:rPr lang="de-DE" altLang="zh-CN"/>
              <a:t>Page </a:t>
            </a:r>
            <a:fld id="{374AA930-5DBB-4738-B8B9-A61267FD4652}" type="slidenum">
              <a:rPr lang="de-DE" altLang="zh-CN"/>
              <a:pPr/>
              <a:t>‹#›</a:t>
            </a:fld>
            <a:endParaRPr lang="en-GB" altLang="zh-CN"/>
          </a:p>
        </p:txBody>
      </p:sp>
    </p:spTree>
    <p:extLst>
      <p:ext uri="{BB962C8B-B14F-4D97-AF65-F5344CB8AC3E}">
        <p14:creationId xmlns:p14="http://schemas.microsoft.com/office/powerpoint/2010/main" val="1457337789"/>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cstate="print"/>
          <a:srcRect/>
          <a:stretch>
            <a:fillRect/>
          </a:stretch>
        </p:blipFill>
        <p:spPr bwMode="auto">
          <a:xfrm>
            <a:off x="10014442" y="5589597"/>
            <a:ext cx="1018382" cy="763587"/>
          </a:xfrm>
          <a:prstGeom prst="rect">
            <a:avLst/>
          </a:prstGeom>
          <a:noFill/>
          <a:ln w="9525">
            <a:noFill/>
            <a:miter lim="800000"/>
            <a:headEnd/>
            <a:tailEnd/>
          </a:ln>
        </p:spPr>
      </p:pic>
      <p:pic>
        <p:nvPicPr>
          <p:cNvPr id="5" name="Picture 10" descr="2"/>
          <p:cNvPicPr>
            <a:picLocks noChangeAspect="1" noChangeArrowheads="1"/>
          </p:cNvPicPr>
          <p:nvPr/>
        </p:nvPicPr>
        <p:blipFill>
          <a:blip r:embed="rId3" cstate="print"/>
          <a:srcRect/>
          <a:stretch>
            <a:fillRect/>
          </a:stretch>
        </p:blipFill>
        <p:spPr bwMode="auto">
          <a:xfrm>
            <a:off x="0" y="782639"/>
            <a:ext cx="12195175" cy="3810000"/>
          </a:xfrm>
          <a:prstGeom prst="rect">
            <a:avLst/>
          </a:prstGeom>
          <a:noFill/>
          <a:ln w="9525">
            <a:noFill/>
            <a:miter lim="800000"/>
            <a:headEnd/>
            <a:tailEnd/>
          </a:ln>
        </p:spPr>
      </p:pic>
      <p:sp>
        <p:nvSpPr>
          <p:cNvPr id="6" name="Text Box 20"/>
          <p:cNvSpPr txBox="1">
            <a:spLocks noChangeArrowheads="1"/>
          </p:cNvSpPr>
          <p:nvPr/>
        </p:nvSpPr>
        <p:spPr bwMode="auto">
          <a:xfrm>
            <a:off x="870183" y="6207128"/>
            <a:ext cx="3483143" cy="354048"/>
          </a:xfrm>
          <a:prstGeom prst="rect">
            <a:avLst/>
          </a:prstGeom>
          <a:noFill/>
          <a:ln w="9525">
            <a:noFill/>
            <a:miter lim="800000"/>
            <a:headEnd/>
            <a:tailEnd/>
          </a:ln>
        </p:spPr>
        <p:txBody>
          <a:bodyPr wrap="none" lIns="106780" tIns="53392" rIns="106780" bIns="53392">
            <a:spAutoFit/>
          </a:bodyPr>
          <a:lstStyle/>
          <a:p>
            <a:pPr defTabSz="1068373" eaLnBrk="0" hangingPunct="0">
              <a:defRPr/>
            </a:pPr>
            <a:r>
              <a:rPr lang="en-US" altLang="zh-CN" sz="1600" dirty="0">
                <a:solidFill>
                  <a:srgbClr val="000000"/>
                </a:solidFill>
                <a:latin typeface="FrutigerNext LT Bold" pitchFamily="1" charset="0"/>
                <a:ea typeface="ＭＳ Ｐゴシック" pitchFamily="34" charset="-128"/>
              </a:rPr>
              <a:t>HUAWEI TECHNOLOGIES CO., LTD.</a:t>
            </a:r>
            <a:endParaRPr lang="en-US" altLang="zh-CN" sz="2933" dirty="0">
              <a:solidFill>
                <a:srgbClr val="000000"/>
              </a:solidFill>
              <a:latin typeface="Arial" pitchFamily="34" charset="0"/>
              <a:ea typeface="ＭＳ Ｐゴシック" pitchFamily="34" charset="-128"/>
            </a:endParaRPr>
          </a:p>
        </p:txBody>
      </p:sp>
      <p:sp>
        <p:nvSpPr>
          <p:cNvPr id="7" name="Text Box 22"/>
          <p:cNvSpPr txBox="1">
            <a:spLocks noChangeArrowheads="1"/>
          </p:cNvSpPr>
          <p:nvPr/>
        </p:nvSpPr>
        <p:spPr bwMode="auto">
          <a:xfrm>
            <a:off x="9635459" y="4094164"/>
            <a:ext cx="1788705" cy="354048"/>
          </a:xfrm>
          <a:prstGeom prst="rect">
            <a:avLst/>
          </a:prstGeom>
          <a:noFill/>
          <a:ln w="9525">
            <a:noFill/>
            <a:miter lim="800000"/>
            <a:headEnd/>
            <a:tailEnd/>
          </a:ln>
        </p:spPr>
        <p:txBody>
          <a:bodyPr wrap="none" lIns="106780" tIns="53392" rIns="106780" bIns="53392">
            <a:spAutoFit/>
          </a:bodyPr>
          <a:lstStyle/>
          <a:p>
            <a:pPr defTabSz="1068373" eaLnBrk="0" hangingPunct="0">
              <a:defRPr/>
            </a:pPr>
            <a:r>
              <a:rPr lang="en-US" altLang="zh-CN" sz="1600" dirty="0">
                <a:solidFill>
                  <a:srgbClr val="FFFFFF"/>
                </a:solidFill>
                <a:latin typeface="FrutigerNext LT Regular"/>
                <a:ea typeface="MS PGothic" pitchFamily="34" charset="-128"/>
              </a:rPr>
              <a:t>www.huawei.com</a:t>
            </a:r>
          </a:p>
        </p:txBody>
      </p:sp>
      <p:sp>
        <p:nvSpPr>
          <p:cNvPr id="8" name="Rectangle 23"/>
          <p:cNvSpPr>
            <a:spLocks noChangeArrowheads="1"/>
          </p:cNvSpPr>
          <p:nvPr/>
        </p:nvSpPr>
        <p:spPr bwMode="auto">
          <a:xfrm>
            <a:off x="5314225" y="6207125"/>
            <a:ext cx="2196874" cy="353998"/>
          </a:xfrm>
          <a:prstGeom prst="rect">
            <a:avLst/>
          </a:prstGeom>
          <a:noFill/>
          <a:ln w="9525" algn="ctr">
            <a:noFill/>
            <a:miter lim="800000"/>
            <a:headEnd/>
            <a:tailEnd/>
          </a:ln>
          <a:effectLst/>
        </p:spPr>
        <p:txBody>
          <a:bodyPr wrap="none" lIns="106739" tIns="53367" rIns="106739" bIns="53367">
            <a:spAutoFit/>
          </a:bodyPr>
          <a:lstStyle/>
          <a:p>
            <a:pPr defTabSz="1068373" eaLnBrk="0" hangingPunct="0">
              <a:defRPr/>
            </a:pPr>
            <a:r>
              <a:rPr lang="en-US" altLang="zh-CN" sz="1600" dirty="0">
                <a:solidFill>
                  <a:srgbClr val="000000"/>
                </a:solidFill>
                <a:latin typeface="FrutigerNext LT Bold" pitchFamily="1" charset="0"/>
                <a:ea typeface="MS PGothic" pitchFamily="34" charset="-128"/>
              </a:rPr>
              <a:t>Huawei Confidential </a:t>
            </a:r>
          </a:p>
        </p:txBody>
      </p:sp>
      <p:sp>
        <p:nvSpPr>
          <p:cNvPr id="9" name="Rectangle 25"/>
          <p:cNvSpPr>
            <a:spLocks noChangeArrowheads="1"/>
          </p:cNvSpPr>
          <p:nvPr/>
        </p:nvSpPr>
        <p:spPr bwMode="auto">
          <a:xfrm>
            <a:off x="9059591" y="247651"/>
            <a:ext cx="1874671" cy="395099"/>
          </a:xfrm>
          <a:prstGeom prst="rect">
            <a:avLst/>
          </a:prstGeom>
          <a:noFill/>
          <a:ln w="9525" algn="ctr">
            <a:noFill/>
            <a:miter lim="800000"/>
            <a:headEnd/>
            <a:tailEnd/>
          </a:ln>
          <a:effectLst/>
        </p:spPr>
        <p:txBody>
          <a:bodyPr wrap="none" lIns="106739" tIns="53367" rIns="106739" bIns="53367">
            <a:spAutoFit/>
          </a:bodyPr>
          <a:lstStyle/>
          <a:p>
            <a:pPr defTabSz="1068373" eaLnBrk="0" hangingPunct="0">
              <a:defRPr/>
            </a:pPr>
            <a:r>
              <a:rPr lang="en-US" altLang="zh-CN" sz="1867" b="1" dirty="0">
                <a:solidFill>
                  <a:srgbClr val="666666"/>
                </a:solidFill>
                <a:latin typeface="FrutigerNext LT Regular"/>
                <a:ea typeface="MS PGothic" pitchFamily="34" charset="-128"/>
              </a:rPr>
              <a:t>Security Level: </a:t>
            </a:r>
          </a:p>
        </p:txBody>
      </p:sp>
      <p:sp>
        <p:nvSpPr>
          <p:cNvPr id="10" name="Text Box 66"/>
          <p:cNvSpPr txBox="1">
            <a:spLocks noChangeArrowheads="1"/>
          </p:cNvSpPr>
          <p:nvPr/>
        </p:nvSpPr>
        <p:spPr bwMode="auto">
          <a:xfrm>
            <a:off x="-2625350" y="1322393"/>
            <a:ext cx="2625350" cy="5018031"/>
          </a:xfrm>
          <a:prstGeom prst="rect">
            <a:avLst/>
          </a:prstGeom>
          <a:noFill/>
          <a:ln w="9525" algn="ctr">
            <a:noFill/>
            <a:miter lim="800000"/>
            <a:headEnd/>
            <a:tailEnd/>
          </a:ln>
          <a:effectLst/>
        </p:spPr>
        <p:txBody>
          <a:bodyPr lIns="106800" tIns="53399" rIns="106800" bIns="53399">
            <a:spAutoFit/>
          </a:bodyPr>
          <a:lstStyle/>
          <a:p>
            <a:pPr algn="r" defTabSz="1068373" eaLnBrk="0" hangingPunct="0">
              <a:lnSpc>
                <a:spcPct val="125000"/>
              </a:lnSpc>
              <a:defRPr/>
            </a:pPr>
            <a:r>
              <a:rPr lang="zh-CN" altLang="en-US" sz="1467" dirty="0">
                <a:solidFill>
                  <a:srgbClr val="FFFFFF"/>
                </a:solidFill>
              </a:rPr>
              <a:t>英文标题</a:t>
            </a:r>
            <a:r>
              <a:rPr lang="en-US" altLang="zh-CN" sz="1467" dirty="0">
                <a:solidFill>
                  <a:srgbClr val="FFFFFF"/>
                </a:solidFill>
              </a:rPr>
              <a:t>:40-47pt  </a:t>
            </a:r>
          </a:p>
          <a:p>
            <a:pPr algn="r" defTabSz="1068373" eaLnBrk="0" hangingPunct="0">
              <a:lnSpc>
                <a:spcPct val="125000"/>
              </a:lnSpc>
              <a:defRPr/>
            </a:pPr>
            <a:r>
              <a:rPr lang="zh-CN" altLang="en-US" sz="1467" dirty="0">
                <a:solidFill>
                  <a:srgbClr val="FFFFFF"/>
                </a:solidFill>
              </a:rPr>
              <a:t>副标题</a:t>
            </a:r>
            <a:r>
              <a:rPr lang="en-US" altLang="zh-CN" sz="1467" dirty="0">
                <a:solidFill>
                  <a:srgbClr val="FFFFFF"/>
                </a:solidFill>
              </a:rPr>
              <a:t>:26-30pt</a:t>
            </a:r>
          </a:p>
          <a:p>
            <a:pPr algn="r" defTabSz="1068373" eaLnBrk="0" hangingPunct="0">
              <a:lnSpc>
                <a:spcPct val="125000"/>
              </a:lnSpc>
              <a:defRPr/>
            </a:pPr>
            <a:r>
              <a:rPr lang="zh-CN" altLang="en-US" sz="1467" dirty="0">
                <a:solidFill>
                  <a:srgbClr val="FFFFFF"/>
                </a:solidFill>
              </a:rPr>
              <a:t>字体颜色</a:t>
            </a:r>
            <a:r>
              <a:rPr lang="en-US" altLang="zh-CN" sz="1467" dirty="0">
                <a:solidFill>
                  <a:srgbClr val="FFFFFF"/>
                </a:solidFill>
              </a:rPr>
              <a:t>:</a:t>
            </a:r>
            <a:r>
              <a:rPr lang="zh-CN" altLang="en-US" sz="1467" dirty="0">
                <a:solidFill>
                  <a:srgbClr val="FFFFFF"/>
                </a:solidFill>
              </a:rPr>
              <a:t>反白</a:t>
            </a:r>
          </a:p>
          <a:p>
            <a:pPr algn="r" defTabSz="1068373" eaLnBrk="0" hangingPunct="0">
              <a:lnSpc>
                <a:spcPct val="125000"/>
              </a:lnSpc>
              <a:defRPr/>
            </a:pPr>
            <a:r>
              <a:rPr lang="zh-CN" altLang="en-US" sz="1467" dirty="0">
                <a:solidFill>
                  <a:srgbClr val="FFFFFF"/>
                </a:solidFill>
              </a:rPr>
              <a:t>内部使用字体 </a:t>
            </a:r>
            <a:r>
              <a:rPr lang="en-US" altLang="zh-CN" sz="1467" dirty="0">
                <a:solidFill>
                  <a:srgbClr val="FFFFFF"/>
                </a:solidFill>
              </a:rPr>
              <a:t>:</a:t>
            </a:r>
          </a:p>
          <a:p>
            <a:pPr algn="r" defTabSz="1068373" eaLnBrk="0" hangingPunct="0">
              <a:lnSpc>
                <a:spcPct val="125000"/>
              </a:lnSpc>
              <a:defRPr/>
            </a:pPr>
            <a:r>
              <a:rPr lang="en-US" altLang="zh-CN" sz="1467" dirty="0" err="1">
                <a:solidFill>
                  <a:srgbClr val="FFFFFF"/>
                </a:solidFill>
              </a:rPr>
              <a:t>FrutigerNext</a:t>
            </a:r>
            <a:r>
              <a:rPr lang="en-US" altLang="zh-CN" sz="1467" dirty="0">
                <a:solidFill>
                  <a:srgbClr val="FFFFFF"/>
                </a:solidFill>
              </a:rPr>
              <a:t> LT Medium</a:t>
            </a:r>
          </a:p>
          <a:p>
            <a:pPr algn="r" defTabSz="1068373" eaLnBrk="0" hangingPunct="0">
              <a:lnSpc>
                <a:spcPct val="125000"/>
              </a:lnSpc>
              <a:defRPr/>
            </a:pPr>
            <a:r>
              <a:rPr lang="zh-CN" altLang="en-US" sz="1467" dirty="0">
                <a:solidFill>
                  <a:srgbClr val="FFFFFF"/>
                </a:solidFill>
              </a:rPr>
              <a:t>外部使用字体 </a:t>
            </a:r>
            <a:r>
              <a:rPr lang="en-US" altLang="zh-CN" sz="1467" dirty="0">
                <a:solidFill>
                  <a:srgbClr val="FFFFFF"/>
                </a:solidFill>
              </a:rPr>
              <a:t>: Arial</a:t>
            </a: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r>
              <a:rPr lang="zh-CN" altLang="en-US" sz="1467" dirty="0">
                <a:solidFill>
                  <a:srgbClr val="FFFFFF"/>
                </a:solidFill>
              </a:rPr>
              <a:t>中文标题</a:t>
            </a:r>
            <a:r>
              <a:rPr lang="en-US" altLang="zh-CN" sz="1467" dirty="0">
                <a:solidFill>
                  <a:srgbClr val="FFFFFF"/>
                </a:solidFill>
              </a:rPr>
              <a:t>:35-47pt</a:t>
            </a:r>
          </a:p>
          <a:p>
            <a:pPr algn="r" defTabSz="1068373" eaLnBrk="0" hangingPunct="0">
              <a:lnSpc>
                <a:spcPct val="125000"/>
              </a:lnSpc>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黑体</a:t>
            </a:r>
          </a:p>
          <a:p>
            <a:pPr algn="r" defTabSz="1068373" eaLnBrk="0" hangingPunct="0">
              <a:lnSpc>
                <a:spcPct val="125000"/>
              </a:lnSpc>
              <a:defRPr/>
            </a:pPr>
            <a:r>
              <a:rPr lang="en-US" altLang="zh-CN" sz="1467" dirty="0">
                <a:solidFill>
                  <a:srgbClr val="FFFFFF"/>
                </a:solidFill>
              </a:rPr>
              <a:t>  </a:t>
            </a:r>
            <a:r>
              <a:rPr lang="zh-CN" altLang="en-US" sz="1467" dirty="0">
                <a:solidFill>
                  <a:srgbClr val="FFFFFF"/>
                </a:solidFill>
              </a:rPr>
              <a:t>副标题</a:t>
            </a:r>
            <a:r>
              <a:rPr lang="en-US" altLang="zh-CN" sz="1467" dirty="0">
                <a:solidFill>
                  <a:srgbClr val="FFFFFF"/>
                </a:solidFill>
              </a:rPr>
              <a:t>:24-28pt</a:t>
            </a:r>
            <a:endParaRPr lang="zh-CN" altLang="en-US" sz="1467" dirty="0">
              <a:solidFill>
                <a:srgbClr val="FFFFFF"/>
              </a:solidFill>
            </a:endParaRPr>
          </a:p>
          <a:p>
            <a:pPr algn="r" defTabSz="1068373" eaLnBrk="0" hangingPunct="0">
              <a:lnSpc>
                <a:spcPct val="125000"/>
              </a:lnSpc>
              <a:defRPr/>
            </a:pPr>
            <a:r>
              <a:rPr lang="zh-CN" altLang="en-US" sz="1467" dirty="0">
                <a:solidFill>
                  <a:srgbClr val="FFFFFF"/>
                </a:solidFill>
              </a:rPr>
              <a:t>字体颜色</a:t>
            </a:r>
            <a:r>
              <a:rPr lang="en-US" altLang="zh-CN" sz="1467" dirty="0">
                <a:solidFill>
                  <a:srgbClr val="FFFFFF"/>
                </a:solidFill>
              </a:rPr>
              <a:t>:</a:t>
            </a:r>
            <a:r>
              <a:rPr lang="zh-CN" altLang="en-US" sz="1467" dirty="0">
                <a:solidFill>
                  <a:srgbClr val="FFFFFF"/>
                </a:solidFill>
              </a:rPr>
              <a:t>反白</a:t>
            </a:r>
          </a:p>
          <a:p>
            <a:pPr algn="r" defTabSz="1068373" eaLnBrk="0" hangingPunct="0">
              <a:lnSpc>
                <a:spcPct val="125000"/>
              </a:lnSpc>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细黑体</a:t>
            </a: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defRPr/>
            </a:pPr>
            <a:endParaRPr lang="zh-CN" altLang="en-US" sz="1467" dirty="0">
              <a:solidFill>
                <a:srgbClr val="FFFFFF"/>
              </a:solidFill>
            </a:endParaRPr>
          </a:p>
          <a:p>
            <a:pPr algn="r" defTabSz="1068373" eaLnBrk="0" hangingPunct="0">
              <a:lnSpc>
                <a:spcPct val="125000"/>
              </a:lnSpc>
              <a:spcBef>
                <a:spcPct val="50000"/>
              </a:spcBef>
              <a:defRPr/>
            </a:pPr>
            <a:endParaRPr lang="zh-CN" altLang="en-US" sz="1467" dirty="0">
              <a:solidFill>
                <a:srgbClr val="000000"/>
              </a:solidFill>
            </a:endParaRPr>
          </a:p>
        </p:txBody>
      </p:sp>
      <p:sp>
        <p:nvSpPr>
          <p:cNvPr id="44047" name="Rectangle 15"/>
          <p:cNvSpPr>
            <a:spLocks noGrp="1" noChangeArrowheads="1"/>
          </p:cNvSpPr>
          <p:nvPr>
            <p:ph type="ctrTitle" sz="quarter"/>
          </p:nvPr>
        </p:nvSpPr>
        <p:spPr>
          <a:xfrm>
            <a:off x="849026" y="1392243"/>
            <a:ext cx="7073624" cy="1666875"/>
          </a:xfrm>
        </p:spPr>
        <p:txBody>
          <a:bodyPr/>
          <a:lstStyle>
            <a:lvl1pPr>
              <a:defRPr sz="5200" b="1">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9" y="3182945"/>
            <a:ext cx="7075742" cy="865187"/>
          </a:xfrm>
        </p:spPr>
        <p:txBody>
          <a:bodyPr lIns="80100" tIns="40049" rIns="80100" bIns="40049"/>
          <a:lstStyle>
            <a:lvl1pPr marL="0" indent="0">
              <a:buFont typeface="Wingdings" pitchFamily="2" charset="2"/>
              <a:buNone/>
              <a:defRPr sz="3733">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2524" y="282580"/>
            <a:ext cx="2845541" cy="474663"/>
          </a:xfrm>
        </p:spPr>
        <p:txBody>
          <a:bodyPr lIns="80100" tIns="40049" rIns="80100" bIns="40049"/>
          <a:lstStyle>
            <a:lvl1pPr>
              <a:lnSpc>
                <a:spcPct val="100000"/>
              </a:lnSpc>
              <a:defRPr>
                <a:latin typeface="FrutigerNext LT Regular" pitchFamily="34" charset="0"/>
              </a:defRPr>
            </a:lvl1pPr>
          </a:lstStyle>
          <a:p>
            <a:pPr>
              <a:defRPr/>
            </a:pPr>
            <a:fld id="{15526149-8621-431D-BB14-2EC215FF5204}" type="datetime1">
              <a:rPr lang="zh-CN" altLang="en-US">
                <a:solidFill>
                  <a:srgbClr val="000000"/>
                </a:solidFill>
              </a:rPr>
              <a:pPr>
                <a:defRPr/>
              </a:pPr>
              <a:t>2025/12/22</a:t>
            </a:fld>
            <a:endParaRPr lang="en-US" altLang="zh-CN">
              <a:solidFill>
                <a:srgbClr val="000000"/>
              </a:solidFill>
            </a:endParaRPr>
          </a:p>
        </p:txBody>
      </p:sp>
    </p:spTree>
    <p:extLst>
      <p:ext uri="{BB962C8B-B14F-4D97-AF65-F5344CB8AC3E}">
        <p14:creationId xmlns:p14="http://schemas.microsoft.com/office/powerpoint/2010/main" val="2758627893"/>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C32E5358-FC28-40A2-A3EE-EEB0206344F5}"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99834810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9"/>
            <a:ext cx="10365899" cy="1362075"/>
          </a:xfr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667"/>
            </a:lvl1pPr>
            <a:lvl2pPr marL="609279" indent="0">
              <a:buNone/>
              <a:defRPr sz="2400"/>
            </a:lvl2pPr>
            <a:lvl3pPr marL="1218584" indent="0">
              <a:buNone/>
              <a:defRPr sz="2133"/>
            </a:lvl3pPr>
            <a:lvl4pPr marL="1827873" indent="0">
              <a:buNone/>
              <a:defRPr sz="1867"/>
            </a:lvl4pPr>
            <a:lvl5pPr marL="2437170" indent="0">
              <a:buNone/>
              <a:defRPr sz="1867"/>
            </a:lvl5pPr>
            <a:lvl6pPr marL="3046449" indent="0">
              <a:buNone/>
              <a:defRPr sz="1867"/>
            </a:lvl6pPr>
            <a:lvl7pPr marL="3655727" indent="0">
              <a:buNone/>
              <a:defRPr sz="1867"/>
            </a:lvl7pPr>
            <a:lvl8pPr marL="4265024" indent="0">
              <a:buNone/>
              <a:defRPr sz="1867"/>
            </a:lvl8pPr>
            <a:lvl9pPr marL="4874311" indent="0">
              <a:buNone/>
              <a:defRPr sz="1867"/>
            </a:lvl9pPr>
          </a:lstStyle>
          <a:p>
            <a:pPr lvl="0"/>
            <a:r>
              <a:rPr lang="zh-CN" altLang="en-US"/>
              <a:t>单击此处编辑母版文本样式</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13239AC8-A76F-428D-BE1E-C90FE99C0849}"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56439954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86" y="1641484"/>
            <a:ext cx="5185066" cy="41941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526" y="1641484"/>
            <a:ext cx="5187184" cy="4194175"/>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74A2C6AD-2D09-4121-A551-FA6F69C4990B}"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14302189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63" y="274637"/>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3"/>
          </a:xfrm>
        </p:spPr>
        <p:txBody>
          <a:bodyPr anchor="b"/>
          <a:lstStyle>
            <a:lvl1pPr marL="0" indent="0">
              <a:buNone/>
              <a:defRPr sz="3200" b="1"/>
            </a:lvl1pPr>
            <a:lvl2pPr marL="609279" indent="0">
              <a:buNone/>
              <a:defRPr sz="2667" b="1"/>
            </a:lvl2pPr>
            <a:lvl3pPr marL="1218584" indent="0">
              <a:buNone/>
              <a:defRPr sz="2400" b="1"/>
            </a:lvl3pPr>
            <a:lvl4pPr marL="1827873" indent="0">
              <a:buNone/>
              <a:defRPr sz="2133" b="1"/>
            </a:lvl4pPr>
            <a:lvl5pPr marL="2437170" indent="0">
              <a:buNone/>
              <a:defRPr sz="2133" b="1"/>
            </a:lvl5pPr>
            <a:lvl6pPr marL="3046449" indent="0">
              <a:buNone/>
              <a:defRPr sz="2133" b="1"/>
            </a:lvl6pPr>
            <a:lvl7pPr marL="3655727" indent="0">
              <a:buNone/>
              <a:defRPr sz="2133" b="1"/>
            </a:lvl7pPr>
            <a:lvl8pPr marL="4265024" indent="0">
              <a:buNone/>
              <a:defRPr sz="2133" b="1"/>
            </a:lvl8pPr>
            <a:lvl9pPr marL="4874311"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011" y="1535113"/>
            <a:ext cx="5390437" cy="639763"/>
          </a:xfrm>
        </p:spPr>
        <p:txBody>
          <a:bodyPr anchor="b"/>
          <a:lstStyle>
            <a:lvl1pPr marL="0" indent="0">
              <a:buNone/>
              <a:defRPr sz="3200" b="1"/>
            </a:lvl1pPr>
            <a:lvl2pPr marL="609279" indent="0">
              <a:buNone/>
              <a:defRPr sz="2667" b="1"/>
            </a:lvl2pPr>
            <a:lvl3pPr marL="1218584" indent="0">
              <a:buNone/>
              <a:defRPr sz="2400" b="1"/>
            </a:lvl3pPr>
            <a:lvl4pPr marL="1827873" indent="0">
              <a:buNone/>
              <a:defRPr sz="2133" b="1"/>
            </a:lvl4pPr>
            <a:lvl5pPr marL="2437170" indent="0">
              <a:buNone/>
              <a:defRPr sz="2133" b="1"/>
            </a:lvl5pPr>
            <a:lvl6pPr marL="3046449" indent="0">
              <a:buNone/>
              <a:defRPr sz="2133" b="1"/>
            </a:lvl6pPr>
            <a:lvl7pPr marL="3655727" indent="0">
              <a:buNone/>
              <a:defRPr sz="2133" b="1"/>
            </a:lvl7pPr>
            <a:lvl8pPr marL="4265024" indent="0">
              <a:buNone/>
              <a:defRPr sz="2133" b="1"/>
            </a:lvl8pPr>
            <a:lvl9pPr marL="4874311"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5011" y="2174875"/>
            <a:ext cx="539043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5D699AE9-118C-45B4-8149-A3F2669DD684}"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29215874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260D656C-8CAF-45FA-AAF8-53F412432D19}"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74742882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B3200203-DC34-45FD-8E21-10D37B944097}"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22509072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66" y="273049"/>
            <a:ext cx="4012129" cy="1162051"/>
          </a:xfr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7977" y="273064"/>
            <a:ext cx="6817442"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66" y="1435113"/>
            <a:ext cx="4012129" cy="4691063"/>
          </a:xfrm>
        </p:spPr>
        <p:txBody>
          <a:bodyPr/>
          <a:lstStyle>
            <a:lvl1pPr marL="0" indent="0">
              <a:buNone/>
              <a:defRPr sz="1867"/>
            </a:lvl1pPr>
            <a:lvl2pPr marL="609279" indent="0">
              <a:buNone/>
              <a:defRPr sz="1600"/>
            </a:lvl2pPr>
            <a:lvl3pPr marL="1218584" indent="0">
              <a:buNone/>
              <a:defRPr sz="1333"/>
            </a:lvl3pPr>
            <a:lvl4pPr marL="1827873" indent="0">
              <a:buNone/>
              <a:defRPr sz="1200"/>
            </a:lvl4pPr>
            <a:lvl5pPr marL="2437170" indent="0">
              <a:buNone/>
              <a:defRPr sz="1200"/>
            </a:lvl5pPr>
            <a:lvl6pPr marL="3046449" indent="0">
              <a:buNone/>
              <a:defRPr sz="1200"/>
            </a:lvl6pPr>
            <a:lvl7pPr marL="3655727" indent="0">
              <a:buNone/>
              <a:defRPr sz="1200"/>
            </a:lvl7pPr>
            <a:lvl8pPr marL="4265024" indent="0">
              <a:buNone/>
              <a:defRPr sz="1200"/>
            </a:lvl8pPr>
            <a:lvl9pPr marL="4874311" indent="0">
              <a:buNone/>
              <a:defRPr sz="12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712B0EBB-8F82-4F12-A4ED-FACE3BC7A6F7}"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9397013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1"/>
            <a:ext cx="7317105" cy="566739"/>
          </a:xfr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90340" y="612775"/>
            <a:ext cx="7317105" cy="4114800"/>
          </a:xfrm>
        </p:spPr>
        <p:txBody>
          <a:bodyPr/>
          <a:lstStyle>
            <a:lvl1pPr marL="0" indent="0">
              <a:buNone/>
              <a:defRPr sz="4267"/>
            </a:lvl1pPr>
            <a:lvl2pPr marL="609279" indent="0">
              <a:buNone/>
              <a:defRPr sz="3733"/>
            </a:lvl2pPr>
            <a:lvl3pPr marL="1218584" indent="0">
              <a:buNone/>
              <a:defRPr sz="3200"/>
            </a:lvl3pPr>
            <a:lvl4pPr marL="1827873" indent="0">
              <a:buNone/>
              <a:defRPr sz="2667"/>
            </a:lvl4pPr>
            <a:lvl5pPr marL="2437170" indent="0">
              <a:buNone/>
              <a:defRPr sz="2667"/>
            </a:lvl5pPr>
            <a:lvl6pPr marL="3046449" indent="0">
              <a:buNone/>
              <a:defRPr sz="2667"/>
            </a:lvl6pPr>
            <a:lvl7pPr marL="3655727" indent="0">
              <a:buNone/>
              <a:defRPr sz="2667"/>
            </a:lvl7pPr>
            <a:lvl8pPr marL="4265024" indent="0">
              <a:buNone/>
              <a:defRPr sz="2667"/>
            </a:lvl8pPr>
            <a:lvl9pPr marL="4874311" indent="0">
              <a:buNone/>
              <a:defRPr sz="2667"/>
            </a:lvl9pPr>
          </a:lstStyle>
          <a:p>
            <a:pPr lvl="0"/>
            <a:endParaRPr lang="zh-CN" altLang="en-US" noProof="0"/>
          </a:p>
        </p:txBody>
      </p:sp>
      <p:sp>
        <p:nvSpPr>
          <p:cNvPr id="4" name="文本占位符 3"/>
          <p:cNvSpPr>
            <a:spLocks noGrp="1"/>
          </p:cNvSpPr>
          <p:nvPr>
            <p:ph type="body" sz="half" idx="2"/>
          </p:nvPr>
        </p:nvSpPr>
        <p:spPr>
          <a:xfrm>
            <a:off x="2390340" y="5367361"/>
            <a:ext cx="7317105" cy="804863"/>
          </a:xfrm>
        </p:spPr>
        <p:txBody>
          <a:bodyPr/>
          <a:lstStyle>
            <a:lvl1pPr marL="0" indent="0">
              <a:buNone/>
              <a:defRPr sz="1867"/>
            </a:lvl1pPr>
            <a:lvl2pPr marL="609279" indent="0">
              <a:buNone/>
              <a:defRPr sz="1600"/>
            </a:lvl2pPr>
            <a:lvl3pPr marL="1218584" indent="0">
              <a:buNone/>
              <a:defRPr sz="1333"/>
            </a:lvl3pPr>
            <a:lvl4pPr marL="1827873" indent="0">
              <a:buNone/>
              <a:defRPr sz="1200"/>
            </a:lvl4pPr>
            <a:lvl5pPr marL="2437170" indent="0">
              <a:buNone/>
              <a:defRPr sz="1200"/>
            </a:lvl5pPr>
            <a:lvl6pPr marL="3046449" indent="0">
              <a:buNone/>
              <a:defRPr sz="1200"/>
            </a:lvl6pPr>
            <a:lvl7pPr marL="3655727" indent="0">
              <a:buNone/>
              <a:defRPr sz="1200"/>
            </a:lvl7pPr>
            <a:lvl8pPr marL="4265024" indent="0">
              <a:buNone/>
              <a:defRPr sz="1200"/>
            </a:lvl8pPr>
            <a:lvl9pPr marL="4874311" indent="0">
              <a:buNone/>
              <a:defRPr sz="1200"/>
            </a:lvl9pPr>
          </a:lstStyle>
          <a:p>
            <a:pPr lvl="0"/>
            <a:r>
              <a:rPr lang="zh-CN" altLang="en-US"/>
              <a:t>单击此处编辑母版文本样式</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967B3FC7-B385-4A9F-97A9-E2699B74D52E}"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567858373"/>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0FEE889-E36C-490D-9B15-981C84B5F826}"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65801497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03392" y="115889"/>
            <a:ext cx="2642288" cy="57197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0177" y="115889"/>
            <a:ext cx="7729962" cy="5719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EBA00161-FB38-4854-9722-03F1863ED509}"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469605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0179" y="115892"/>
            <a:ext cx="10329905" cy="871537"/>
          </a:xfrm>
        </p:spPr>
        <p:txBody>
          <a:bodyPr/>
          <a:lstStyle/>
          <a:p>
            <a:r>
              <a:rPr lang="zh-CN" altLang="en-US"/>
              <a:t>单击此处编辑母版标题样式</a:t>
            </a:r>
          </a:p>
        </p:txBody>
      </p:sp>
      <p:sp>
        <p:nvSpPr>
          <p:cNvPr id="3" name="表格占位符 2"/>
          <p:cNvSpPr>
            <a:spLocks noGrp="1"/>
          </p:cNvSpPr>
          <p:nvPr>
            <p:ph type="tbl" idx="1"/>
          </p:nvPr>
        </p:nvSpPr>
        <p:spPr>
          <a:xfrm>
            <a:off x="870178" y="1641484"/>
            <a:ext cx="10575503" cy="4194175"/>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F0B96FBE-E18F-4543-9924-93621339586A}"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417886658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9" descr="Logo"/>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4971" y="5589589"/>
            <a:ext cx="1017852"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2638"/>
            <a:ext cx="1219517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0"/>
          <p:cNvSpPr txBox="1">
            <a:spLocks noChangeArrowheads="1"/>
          </p:cNvSpPr>
          <p:nvPr/>
        </p:nvSpPr>
        <p:spPr bwMode="auto">
          <a:xfrm>
            <a:off x="870177" y="6207126"/>
            <a:ext cx="261370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24" tIns="40063" rIns="80124" bIns="40063">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200">
                <a:solidFill>
                  <a:srgbClr val="000000"/>
                </a:solidFill>
                <a:latin typeface="FrutigerNext LT Bold" panose="020B0803040504020204" pitchFamily="34" charset="0"/>
              </a:rPr>
              <a:t>HUAWEI TECHNOLOGIES CO., LTD.</a:t>
            </a:r>
            <a:endParaRPr lang="en-US" altLang="zh-CN" sz="2200">
              <a:solidFill>
                <a:srgbClr val="000000"/>
              </a:solidFill>
              <a:latin typeface="Arial" panose="020B0604020202020204" pitchFamily="34" charset="0"/>
            </a:endParaRPr>
          </a:p>
        </p:txBody>
      </p:sp>
      <p:sp>
        <p:nvSpPr>
          <p:cNvPr id="7" name="Text Box 22"/>
          <p:cNvSpPr txBox="1">
            <a:spLocks noChangeArrowheads="1"/>
          </p:cNvSpPr>
          <p:nvPr/>
        </p:nvSpPr>
        <p:spPr bwMode="auto">
          <a:xfrm>
            <a:off x="9635459" y="4094163"/>
            <a:ext cx="133861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24" tIns="40063" rIns="80124" bIns="40063">
            <a:spAutoFit/>
          </a:bodyPr>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eaLnBrk="0" hangingPunct="0">
              <a:defRPr/>
            </a:pPr>
            <a:r>
              <a:rPr lang="en-US" altLang="zh-CN" sz="1200">
                <a:solidFill>
                  <a:srgbClr val="FFFFFF"/>
                </a:solidFill>
              </a:rPr>
              <a:t>www.huawei.com</a:t>
            </a:r>
          </a:p>
        </p:txBody>
      </p:sp>
      <p:sp>
        <p:nvSpPr>
          <p:cNvPr id="8" name="Rectangle 23"/>
          <p:cNvSpPr>
            <a:spLocks noChangeArrowheads="1"/>
          </p:cNvSpPr>
          <p:nvPr/>
        </p:nvSpPr>
        <p:spPr bwMode="auto">
          <a:xfrm>
            <a:off x="4369938" y="6165851"/>
            <a:ext cx="5279813"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092" tIns="40044" rIns="80092" bIns="40044">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400" b="1">
                <a:solidFill>
                  <a:srgbClr val="000000"/>
                </a:solidFill>
              </a:rPr>
              <a:t>Huawei Proprietary - Restricted Distribution</a:t>
            </a:r>
            <a:endParaRPr lang="zh-CN" altLang="zh-CN" sz="1400" b="1">
              <a:solidFill>
                <a:srgbClr val="000000"/>
              </a:solidFill>
            </a:endParaRPr>
          </a:p>
          <a:p>
            <a:pPr eaLnBrk="0" hangingPunct="0">
              <a:defRPr/>
            </a:pPr>
            <a:endParaRPr lang="en-US" altLang="zh-CN" sz="1200" b="1">
              <a:solidFill>
                <a:srgbClr val="000000"/>
              </a:solidFill>
              <a:latin typeface="FrutigerNext LT Bold" panose="020B0803040504020204" pitchFamily="34" charset="0"/>
            </a:endParaRPr>
          </a:p>
        </p:txBody>
      </p:sp>
      <p:sp>
        <p:nvSpPr>
          <p:cNvPr id="9" name="Rectangle 25"/>
          <p:cNvSpPr>
            <a:spLocks noChangeArrowheads="1"/>
          </p:cNvSpPr>
          <p:nvPr/>
        </p:nvSpPr>
        <p:spPr bwMode="auto">
          <a:xfrm>
            <a:off x="8979651" y="247651"/>
            <a:ext cx="3134541"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092" tIns="40044" rIns="80092" bIns="40044">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400" b="1">
                <a:solidFill>
                  <a:srgbClr val="666666"/>
                </a:solidFill>
              </a:rPr>
              <a:t>Security Level:</a:t>
            </a:r>
            <a:r>
              <a:rPr lang="zh-CN" altLang="en-US" sz="1400" b="1">
                <a:solidFill>
                  <a:srgbClr val="666666"/>
                </a:solidFill>
              </a:rPr>
              <a:t>  内部公开</a:t>
            </a:r>
          </a:p>
        </p:txBody>
      </p:sp>
      <p:sp>
        <p:nvSpPr>
          <p:cNvPr id="10" name="Text Box 66"/>
          <p:cNvSpPr txBox="1">
            <a:spLocks noChangeArrowheads="1"/>
          </p:cNvSpPr>
          <p:nvPr/>
        </p:nvSpPr>
        <p:spPr bwMode="auto">
          <a:xfrm>
            <a:off x="-2624821" y="1322388"/>
            <a:ext cx="2624821"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0139" tIns="40069" rIns="80139" bIns="40069">
            <a:spAutoFit/>
          </a:bodyPr>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英文标题</a:t>
            </a:r>
            <a:r>
              <a:rPr lang="en-US" altLang="zh-CN" sz="1100">
                <a:solidFill>
                  <a:srgbClr val="FFFFFF"/>
                </a:solidFill>
                <a:latin typeface="Arial" panose="020B0604020202020204" pitchFamily="34" charset="0"/>
                <a:ea typeface="华文细黑" panose="02010600040101010101" pitchFamily="2" charset="-122"/>
              </a:rPr>
              <a:t>:40-47pt  </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副标题</a:t>
            </a:r>
            <a:r>
              <a:rPr lang="en-US" altLang="zh-CN" sz="1100">
                <a:solidFill>
                  <a:srgbClr val="FFFFFF"/>
                </a:solidFill>
                <a:latin typeface="Arial" panose="020B0604020202020204" pitchFamily="34" charset="0"/>
                <a:ea typeface="华文细黑" panose="02010600040101010101" pitchFamily="2" charset="-122"/>
              </a:rPr>
              <a:t>:26-30pt</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反白</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内部使用字体 </a:t>
            </a:r>
            <a:r>
              <a:rPr lang="en-US" altLang="zh-CN" sz="1100">
                <a:solidFill>
                  <a:srgbClr val="FFFFFF"/>
                </a:solidFill>
                <a:latin typeface="Arial" panose="020B0604020202020204" pitchFamily="34" charset="0"/>
                <a:ea typeface="华文细黑" panose="02010600040101010101" pitchFamily="2" charset="-122"/>
              </a:rPr>
              <a:t>:</a:t>
            </a:r>
          </a:p>
          <a:p>
            <a:pPr algn="r" eaLnBrk="0" hangingPunct="0">
              <a:lnSpc>
                <a:spcPct val="125000"/>
              </a:lnSpc>
              <a:defRPr/>
            </a:pPr>
            <a:r>
              <a:rPr lang="en-US" altLang="zh-CN" sz="1100">
                <a:solidFill>
                  <a:srgbClr val="FFFFFF"/>
                </a:solidFill>
                <a:latin typeface="Arial" panose="020B0604020202020204" pitchFamily="34" charset="0"/>
                <a:ea typeface="华文细黑" panose="02010600040101010101" pitchFamily="2" charset="-122"/>
              </a:rPr>
              <a:t>FrutigerNext LT Medium</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外部使用字体 </a:t>
            </a:r>
            <a:r>
              <a:rPr lang="en-US" altLang="zh-CN" sz="1100">
                <a:solidFill>
                  <a:srgbClr val="FFFFFF"/>
                </a:solidFill>
                <a:latin typeface="Arial" panose="020B0604020202020204" pitchFamily="34" charset="0"/>
                <a:ea typeface="华文细黑" panose="02010600040101010101" pitchFamily="2" charset="-122"/>
              </a:rPr>
              <a:t>: Arial</a:t>
            </a: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中文标题</a:t>
            </a:r>
            <a:r>
              <a:rPr lang="en-US" altLang="zh-CN" sz="1100">
                <a:solidFill>
                  <a:srgbClr val="FFFFFF"/>
                </a:solidFill>
                <a:latin typeface="Arial" panose="020B0604020202020204" pitchFamily="34" charset="0"/>
                <a:ea typeface="华文细黑" panose="02010600040101010101" pitchFamily="2" charset="-122"/>
              </a:rPr>
              <a:t>:35-47pt</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黑体</a:t>
            </a:r>
          </a:p>
          <a:p>
            <a:pPr algn="r" eaLnBrk="0" hangingPunct="0">
              <a:lnSpc>
                <a:spcPct val="125000"/>
              </a:lnSpc>
              <a:defRPr/>
            </a:pPr>
            <a:r>
              <a:rPr lang="en-US" altLang="zh-CN" sz="1100">
                <a:solidFill>
                  <a:srgbClr val="FFFFFF"/>
                </a:solidFill>
                <a:latin typeface="Arial" panose="020B0604020202020204" pitchFamily="34" charset="0"/>
                <a:ea typeface="华文细黑" panose="02010600040101010101" pitchFamily="2" charset="-122"/>
              </a:rPr>
              <a:t>  </a:t>
            </a:r>
            <a:r>
              <a:rPr lang="zh-CN" altLang="en-US" sz="1100">
                <a:solidFill>
                  <a:srgbClr val="FFFFFF"/>
                </a:solidFill>
                <a:latin typeface="Arial" panose="020B0604020202020204" pitchFamily="34" charset="0"/>
                <a:ea typeface="华文细黑" panose="02010600040101010101" pitchFamily="2" charset="-122"/>
              </a:rPr>
              <a:t>副标题</a:t>
            </a:r>
            <a:r>
              <a:rPr lang="en-US" altLang="zh-CN" sz="1100">
                <a:solidFill>
                  <a:srgbClr val="FFFFFF"/>
                </a:solidFill>
                <a:latin typeface="Arial" panose="020B0604020202020204" pitchFamily="34" charset="0"/>
                <a:ea typeface="华文细黑" panose="02010600040101010101" pitchFamily="2" charset="-122"/>
              </a:rPr>
              <a:t>:24-28pt</a:t>
            </a: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反白</a:t>
            </a:r>
          </a:p>
          <a:p>
            <a:pPr algn="r" eaLnBrk="0" hangingPunct="0">
              <a:lnSpc>
                <a:spcPct val="125000"/>
              </a:lnSpc>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细黑体</a:t>
            </a: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defRPr/>
            </a:pPr>
            <a:endParaRPr lang="zh-CN" altLang="en-US" sz="1100">
              <a:solidFill>
                <a:srgbClr val="FFFFFF"/>
              </a:solidFill>
              <a:latin typeface="Arial" panose="020B0604020202020204" pitchFamily="34" charset="0"/>
              <a:ea typeface="华文细黑" panose="02010600040101010101" pitchFamily="2" charset="-122"/>
            </a:endParaRPr>
          </a:p>
          <a:p>
            <a:pPr algn="r" eaLnBrk="0" hangingPunct="0">
              <a:lnSpc>
                <a:spcPct val="125000"/>
              </a:lnSpc>
              <a:spcBef>
                <a:spcPct val="50000"/>
              </a:spcBef>
              <a:defRPr/>
            </a:pPr>
            <a:endParaRPr lang="zh-CN" altLang="en-US" sz="1100">
              <a:solidFill>
                <a:srgbClr val="000000"/>
              </a:solidFill>
              <a:latin typeface="Arial" panose="020B0604020202020204" pitchFamily="34" charset="0"/>
              <a:ea typeface="华文细黑" panose="02010600040101010101" pitchFamily="2" charset="-122"/>
            </a:endParaRPr>
          </a:p>
        </p:txBody>
      </p:sp>
      <p:sp>
        <p:nvSpPr>
          <p:cNvPr id="44047" name="Rectangle 15"/>
          <p:cNvSpPr>
            <a:spLocks noGrp="1" noChangeArrowheads="1"/>
          </p:cNvSpPr>
          <p:nvPr>
            <p:ph type="ctrTitle" sz="quarter"/>
          </p:nvPr>
        </p:nvSpPr>
        <p:spPr>
          <a:xfrm>
            <a:off x="849006" y="1392240"/>
            <a:ext cx="7073625" cy="1666875"/>
          </a:xfrm>
        </p:spPr>
        <p:txBody>
          <a:bodyPr/>
          <a:lstStyle>
            <a:lvl1pPr>
              <a:defRPr sz="4000" b="0">
                <a:solidFill>
                  <a:schemeClr val="bg1"/>
                </a:solidFill>
              </a:defRPr>
            </a:lvl1pPr>
          </a:lstStyle>
          <a:p>
            <a:r>
              <a:rPr lang="zh-CN" altLang="en-US"/>
              <a:t>单击此处编辑母版标题样式</a:t>
            </a:r>
          </a:p>
        </p:txBody>
      </p:sp>
      <p:sp>
        <p:nvSpPr>
          <p:cNvPr id="44048" name="Rectangle 16"/>
          <p:cNvSpPr>
            <a:spLocks noGrp="1" noChangeArrowheads="1"/>
          </p:cNvSpPr>
          <p:nvPr>
            <p:ph type="subTitle" sz="quarter" idx="1"/>
          </p:nvPr>
        </p:nvSpPr>
        <p:spPr>
          <a:xfrm>
            <a:off x="912523" y="3182940"/>
            <a:ext cx="7075742" cy="865187"/>
          </a:xfrm>
        </p:spPr>
        <p:txBody>
          <a:bodyPr lIns="80139" tIns="40069" rIns="80139" bIns="40069"/>
          <a:lstStyle>
            <a:lvl1pPr marL="0" indent="0">
              <a:buFont typeface="Wingdings" pitchFamily="2" charset="2"/>
              <a:buNone/>
              <a:defRPr sz="2800">
                <a:solidFill>
                  <a:schemeClr val="bg1"/>
                </a:solidFill>
                <a:latin typeface="华文细黑" pitchFamily="2" charset="-122"/>
              </a:defRPr>
            </a:lvl1pPr>
          </a:lstStyle>
          <a:p>
            <a:r>
              <a:rPr lang="zh-CN" altLang="en-US"/>
              <a:t>单击此处编辑母版副标题样式</a:t>
            </a:r>
          </a:p>
        </p:txBody>
      </p:sp>
      <p:sp>
        <p:nvSpPr>
          <p:cNvPr id="11" name="Rectangle 26"/>
          <p:cNvSpPr>
            <a:spLocks noGrp="1" noChangeArrowheads="1"/>
          </p:cNvSpPr>
          <p:nvPr>
            <p:ph type="dt" sz="quarter" idx="10"/>
          </p:nvPr>
        </p:nvSpPr>
        <p:spPr>
          <a:xfrm>
            <a:off x="913051" y="282575"/>
            <a:ext cx="2845541" cy="474663"/>
          </a:xfrm>
        </p:spPr>
        <p:txBody>
          <a:bodyPr lIns="80139" tIns="40069" rIns="80139" bIns="40069"/>
          <a:lstStyle>
            <a:lvl1pPr>
              <a:lnSpc>
                <a:spcPct val="100000"/>
              </a:lnSpc>
              <a:defRPr>
                <a:latin typeface="FrutigerNext LT Regular" panose="020B0503040504020204" pitchFamily="34" charset="0"/>
              </a:defRPr>
            </a:lvl1pPr>
          </a:lstStyle>
          <a:p>
            <a:pPr>
              <a:defRPr/>
            </a:pPr>
            <a:fld id="{71B8F6AD-5823-4D73-A921-6EA7518D7611}" type="datetimeFigureOut">
              <a:rPr lang="zh-CN" altLang="en-US">
                <a:solidFill>
                  <a:srgbClr val="000000"/>
                </a:solidFill>
              </a:rPr>
              <a:pPr>
                <a:defRPr/>
              </a:pPr>
              <a:t>2025/12/22</a:t>
            </a:fld>
            <a:endParaRPr lang="en-US" altLang="zh-CN">
              <a:solidFill>
                <a:srgbClr val="000000"/>
              </a:solidFill>
            </a:endParaRPr>
          </a:p>
        </p:txBody>
      </p:sp>
    </p:spTree>
    <p:extLst>
      <p:ext uri="{BB962C8B-B14F-4D97-AF65-F5344CB8AC3E}">
        <p14:creationId xmlns:p14="http://schemas.microsoft.com/office/powerpoint/2010/main" val="679581928"/>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B99DDFD-C585-414C-9095-67F4C36FEDEB}"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30978513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70178" y="1641475"/>
            <a:ext cx="5185066"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8" y="1641475"/>
            <a:ext cx="5187183"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B1BDE087-3A00-45E2-85BB-1CC27AE4473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98476374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CBE05F7E-0A21-4E9A-9388-8AEA10A6210C}"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01072980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0DD032E3-A15B-4E5A-9151-606A62F85A6E}"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181860015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0178" y="115890"/>
            <a:ext cx="10329905" cy="871537"/>
          </a:xfrm>
        </p:spPr>
        <p:txBody>
          <a:bodyPr/>
          <a:lstStyle/>
          <a:p>
            <a:r>
              <a:rPr lang="zh-CN" altLang="en-US"/>
              <a:t>单击此处编辑母版标题样式</a:t>
            </a:r>
          </a:p>
        </p:txBody>
      </p:sp>
      <p:sp>
        <p:nvSpPr>
          <p:cNvPr id="3" name="表格占位符 2"/>
          <p:cNvSpPr>
            <a:spLocks noGrp="1"/>
          </p:cNvSpPr>
          <p:nvPr>
            <p:ph type="tbl" idx="1"/>
          </p:nvPr>
        </p:nvSpPr>
        <p:spPr>
          <a:xfrm>
            <a:off x="870178" y="1641475"/>
            <a:ext cx="10575502" cy="4194175"/>
          </a:xfrm>
        </p:spPr>
        <p:txBody>
          <a:bodyPr/>
          <a:lstStyle/>
          <a:p>
            <a:pPr lvl="0"/>
            <a:endParaRPr lang="zh-CN" altLang="en-US" noProof="0"/>
          </a:p>
        </p:txBody>
      </p:sp>
      <p:sp>
        <p:nvSpPr>
          <p:cNvPr id="4"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87BE8EBC-CF2E-4293-9F93-91320D236B50}"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243754009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70178" y="115888"/>
            <a:ext cx="10575502" cy="5719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p:cNvSpPr>
            <a:spLocks noGrp="1" noChangeArrowheads="1"/>
          </p:cNvSpPr>
          <p:nvPr>
            <p:ph type="dt" sz="half" idx="10"/>
          </p:nvPr>
        </p:nvSpPr>
        <p:spPr>
          <a:ln/>
        </p:spPr>
        <p:txBody>
          <a:bodyPr/>
          <a:lstStyle>
            <a:lvl1pPr>
              <a:defRPr/>
            </a:lvl1pPr>
          </a:lstStyle>
          <a:p>
            <a:pPr>
              <a:defRPr/>
            </a:pPr>
            <a:r>
              <a:rPr lang="de-DE" altLang="zh-CN">
                <a:solidFill>
                  <a:srgbClr val="000000"/>
                </a:solidFill>
              </a:rPr>
              <a:t>Page </a:t>
            </a:r>
            <a:fld id="{48804445-9AFA-4AE9-93FD-BF32F58A0F93}"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62020767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rotWithShape="1">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t="16572"/>
          <a:stretch/>
        </p:blipFill>
        <p:spPr bwMode="auto">
          <a:xfrm>
            <a:off x="3176" y="1136469"/>
            <a:ext cx="12192000" cy="57215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矩形 3"/>
          <p:cNvSpPr/>
          <p:nvPr userDrawn="1"/>
        </p:nvSpPr>
        <p:spPr bwMode="auto">
          <a:xfrm>
            <a:off x="1" y="837292"/>
            <a:ext cx="12195175" cy="323848"/>
          </a:xfrm>
          <a:prstGeom prst="rect">
            <a:avLst/>
          </a:prstGeom>
          <a:solidFill>
            <a:schemeClr val="bg1"/>
          </a:solidFill>
          <a:ln>
            <a:noFill/>
          </a:ln>
          <a:effectLs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a:solidFill>
                <a:srgbClr val="000000"/>
              </a:solidFill>
              <a:ea typeface="宋体" charset="-122"/>
            </a:endParaRPr>
          </a:p>
        </p:txBody>
      </p:sp>
    </p:spTree>
    <p:extLst>
      <p:ext uri="{BB962C8B-B14F-4D97-AF65-F5344CB8AC3E}">
        <p14:creationId xmlns:p14="http://schemas.microsoft.com/office/powerpoint/2010/main" val="71570358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1_标题，文本与内容">
    <p:spTree>
      <p:nvGrpSpPr>
        <p:cNvPr id="1" name=""/>
        <p:cNvGrpSpPr/>
        <p:nvPr/>
      </p:nvGrpSpPr>
      <p:grpSpPr>
        <a:xfrm>
          <a:off x="0" y="0"/>
          <a:ext cx="0" cy="0"/>
          <a:chOff x="0" y="0"/>
          <a:chExt cx="0" cy="0"/>
        </a:xfrm>
      </p:grpSpPr>
      <p:pic>
        <p:nvPicPr>
          <p:cNvPr id="3" name="Picture 2" descr="D:\2015 MWC KV\2015 MWC PPT\新建文件夹\06.jpg"/>
          <p:cNvPicPr>
            <a:picLocks noChangeAspect="1" noChangeArrowheads="1"/>
          </p:cNvPicPr>
          <p:nvPr userDrawn="1"/>
        </p:nvPicPr>
        <p:blipFill>
          <a:blip r:embed="rId2" cstate="print">
            <a:clrChange>
              <a:clrFrom>
                <a:srgbClr val="E8E9EB"/>
              </a:clrFrom>
              <a:clrTo>
                <a:srgbClr val="E8E9EB">
                  <a:alpha val="0"/>
                </a:srgbClr>
              </a:clrTo>
            </a:clrChange>
            <a:extLst>
              <a:ext uri="{28A0092B-C50C-407E-A947-70E740481C1C}">
                <a14:useLocalDpi xmlns:a14="http://schemas.microsoft.com/office/drawing/2010/main" val="0"/>
              </a:ext>
            </a:extLst>
          </a:blip>
          <a:srcRect/>
          <a:stretch>
            <a:fillRect/>
          </a:stretch>
        </p:blipFill>
        <p:spPr bwMode="auto">
          <a:xfrm>
            <a:off x="3176"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16618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3" name="Picture 101" descr="图片3副本"/>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293534" y="6310354"/>
            <a:ext cx="1362801" cy="32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8"/>
          <p:cNvSpPr txBox="1">
            <a:spLocks noChangeArrowheads="1"/>
          </p:cNvSpPr>
          <p:nvPr userDrawn="1"/>
        </p:nvSpPr>
        <p:spPr bwMode="auto">
          <a:xfrm>
            <a:off x="696567" y="6386620"/>
            <a:ext cx="3136705"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HUAWEI TECHNOLOGIES CO., LTD.</a:t>
            </a:r>
          </a:p>
        </p:txBody>
      </p:sp>
      <p:sp>
        <p:nvSpPr>
          <p:cNvPr id="5" name="Rectangle 5"/>
          <p:cNvSpPr>
            <a:spLocks noChangeArrowheads="1"/>
          </p:cNvSpPr>
          <p:nvPr userDrawn="1"/>
        </p:nvSpPr>
        <p:spPr bwMode="auto">
          <a:xfrm>
            <a:off x="8279594" y="6386627"/>
            <a:ext cx="793947" cy="183127"/>
          </a:xfrm>
          <a:prstGeom prst="rect">
            <a:avLst/>
          </a:prstGeom>
          <a:noFill/>
          <a:ln>
            <a:noFill/>
          </a:ln>
        </p:spPr>
        <p:txBody>
          <a:bodyPr wrap="none" lIns="0" tIns="0" rIns="106819" bIns="0">
            <a:spAutoFit/>
          </a:bodyPr>
          <a:lstStyle/>
          <a:p>
            <a:pPr defTabSz="1068891" eaLnBrk="0" hangingPunct="0">
              <a:lnSpc>
                <a:spcPct val="85000"/>
              </a:lnSpc>
              <a:defRPr/>
            </a:pPr>
            <a:r>
              <a:rPr lang="de-DE"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rPr>
              <a:t>Page </a:t>
            </a:r>
            <a:fld id="{52A5D625-72FF-4364-B088-B7F11232586A}" type="slidenum">
              <a:rPr lang="de-DE" altLang="zh-CN" sz="1400">
                <a:solidFill>
                  <a:srgbClr val="000000">
                    <a:lumMod val="65000"/>
                    <a:lumOff val="35000"/>
                  </a:srgbClr>
                </a:solidFill>
                <a:latin typeface="Arial" panose="020B0604020202020204" pitchFamily="34" charset="0"/>
                <a:ea typeface="MS PGothic" pitchFamily="34" charset="-128"/>
                <a:cs typeface="Arial" panose="020B0604020202020204" pitchFamily="34" charset="0"/>
              </a:rPr>
              <a:pPr defTabSz="1068891" eaLnBrk="0" hangingPunct="0">
                <a:lnSpc>
                  <a:spcPct val="85000"/>
                </a:lnSpc>
                <a:defRPr/>
              </a:pPr>
              <a:t>‹#›</a:t>
            </a:fld>
            <a:endParaRPr lang="en-GB" altLang="zh-CN" sz="1400" dirty="0">
              <a:solidFill>
                <a:srgbClr val="000000">
                  <a:lumMod val="65000"/>
                  <a:lumOff val="35000"/>
                </a:srgbClr>
              </a:solidFill>
              <a:latin typeface="Arial" panose="020B0604020202020204" pitchFamily="34" charset="0"/>
              <a:ea typeface="MS PGothic" pitchFamily="34" charset="-128"/>
              <a:cs typeface="Arial" panose="020B0604020202020204" pitchFamily="34" charset="0"/>
            </a:endParaRPr>
          </a:p>
        </p:txBody>
      </p:sp>
      <p:sp>
        <p:nvSpPr>
          <p:cNvPr id="6" name="Title 1"/>
          <p:cNvSpPr>
            <a:spLocks noGrp="1"/>
          </p:cNvSpPr>
          <p:nvPr>
            <p:ph type="title" hasCustomPrompt="1"/>
          </p:nvPr>
        </p:nvSpPr>
        <p:spPr>
          <a:xfrm>
            <a:off x="696566" y="318719"/>
            <a:ext cx="10959766" cy="717549"/>
          </a:xfrm>
          <a:prstGeom prst="rect">
            <a:avLst/>
          </a:prstGeom>
        </p:spPr>
        <p:txBody>
          <a:bodyPr anchor="ctr"/>
          <a:lstStyle>
            <a:lvl1pPr>
              <a:defRPr sz="3200">
                <a:solidFill>
                  <a:srgbClr val="C00000"/>
                </a:solidFill>
                <a:latin typeface="+mn-ea"/>
                <a:ea typeface="+mn-ea"/>
              </a:defRPr>
            </a:lvl1pPr>
          </a:lstStyle>
          <a:p>
            <a:r>
              <a:rPr lang="zh-CN" altLang="en-US" dirty="0"/>
              <a:t>标题</a:t>
            </a:r>
          </a:p>
        </p:txBody>
      </p:sp>
    </p:spTree>
    <p:extLst>
      <p:ext uri="{BB962C8B-B14F-4D97-AF65-F5344CB8AC3E}">
        <p14:creationId xmlns:p14="http://schemas.microsoft.com/office/powerpoint/2010/main" val="59339391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91248"/>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759" y="1600205"/>
            <a:ext cx="10975658"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401746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759" y="6356351"/>
            <a:ext cx="2845541" cy="365125"/>
          </a:xfrm>
          <a:prstGeom prst="rect">
            <a:avLst/>
          </a:prstGeom>
        </p:spPr>
        <p:txBody>
          <a:bodyPr/>
          <a:lstStyle/>
          <a:p>
            <a:fld id="{530820CF-B880-4189-942D-D702A7CBA730}" type="datetimeFigureOut">
              <a:rPr lang="zh-CN" altLang="en-US">
                <a:solidFill>
                  <a:srgbClr val="000000"/>
                </a:solidFill>
                <a:latin typeface="Calibri" pitchFamily="34" charset="0"/>
                <a:ea typeface="宋体" pitchFamily="2" charset="-122"/>
              </a:rPr>
              <a:pPr/>
              <a:t>2025/12/22</a:t>
            </a:fld>
            <a:endParaRPr lang="zh-CN" altLang="en-US">
              <a:solidFill>
                <a:srgbClr val="000000"/>
              </a:solidFill>
              <a:latin typeface="Calibri" pitchFamily="34" charset="0"/>
              <a:ea typeface="宋体" pitchFamily="2" charset="-122"/>
            </a:endParaRPr>
          </a:p>
        </p:txBody>
      </p:sp>
      <p:sp>
        <p:nvSpPr>
          <p:cNvPr id="3" name="页脚占位符 2"/>
          <p:cNvSpPr>
            <a:spLocks noGrp="1"/>
          </p:cNvSpPr>
          <p:nvPr>
            <p:ph type="ftr" sz="quarter" idx="11"/>
          </p:nvPr>
        </p:nvSpPr>
        <p:spPr>
          <a:xfrm>
            <a:off x="4166685" y="6356351"/>
            <a:ext cx="3861805" cy="365125"/>
          </a:xfrm>
          <a:prstGeom prst="rect">
            <a:avLst/>
          </a:prstGeom>
        </p:spPr>
        <p:txBody>
          <a:bodyPr/>
          <a:lstStyle/>
          <a:p>
            <a:endParaRPr lang="zh-CN" altLang="en-US">
              <a:solidFill>
                <a:srgbClr val="000000"/>
              </a:solidFill>
              <a:latin typeface="Calibri" pitchFamily="34" charset="0"/>
              <a:ea typeface="宋体" pitchFamily="2" charset="-122"/>
            </a:endParaRPr>
          </a:p>
        </p:txBody>
      </p:sp>
      <p:sp>
        <p:nvSpPr>
          <p:cNvPr id="4" name="灯片编号占位符 3"/>
          <p:cNvSpPr>
            <a:spLocks noGrp="1"/>
          </p:cNvSpPr>
          <p:nvPr>
            <p:ph type="sldNum" sz="quarter" idx="12"/>
          </p:nvPr>
        </p:nvSpPr>
        <p:spPr>
          <a:xfrm>
            <a:off x="8739875" y="6356351"/>
            <a:ext cx="2845541" cy="365125"/>
          </a:xfrm>
          <a:prstGeom prst="rect">
            <a:avLst/>
          </a:prstGeom>
        </p:spPr>
        <p:txBody>
          <a:bodyPr/>
          <a:lstStyle/>
          <a:p>
            <a:fld id="{0C913308-F349-4B6D-A68A-DD1791B4A57B}" type="slidenum">
              <a:rPr lang="zh-CN" altLang="en-US">
                <a:solidFill>
                  <a:srgbClr val="000000"/>
                </a:solidFill>
                <a:latin typeface="Calibri" pitchFamily="34" charset="0"/>
                <a:ea typeface="宋体" pitchFamily="2" charset="-122"/>
              </a:rPr>
              <a:pPr/>
              <a:t>‹#›</a:t>
            </a:fld>
            <a:endParaRPr lang="zh-CN" altLang="en-US">
              <a:solidFill>
                <a:srgbClr val="000000"/>
              </a:solidFill>
              <a:latin typeface="Calibri" pitchFamily="34" charset="0"/>
              <a:ea typeface="宋体" pitchFamily="2" charset="-122"/>
            </a:endParaRPr>
          </a:p>
        </p:txBody>
      </p:sp>
    </p:spTree>
    <p:extLst>
      <p:ext uri="{BB962C8B-B14F-4D97-AF65-F5344CB8AC3E}">
        <p14:creationId xmlns:p14="http://schemas.microsoft.com/office/powerpoint/2010/main" val="1656657457"/>
      </p:ext>
    </p:extLst>
  </p:cSld>
  <p:clrMapOvr>
    <a:masterClrMapping/>
  </p:clrMapOvr>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9951" y="274651"/>
            <a:ext cx="10755466"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775823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userDrawn="1">
  <p:cSld name="课程目标">
    <p:spTree>
      <p:nvGrpSpPr>
        <p:cNvPr id="1" name=""/>
        <p:cNvGrpSpPr/>
        <p:nvPr/>
      </p:nvGrpSpPr>
      <p:grpSpPr>
        <a:xfrm>
          <a:off x="0" y="0"/>
          <a:ext cx="0" cy="0"/>
          <a:chOff x="0" y="0"/>
          <a:chExt cx="0" cy="0"/>
        </a:xfrm>
      </p:grpSpPr>
      <p:sp>
        <p:nvSpPr>
          <p:cNvPr id="2" name="标题 1"/>
          <p:cNvSpPr>
            <a:spLocks noGrp="1"/>
          </p:cNvSpPr>
          <p:nvPr>
            <p:ph type="title"/>
          </p:nvPr>
        </p:nvSpPr>
        <p:spPr>
          <a:xfrm>
            <a:off x="864226" y="240000"/>
            <a:ext cx="10975658" cy="768000"/>
          </a:xfrm>
          <a:prstGeom prst="rect">
            <a:avLst/>
          </a:prstGeom>
        </p:spPr>
        <p:txBody>
          <a:bodyPr/>
          <a:lstStyle/>
          <a:p>
            <a:r>
              <a:rPr lang="zh-CN" altLang="en-US" dirty="0"/>
              <a:t>单击此处编辑母版标题样式</a:t>
            </a:r>
          </a:p>
        </p:txBody>
      </p:sp>
      <p:sp>
        <p:nvSpPr>
          <p:cNvPr id="6" name="内容占位符 2"/>
          <p:cNvSpPr>
            <a:spLocks noGrp="1"/>
          </p:cNvSpPr>
          <p:nvPr>
            <p:ph idx="24"/>
          </p:nvPr>
        </p:nvSpPr>
        <p:spPr>
          <a:xfrm>
            <a:off x="903516" y="1496090"/>
            <a:ext cx="10388171" cy="3936436"/>
          </a:xfrm>
          <a:prstGeom prst="rect">
            <a:avLst/>
          </a:prstGeom>
          <a:noFill/>
          <a:ln w="9525">
            <a:noFill/>
            <a:miter lim="800000"/>
            <a:headEnd/>
            <a:tailEnd/>
          </a:ln>
        </p:spPr>
        <p:txBody>
          <a:bodyPr/>
          <a:lstStyle>
            <a:lvl1pPr algn="l" defTabSz="537985" rtl="0" eaLnBrk="0" fontAlgn="base" hangingPunct="0">
              <a:lnSpc>
                <a:spcPct val="140000"/>
              </a:lnSpc>
              <a:spcBef>
                <a:spcPct val="0"/>
              </a:spcBef>
              <a:spcAft>
                <a:spcPct val="0"/>
              </a:spcAft>
              <a:buClr>
                <a:schemeClr val="tx1">
                  <a:lumMod val="65000"/>
                  <a:lumOff val="35000"/>
                </a:schemeClr>
              </a:buClr>
              <a:buSzPct val="60000"/>
              <a:buFont typeface="Wingdings" pitchFamily="2" charset="2"/>
              <a:buChar char="l"/>
              <a:defRPr lang="en-US" altLang="zh-CN" sz="1754" b="1" smtClean="0">
                <a:solidFill>
                  <a:schemeClr val="tx1">
                    <a:lumMod val="85000"/>
                    <a:lumOff val="15000"/>
                  </a:schemeClr>
                </a:solidFill>
                <a:latin typeface="微软雅黑" pitchFamily="34" charset="-122"/>
                <a:ea typeface="微软雅黑" pitchFamily="34" charset="-122"/>
                <a:cs typeface="微软雅黑" pitchFamily="34" charset="-122"/>
              </a:defRPr>
            </a:lvl1pPr>
            <a:lvl2pPr algn="l" defTabSz="537985" rtl="0" eaLnBrk="0" fontAlgn="base" hangingPunct="0">
              <a:lnSpc>
                <a:spcPct val="140000"/>
              </a:lnSpc>
              <a:spcBef>
                <a:spcPct val="0"/>
              </a:spcBef>
              <a:spcAft>
                <a:spcPct val="0"/>
              </a:spcAft>
              <a:buSzPct val="60000"/>
              <a:buFont typeface="Wingdings" pitchFamily="2" charset="2"/>
              <a:buChar char="p"/>
              <a:defRPr lang="en-US" altLang="zh-CN" sz="1559" b="0" dirty="0" smtClean="0">
                <a:solidFill>
                  <a:schemeClr val="tx1">
                    <a:lumMod val="85000"/>
                    <a:lumOff val="15000"/>
                  </a:schemeClr>
                </a:solidFill>
                <a:latin typeface="微软雅黑" pitchFamily="34" charset="-122"/>
                <a:ea typeface="微软雅黑" pitchFamily="34" charset="-122"/>
                <a:cs typeface="微软雅黑" pitchFamily="34" charset="-122"/>
              </a:defRPr>
            </a:lvl2pPr>
            <a:lvl3pPr algn="l" defTabSz="537985" rtl="0" eaLnBrk="0" fontAlgn="base" hangingPunct="0">
              <a:lnSpc>
                <a:spcPct val="140000"/>
              </a:lnSpc>
              <a:spcBef>
                <a:spcPct val="0"/>
              </a:spcBef>
              <a:spcAft>
                <a:spcPct val="0"/>
              </a:spcAft>
              <a:buSzPct val="60000"/>
              <a:buFont typeface="Wingdings" pitchFamily="2" charset="2"/>
              <a:buChar char="n"/>
              <a:defRPr lang="en-US" altLang="zh-CN" sz="1364" b="0" dirty="0" smtClean="0">
                <a:solidFill>
                  <a:schemeClr val="tx1">
                    <a:lumMod val="85000"/>
                    <a:lumOff val="15000"/>
                  </a:schemeClr>
                </a:solidFill>
                <a:latin typeface="微软雅黑" pitchFamily="34" charset="-122"/>
                <a:ea typeface="微软雅黑" pitchFamily="34" charset="-122"/>
                <a:cs typeface="微软雅黑" pitchFamily="34" charset="-122"/>
              </a:defRPr>
            </a:lvl3pPr>
            <a:lvl4pPr algn="l" defTabSz="537985" rtl="0" eaLnBrk="0" fontAlgn="base" hangingPunct="0">
              <a:lnSpc>
                <a:spcPct val="140000"/>
              </a:lnSpc>
              <a:spcBef>
                <a:spcPct val="0"/>
              </a:spcBef>
              <a:spcAft>
                <a:spcPct val="0"/>
              </a:spcAft>
              <a:buFont typeface="微软雅黑" pitchFamily="34" charset="-122"/>
              <a:buChar char="-"/>
              <a:defRPr lang="en-US" altLang="zh-CN" sz="1266" b="0" dirty="0" smtClean="0">
                <a:solidFill>
                  <a:schemeClr val="tx1">
                    <a:lumMod val="85000"/>
                    <a:lumOff val="15000"/>
                  </a:schemeClr>
                </a:solidFill>
                <a:latin typeface="微软雅黑" pitchFamily="34" charset="-122"/>
                <a:ea typeface="微软雅黑" pitchFamily="34" charset="-122"/>
                <a:cs typeface="微软雅黑" pitchFamily="34" charset="-122"/>
              </a:defRPr>
            </a:lvl4pPr>
            <a:lvl5pPr algn="l" defTabSz="537985" rtl="0" eaLnBrk="0" fontAlgn="base" hangingPunct="0">
              <a:lnSpc>
                <a:spcPct val="140000"/>
              </a:lnSpc>
              <a:spcBef>
                <a:spcPct val="0"/>
              </a:spcBef>
              <a:spcAft>
                <a:spcPct val="0"/>
              </a:spcAft>
              <a:buFont typeface="微软雅黑" pitchFamily="34" charset="-122"/>
              <a:buChar char="~"/>
              <a:defRPr lang="zh-CN" altLang="en-US" sz="1169" b="0" dirty="0">
                <a:solidFill>
                  <a:schemeClr val="tx1">
                    <a:lumMod val="85000"/>
                    <a:lumOff val="15000"/>
                  </a:schemeClr>
                </a:solidFill>
                <a:latin typeface="微软雅黑" pitchFamily="34" charset="-122"/>
                <a:ea typeface="微软雅黑" pitchFamily="34" charset="-122"/>
                <a:cs typeface="微软雅黑" pitchFamily="34" charset="-122"/>
              </a:defRPr>
            </a:lvl5pPr>
          </a:lstStyle>
          <a:p>
            <a:pPr lvl="0"/>
            <a:r>
              <a:rPr lang="en-US" altLang="zh-CN" dirty="0"/>
              <a:t>Click to edit Master text styles</a:t>
            </a:r>
          </a:p>
          <a:p>
            <a:pPr marL="437504" lvl="1" indent="-166965" algn="l" defTabSz="537985" rtl="0" eaLnBrk="0" fontAlgn="base" hangingPunct="0">
              <a:lnSpc>
                <a:spcPct val="140000"/>
              </a:lnSpc>
              <a:spcBef>
                <a:spcPct val="0"/>
              </a:spcBef>
              <a:spcAft>
                <a:spcPct val="0"/>
              </a:spcAft>
              <a:buSzPct val="60000"/>
              <a:buFont typeface="Wingdings" pitchFamily="2" charset="2"/>
              <a:buChar char="p"/>
            </a:pPr>
            <a:r>
              <a:rPr lang="en-US" altLang="zh-CN" dirty="0"/>
              <a:t>Second level</a:t>
            </a:r>
          </a:p>
          <a:p>
            <a:pPr marL="672487" lvl="2" indent="-132955" algn="l" defTabSz="537985" rtl="0" eaLnBrk="0" fontAlgn="base" hangingPunct="0">
              <a:lnSpc>
                <a:spcPct val="140000"/>
              </a:lnSpc>
              <a:spcBef>
                <a:spcPct val="0"/>
              </a:spcBef>
              <a:spcAft>
                <a:spcPct val="0"/>
              </a:spcAft>
              <a:buSzPct val="60000"/>
              <a:buFont typeface="Wingdings" pitchFamily="2" charset="2"/>
              <a:buChar char="n"/>
            </a:pPr>
            <a:r>
              <a:rPr lang="en-US" altLang="zh-CN" dirty="0"/>
              <a:t>Third level</a:t>
            </a:r>
          </a:p>
          <a:p>
            <a:pPr marL="943027" lvl="3" indent="-134502" algn="l" defTabSz="537985" rtl="0" eaLnBrk="0" fontAlgn="base" hangingPunct="0">
              <a:lnSpc>
                <a:spcPct val="140000"/>
              </a:lnSpc>
              <a:spcBef>
                <a:spcPct val="0"/>
              </a:spcBef>
              <a:spcAft>
                <a:spcPct val="0"/>
              </a:spcAft>
              <a:buFont typeface="微软雅黑" pitchFamily="34" charset="-122"/>
              <a:buChar char="-"/>
            </a:pPr>
            <a:r>
              <a:rPr lang="en-US" altLang="zh-CN" dirty="0"/>
              <a:t>Fourth level</a:t>
            </a:r>
          </a:p>
          <a:p>
            <a:pPr marL="1210474" lvl="4" indent="-132955" algn="l" defTabSz="537985" rtl="0" eaLnBrk="0" fontAlgn="base" hangingPunct="0">
              <a:lnSpc>
                <a:spcPct val="140000"/>
              </a:lnSpc>
              <a:spcBef>
                <a:spcPct val="0"/>
              </a:spcBef>
              <a:spcAft>
                <a:spcPct val="0"/>
              </a:spcAft>
              <a:buFont typeface="微软雅黑" pitchFamily="34" charset="-122"/>
              <a:buChar char="~"/>
            </a:pPr>
            <a:r>
              <a:rPr lang="en-US" altLang="zh-CN" dirty="0"/>
              <a:t>Fifth level</a:t>
            </a:r>
            <a:endParaRPr lang="zh-CN" altLang="en-US" dirty="0"/>
          </a:p>
        </p:txBody>
      </p:sp>
    </p:spTree>
    <p:extLst>
      <p:ext uri="{BB962C8B-B14F-4D97-AF65-F5344CB8AC3E}">
        <p14:creationId xmlns:p14="http://schemas.microsoft.com/office/powerpoint/2010/main" val="3604615024"/>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70177" y="115889"/>
            <a:ext cx="10329377" cy="871537"/>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a:xfrm>
            <a:off x="8047247" y="6400802"/>
            <a:ext cx="1219518" cy="283464"/>
          </a:xfrm>
          <a:prstGeom prst="rect">
            <a:avLst/>
          </a:prstGeom>
        </p:spPr>
        <p:txBody>
          <a:bodyPr/>
          <a:lstStyle/>
          <a:p>
            <a:r>
              <a:rPr lang="en-US">
                <a:solidFill>
                  <a:srgbClr val="000000"/>
                </a:solidFill>
              </a:rPr>
              <a:t>Page </a:t>
            </a:r>
            <a:fld id="{6D95434A-1094-4C26-ADA4-1AB6210859AE}" type="slidenum">
              <a:rPr lang="en-US" smtClean="0">
                <a:solidFill>
                  <a:srgbClr val="000000"/>
                </a:solidFill>
              </a:rPr>
              <a:pPr/>
              <a:t>‹#›</a:t>
            </a:fld>
            <a:endParaRPr lang="zh-CN" altLang="en-US" dirty="0">
              <a:solidFill>
                <a:srgbClr val="000000"/>
              </a:solidFill>
            </a:endParaRPr>
          </a:p>
        </p:txBody>
      </p:sp>
      <p:sp>
        <p:nvSpPr>
          <p:cNvPr id="5" name="文本占位符 4"/>
          <p:cNvSpPr>
            <a:spLocks noGrp="1"/>
          </p:cNvSpPr>
          <p:nvPr>
            <p:ph type="body" sz="quarter" idx="11"/>
          </p:nvPr>
        </p:nvSpPr>
        <p:spPr>
          <a:xfrm>
            <a:off x="912523" y="1341438"/>
            <a:ext cx="10562798" cy="460784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262999826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70177" y="115889"/>
            <a:ext cx="10329377" cy="871537"/>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70178" y="1641475"/>
            <a:ext cx="5185066" cy="41941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58498" y="1641475"/>
            <a:ext cx="5187183" cy="41941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p:cNvSpPr>
            <a:spLocks noGrp="1" noChangeArrowheads="1"/>
          </p:cNvSpPr>
          <p:nvPr>
            <p:ph type="dt" sz="half" idx="10"/>
          </p:nvPr>
        </p:nvSpPr>
        <p:spPr>
          <a:xfrm>
            <a:off x="8484222" y="6669088"/>
            <a:ext cx="2796315" cy="455612"/>
          </a:xfrm>
          <a:prstGeom prst="rect">
            <a:avLst/>
          </a:prstGeom>
          <a:ln/>
        </p:spPr>
        <p:txBody>
          <a:bodyPr/>
          <a:lstStyle>
            <a:lvl1pPr>
              <a:defRPr/>
            </a:lvl1pPr>
          </a:lstStyle>
          <a:p>
            <a:pPr>
              <a:defRPr/>
            </a:pPr>
            <a:r>
              <a:rPr lang="de-DE" altLang="zh-CN">
                <a:solidFill>
                  <a:srgbClr val="000000"/>
                </a:solidFill>
              </a:rPr>
              <a:t>Page </a:t>
            </a:r>
            <a:fld id="{B1BDE087-3A00-45E2-85BB-1CC27AE44738}" type="slidenum">
              <a:rPr lang="de-DE" altLang="zh-CN">
                <a:solidFill>
                  <a:srgbClr val="000000"/>
                </a:solidFill>
              </a:rPr>
              <a:pPr>
                <a:defRPr/>
              </a:pPr>
              <a:t>‹#›</a:t>
            </a:fld>
            <a:endParaRPr lang="en-GB" altLang="zh-CN">
              <a:solidFill>
                <a:srgbClr val="000000"/>
              </a:solidFill>
            </a:endParaRPr>
          </a:p>
        </p:txBody>
      </p:sp>
    </p:spTree>
    <p:extLst>
      <p:ext uri="{BB962C8B-B14F-4D97-AF65-F5344CB8AC3E}">
        <p14:creationId xmlns:p14="http://schemas.microsoft.com/office/powerpoint/2010/main" val="3367525999"/>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35840"/>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36666" y="194292"/>
            <a:ext cx="11189937" cy="952500"/>
          </a:xfrm>
        </p:spPr>
        <p:txBody>
          <a:bodyPr/>
          <a:lstStyle>
            <a:lvl1pPr algn="l">
              <a:defRPr sz="2728" b="1">
                <a:latin typeface="Arial" pitchFamily="34" charset="0"/>
                <a:ea typeface="微软雅黑" pitchFamily="34" charset="-122"/>
                <a:cs typeface="Arial" pitchFamily="34" charset="0"/>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533491" y="1210294"/>
            <a:ext cx="11189937" cy="4903905"/>
          </a:xfrm>
        </p:spPr>
        <p:txBody>
          <a:bodyPr/>
          <a:lstStyle>
            <a:lvl1pPr>
              <a:defRPr sz="1948">
                <a:latin typeface="Arial" pitchFamily="34" charset="0"/>
                <a:ea typeface="微软雅黑" pitchFamily="34" charset="-122"/>
                <a:cs typeface="Arial" pitchFamily="34" charset="0"/>
              </a:defRPr>
            </a:lvl1pPr>
            <a:lvl2pPr>
              <a:defRPr sz="1559">
                <a:latin typeface="Arial" pitchFamily="34" charset="0"/>
                <a:ea typeface="微软雅黑" pitchFamily="34" charset="-122"/>
                <a:cs typeface="Arial" pitchFamily="34" charset="0"/>
              </a:defRPr>
            </a:lvl2pPr>
            <a:lvl3pPr>
              <a:defRPr sz="1559">
                <a:latin typeface="Arial" pitchFamily="34" charset="0"/>
                <a:ea typeface="微软雅黑" pitchFamily="34" charset="-122"/>
                <a:cs typeface="Arial" pitchFamily="34" charset="0"/>
              </a:defRPr>
            </a:lvl3pPr>
            <a:lvl4pPr>
              <a:defRPr sz="1364">
                <a:latin typeface="Arial" pitchFamily="34" charset="0"/>
                <a:ea typeface="微软雅黑" pitchFamily="34" charset="-122"/>
                <a:cs typeface="Arial" pitchFamily="34" charset="0"/>
              </a:defRPr>
            </a:lvl4pPr>
            <a:lvl5pPr>
              <a:defRPr sz="1169">
                <a:latin typeface="Arial" pitchFamily="34" charset="0"/>
                <a:ea typeface="微软雅黑" pitchFamily="34" charset="-122"/>
                <a:cs typeface="Arial" pitchFamily="34"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105456455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pic>
        <p:nvPicPr>
          <p:cNvPr id="3" name="Picture 2" descr="Logo"/>
          <p:cNvPicPr>
            <a:picLocks noChangeAspect="1" noChangeArrowheads="1"/>
          </p:cNvPicPr>
          <p:nvPr/>
        </p:nvPicPr>
        <p:blipFill>
          <a:blip r:embed="rId2" cstate="print"/>
          <a:srcRect/>
          <a:stretch>
            <a:fillRect/>
          </a:stretch>
        </p:blipFill>
        <p:spPr bwMode="auto">
          <a:xfrm>
            <a:off x="10014459" y="5578853"/>
            <a:ext cx="1094602" cy="822325"/>
          </a:xfrm>
          <a:prstGeom prst="rect">
            <a:avLst/>
          </a:prstGeom>
          <a:noFill/>
          <a:ln w="9525">
            <a:noFill/>
            <a:miter lim="800000"/>
            <a:headEnd/>
            <a:tailEnd/>
          </a:ln>
        </p:spPr>
      </p:pic>
      <p:pic>
        <p:nvPicPr>
          <p:cNvPr id="4" name="Picture 3" descr="2"/>
          <p:cNvPicPr>
            <a:picLocks noChangeAspect="1" noChangeArrowheads="1"/>
          </p:cNvPicPr>
          <p:nvPr/>
        </p:nvPicPr>
        <p:blipFill>
          <a:blip r:embed="rId3" cstate="print"/>
          <a:srcRect/>
          <a:stretch>
            <a:fillRect/>
          </a:stretch>
        </p:blipFill>
        <p:spPr bwMode="auto">
          <a:xfrm>
            <a:off x="2120" y="784225"/>
            <a:ext cx="12193057" cy="3810000"/>
          </a:xfrm>
          <a:prstGeom prst="rect">
            <a:avLst/>
          </a:prstGeom>
          <a:noFill/>
          <a:ln w="9525">
            <a:noFill/>
            <a:miter lim="800000"/>
            <a:headEnd/>
            <a:tailEnd/>
          </a:ln>
        </p:spPr>
      </p:pic>
      <p:sp>
        <p:nvSpPr>
          <p:cNvPr id="5" name="Text Box 4"/>
          <p:cNvSpPr txBox="1">
            <a:spLocks noChangeArrowheads="1"/>
          </p:cNvSpPr>
          <p:nvPr/>
        </p:nvSpPr>
        <p:spPr bwMode="auto">
          <a:xfrm>
            <a:off x="870433" y="6191628"/>
            <a:ext cx="2756949" cy="279125"/>
          </a:xfrm>
          <a:prstGeom prst="rect">
            <a:avLst/>
          </a:prstGeom>
          <a:noFill/>
          <a:ln w="9525">
            <a:noFill/>
            <a:miter lim="800000"/>
            <a:headEnd/>
            <a:tailEnd/>
          </a:ln>
        </p:spPr>
        <p:txBody>
          <a:bodyPr wrap="none" lIns="78309" tIns="39153" rIns="78309" bIns="39153">
            <a:spAutoFit/>
          </a:bodyPr>
          <a:lstStyle/>
          <a:p>
            <a:pPr defTabSz="784225" eaLnBrk="0" hangingPunct="0">
              <a:defRPr/>
            </a:pPr>
            <a:r>
              <a:rPr lang="en-US" altLang="zh-CN" sz="1300">
                <a:solidFill>
                  <a:srgbClr val="000000"/>
                </a:solidFill>
                <a:latin typeface="FrutigerNext LT Bold" charset="0"/>
                <a:ea typeface="MS PGothic" panose="020B0600070205080204" pitchFamily="34" charset="-128"/>
              </a:rPr>
              <a:t>HUAWEI TECHNOLOGIES Co., Ltd.</a:t>
            </a:r>
          </a:p>
        </p:txBody>
      </p:sp>
      <p:sp>
        <p:nvSpPr>
          <p:cNvPr id="6" name="Text Box 5"/>
          <p:cNvSpPr txBox="1">
            <a:spLocks noChangeArrowheads="1"/>
          </p:cNvSpPr>
          <p:nvPr/>
        </p:nvSpPr>
        <p:spPr bwMode="auto">
          <a:xfrm>
            <a:off x="9146381" y="3984625"/>
            <a:ext cx="2845541" cy="325438"/>
          </a:xfrm>
          <a:prstGeom prst="rect">
            <a:avLst/>
          </a:prstGeom>
          <a:noFill/>
          <a:ln w="9525">
            <a:noFill/>
            <a:miter lim="800000"/>
            <a:headEnd/>
            <a:tailEnd/>
          </a:ln>
          <a:effectLst/>
        </p:spPr>
        <p:txBody>
          <a:bodyPr lIns="91409" tIns="45704" rIns="91409" bIns="45704"/>
          <a:lstStyle/>
          <a:p>
            <a:pPr>
              <a:defRPr/>
            </a:pPr>
            <a:r>
              <a:rPr lang="en-US" altLang="zh-CN">
                <a:solidFill>
                  <a:srgbClr val="000000"/>
                </a:solidFill>
                <a:latin typeface="FrutigerNext LT Medium"/>
              </a:rPr>
              <a:t>www.huawei.com</a:t>
            </a:r>
          </a:p>
        </p:txBody>
      </p:sp>
      <p:sp>
        <p:nvSpPr>
          <p:cNvPr id="7" name="Rectangle 6"/>
          <p:cNvSpPr>
            <a:spLocks noChangeArrowheads="1"/>
          </p:cNvSpPr>
          <p:nvPr/>
        </p:nvSpPr>
        <p:spPr bwMode="auto">
          <a:xfrm>
            <a:off x="8562263" y="314325"/>
            <a:ext cx="1064018" cy="325292"/>
          </a:xfrm>
          <a:prstGeom prst="rect">
            <a:avLst/>
          </a:prstGeom>
          <a:noFill/>
          <a:ln w="9525" algn="ctr">
            <a:noFill/>
            <a:miter lim="800000"/>
            <a:headEnd/>
            <a:tailEnd/>
          </a:ln>
          <a:effectLst/>
        </p:spPr>
        <p:txBody>
          <a:bodyPr wrap="none" lIns="78309" tIns="39153" rIns="78309" bIns="39153">
            <a:spAutoFit/>
          </a:bodyPr>
          <a:lstStyle/>
          <a:p>
            <a:pPr defTabSz="784225" eaLnBrk="0" hangingPunct="0"/>
            <a:r>
              <a:rPr lang="zh-CN" altLang="en-US" sz="1600">
                <a:solidFill>
                  <a:srgbClr val="666666"/>
                </a:solidFill>
                <a:latin typeface="FrutigerNext LT Regular" panose="020B0503040504020204" pitchFamily="34" charset="0"/>
                <a:ea typeface="ＭＳ Ｐゴシック" pitchFamily="34" charset="-128"/>
              </a:rPr>
              <a:t>内部公开</a:t>
            </a:r>
            <a:r>
              <a:rPr lang="zh-CN" altLang="en-US" sz="1500">
                <a:solidFill>
                  <a:srgbClr val="666666"/>
                </a:solidFill>
                <a:latin typeface="FrutigerNext LT Regular" panose="020B0503040504020204" pitchFamily="34" charset="0"/>
                <a:ea typeface="ＭＳ Ｐゴシック" pitchFamily="34" charset="-128"/>
              </a:rPr>
              <a:t> </a:t>
            </a:r>
          </a:p>
        </p:txBody>
      </p:sp>
      <p:sp>
        <p:nvSpPr>
          <p:cNvPr id="8" name="Rectangle 9"/>
          <p:cNvSpPr>
            <a:spLocks noChangeArrowheads="1"/>
          </p:cNvSpPr>
          <p:nvPr userDrawn="1"/>
        </p:nvSpPr>
        <p:spPr bwMode="auto">
          <a:xfrm>
            <a:off x="5479404" y="6186490"/>
            <a:ext cx="1891175" cy="282896"/>
          </a:xfrm>
          <a:prstGeom prst="rect">
            <a:avLst/>
          </a:prstGeom>
          <a:noFill/>
          <a:ln w="9525" algn="ctr">
            <a:noFill/>
            <a:miter lim="800000"/>
            <a:headEnd/>
            <a:tailEnd/>
          </a:ln>
          <a:effectLst/>
        </p:spPr>
        <p:txBody>
          <a:bodyPr wrap="none" lIns="82044" tIns="41020" rIns="82044" bIns="41020">
            <a:spAutoFit/>
          </a:bodyPr>
          <a:lstStyle/>
          <a:p>
            <a:pPr defTabSz="820738" eaLnBrk="0" hangingPunct="0">
              <a:defRPr/>
            </a:pPr>
            <a:r>
              <a:rPr lang="en-US" altLang="zh-CN" sz="1300">
                <a:solidFill>
                  <a:srgbClr val="000000"/>
                </a:solidFill>
                <a:latin typeface="FrutigerNext LT Bold" charset="0"/>
                <a:ea typeface="MS PGothic" panose="020B0600070205080204" pitchFamily="34" charset="-128"/>
              </a:rPr>
              <a:t>HUAWEI Confidential </a:t>
            </a:r>
          </a:p>
        </p:txBody>
      </p:sp>
      <p:sp>
        <p:nvSpPr>
          <p:cNvPr id="563207" name="Rectangle 7"/>
          <p:cNvSpPr>
            <a:spLocks noGrp="1" noChangeArrowheads="1"/>
          </p:cNvSpPr>
          <p:nvPr>
            <p:ph type="ctrTitle" sz="quarter"/>
          </p:nvPr>
        </p:nvSpPr>
        <p:spPr>
          <a:xfrm>
            <a:off x="914643" y="2195891"/>
            <a:ext cx="7321341" cy="1158875"/>
          </a:xfrm>
        </p:spPr>
        <p:txBody>
          <a:bodyPr lIns="78355" tIns="39177" rIns="78355" bIns="39177"/>
          <a:lstStyle>
            <a:lvl1pPr>
              <a:defRPr/>
            </a:lvl1pPr>
          </a:lstStyle>
          <a:p>
            <a:r>
              <a:rPr lang="zh-CN" altLang="en-US"/>
              <a:t>单击此处编辑母版标题样式</a:t>
            </a:r>
          </a:p>
        </p:txBody>
      </p:sp>
      <p:sp>
        <p:nvSpPr>
          <p:cNvPr id="9" name="Rectangle 8"/>
          <p:cNvSpPr>
            <a:spLocks noGrp="1" noChangeArrowheads="1"/>
          </p:cNvSpPr>
          <p:nvPr>
            <p:ph type="dt" sz="quarter" idx="10"/>
          </p:nvPr>
        </p:nvSpPr>
        <p:spPr>
          <a:xfrm>
            <a:off x="501834" y="165100"/>
            <a:ext cx="2305650" cy="476250"/>
          </a:xfrm>
          <a:prstGeom prst="rect">
            <a:avLst/>
          </a:prstGeom>
        </p:spPr>
        <p:txBody>
          <a:bodyPr lIns="78355" tIns="39177" rIns="78355" bIns="39177"/>
          <a:lstStyle>
            <a:lvl1pPr>
              <a:lnSpc>
                <a:spcPct val="100000"/>
              </a:lnSpc>
              <a:defRPr>
                <a:latin typeface="Arial" pitchFamily="34" charset="0"/>
              </a:defRPr>
            </a:lvl1pPr>
          </a:lstStyle>
          <a:p>
            <a:pPr fontAlgn="auto">
              <a:spcBef>
                <a:spcPts val="0"/>
              </a:spcBef>
              <a:spcAft>
                <a:spcPts val="0"/>
              </a:spcAft>
            </a:pPr>
            <a:endParaRPr lang="en-US" altLang="zh-CN">
              <a:solidFill>
                <a:srgbClr val="000000"/>
              </a:solidFill>
            </a:endParaRPr>
          </a:p>
        </p:txBody>
      </p:sp>
    </p:spTree>
    <p:extLst>
      <p:ext uri="{BB962C8B-B14F-4D97-AF65-F5344CB8AC3E}">
        <p14:creationId xmlns:p14="http://schemas.microsoft.com/office/powerpoint/2010/main" val="1952848578"/>
      </p:ext>
    </p:extLst>
  </p:cSld>
  <p:clrMapOvr>
    <a:masterClrMapping/>
  </p:clrMapOvr>
  <p:transition advClick="0"/>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2" descr="Logo"/>
          <p:cNvPicPr>
            <a:picLocks noChangeAspect="1" noChangeArrowheads="1"/>
          </p:cNvPicPr>
          <p:nvPr/>
        </p:nvPicPr>
        <p:blipFill>
          <a:blip r:embed="rId2" cstate="print"/>
          <a:srcRect/>
          <a:stretch>
            <a:fillRect/>
          </a:stretch>
        </p:blipFill>
        <p:spPr bwMode="auto">
          <a:xfrm>
            <a:off x="10014461" y="5578820"/>
            <a:ext cx="976714" cy="822326"/>
          </a:xfrm>
          <a:prstGeom prst="rect">
            <a:avLst/>
          </a:prstGeom>
          <a:noFill/>
          <a:ln w="9525">
            <a:noFill/>
            <a:miter lim="800000"/>
            <a:headEnd/>
            <a:tailEnd/>
          </a:ln>
        </p:spPr>
      </p:pic>
      <p:pic>
        <p:nvPicPr>
          <p:cNvPr id="4" name="Picture 3" descr="2"/>
          <p:cNvPicPr>
            <a:picLocks noChangeAspect="1" noChangeArrowheads="1"/>
          </p:cNvPicPr>
          <p:nvPr/>
        </p:nvPicPr>
        <p:blipFill>
          <a:blip r:embed="rId3" cstate="print"/>
          <a:srcRect/>
          <a:stretch>
            <a:fillRect/>
          </a:stretch>
        </p:blipFill>
        <p:spPr bwMode="auto">
          <a:xfrm>
            <a:off x="2120" y="784225"/>
            <a:ext cx="12193057" cy="3810000"/>
          </a:xfrm>
          <a:prstGeom prst="rect">
            <a:avLst/>
          </a:prstGeom>
          <a:noFill/>
          <a:ln w="9525">
            <a:noFill/>
            <a:miter lim="800000"/>
            <a:headEnd/>
            <a:tailEnd/>
          </a:ln>
        </p:spPr>
      </p:pic>
      <p:sp>
        <p:nvSpPr>
          <p:cNvPr id="5" name="Text Box 4"/>
          <p:cNvSpPr txBox="1">
            <a:spLocks noChangeArrowheads="1"/>
          </p:cNvSpPr>
          <p:nvPr/>
        </p:nvSpPr>
        <p:spPr bwMode="auto">
          <a:xfrm>
            <a:off x="870429" y="6191585"/>
            <a:ext cx="2946626" cy="280222"/>
          </a:xfrm>
          <a:prstGeom prst="rect">
            <a:avLst/>
          </a:prstGeom>
          <a:noFill/>
          <a:ln w="9525">
            <a:noFill/>
            <a:miter lim="800000"/>
            <a:headEnd/>
            <a:tailEnd/>
          </a:ln>
        </p:spPr>
        <p:txBody>
          <a:bodyPr wrap="none" lIns="78442" tIns="39220" rIns="78442" bIns="39220">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en-US" altLang="zh-CN" sz="1303" b="0" i="0" u="none" strike="noStrike" kern="1200" cap="none" spc="0" normalizeH="0" baseline="0" noProof="0" dirty="0">
                <a:ln>
                  <a:noFill/>
                </a:ln>
                <a:solidFill>
                  <a:srgbClr val="FFFFFF">
                    <a:lumMod val="50000"/>
                  </a:srgbClr>
                </a:solidFill>
                <a:effectLst/>
                <a:uLnTx/>
                <a:uFillTx/>
                <a:latin typeface="FrutigerNext LT Bold" charset="0"/>
                <a:ea typeface="MS PGothic" pitchFamily="34" charset="-128"/>
                <a:cs typeface="+mn-cs"/>
              </a:rPr>
              <a:t>HUAWEI TECHNOLOGIES Co., Ltd.</a:t>
            </a:r>
          </a:p>
        </p:txBody>
      </p:sp>
      <p:sp>
        <p:nvSpPr>
          <p:cNvPr id="6" name="Text Box 5"/>
          <p:cNvSpPr txBox="1">
            <a:spLocks noChangeArrowheads="1"/>
          </p:cNvSpPr>
          <p:nvPr/>
        </p:nvSpPr>
        <p:spPr bwMode="auto">
          <a:xfrm>
            <a:off x="9849481" y="3984625"/>
            <a:ext cx="2283385" cy="325438"/>
          </a:xfrm>
          <a:prstGeom prst="rect">
            <a:avLst/>
          </a:prstGeom>
          <a:noFill/>
          <a:ln w="9525">
            <a:noFill/>
            <a:miter lim="800000"/>
            <a:headEnd/>
            <a:tailEnd/>
          </a:ln>
          <a:effectLst/>
        </p:spPr>
        <p:txBody>
          <a:bodyPr lIns="91561" tIns="45780" rIns="91561" bIns="45780"/>
          <a:lstStyle/>
          <a:p>
            <a:pPr marL="0" marR="0" lvl="0" indent="0" algn="l" defTabSz="916777" rtl="0" eaLnBrk="1" fontAlgn="base" latinLnBrk="0" hangingPunct="1">
              <a:lnSpc>
                <a:spcPct val="100000"/>
              </a:lnSpc>
              <a:spcBef>
                <a:spcPct val="0"/>
              </a:spcBef>
              <a:spcAft>
                <a:spcPct val="0"/>
              </a:spcAft>
              <a:buClrTx/>
              <a:buSzTx/>
              <a:buFontTx/>
              <a:buNone/>
              <a:tabLst/>
              <a:defRPr/>
            </a:pPr>
            <a:r>
              <a:rPr kumimoji="0" lang="en-US" altLang="zh-CN" sz="1303" b="0" i="0" u="none" strike="noStrike" kern="1200" cap="none" spc="0" normalizeH="0" baseline="0" noProof="0" dirty="0">
                <a:ln>
                  <a:noFill/>
                </a:ln>
                <a:solidFill>
                  <a:srgbClr val="FFFFFF"/>
                </a:solidFill>
                <a:effectLst/>
                <a:uLnTx/>
                <a:uFillTx/>
                <a:latin typeface="Arial" charset="0"/>
                <a:ea typeface="宋体" charset="-122"/>
                <a:cs typeface="+mn-cs"/>
              </a:rPr>
              <a:t>www.huawei.com</a:t>
            </a:r>
          </a:p>
        </p:txBody>
      </p:sp>
      <p:sp>
        <p:nvSpPr>
          <p:cNvPr id="7" name="Rectangle 6"/>
          <p:cNvSpPr>
            <a:spLocks noChangeArrowheads="1"/>
          </p:cNvSpPr>
          <p:nvPr/>
        </p:nvSpPr>
        <p:spPr bwMode="auto">
          <a:xfrm>
            <a:off x="8500860" y="314341"/>
            <a:ext cx="1058943" cy="326055"/>
          </a:xfrm>
          <a:prstGeom prst="rect">
            <a:avLst/>
          </a:prstGeom>
          <a:noFill/>
          <a:ln w="9525" algn="ctr">
            <a:noFill/>
            <a:miter lim="800000"/>
            <a:headEnd/>
            <a:tailEnd/>
          </a:ln>
          <a:effectLst/>
        </p:spPr>
        <p:txBody>
          <a:bodyPr wrap="none" lIns="78442" tIns="39220" rIns="78442" bIns="39220">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zh-CN" altLang="en-US" sz="1604" b="0" i="0" u="none" strike="noStrike" kern="1200" cap="none" spc="0" normalizeH="0" baseline="0" noProof="0" dirty="0">
                <a:ln>
                  <a:noFill/>
                </a:ln>
                <a:solidFill>
                  <a:srgbClr val="666666"/>
                </a:solidFill>
                <a:effectLst/>
                <a:uLnTx/>
                <a:uFillTx/>
                <a:latin typeface="微软雅黑" pitchFamily="34" charset="-122"/>
                <a:ea typeface="微软雅黑" pitchFamily="34" charset="-122"/>
                <a:cs typeface="+mn-cs"/>
              </a:rPr>
              <a:t>内部公开</a:t>
            </a:r>
            <a:r>
              <a:rPr kumimoji="0" lang="zh-CN" altLang="en-US" sz="1404" b="0" i="0" u="none" strike="noStrike" kern="1200" cap="none" spc="0" normalizeH="0" baseline="0" noProof="0" dirty="0">
                <a:ln>
                  <a:noFill/>
                </a:ln>
                <a:solidFill>
                  <a:srgbClr val="666666"/>
                </a:solidFill>
                <a:effectLst/>
                <a:uLnTx/>
                <a:uFillTx/>
                <a:latin typeface="微软雅黑" pitchFamily="34" charset="-122"/>
                <a:ea typeface="微软雅黑" pitchFamily="34" charset="-122"/>
                <a:cs typeface="+mn-cs"/>
              </a:rPr>
              <a:t> </a:t>
            </a:r>
          </a:p>
        </p:txBody>
      </p:sp>
      <p:sp>
        <p:nvSpPr>
          <p:cNvPr id="8" name="Rectangle 9"/>
          <p:cNvSpPr>
            <a:spLocks noChangeArrowheads="1"/>
          </p:cNvSpPr>
          <p:nvPr userDrawn="1"/>
        </p:nvSpPr>
        <p:spPr bwMode="auto">
          <a:xfrm>
            <a:off x="5479395" y="6186492"/>
            <a:ext cx="1803292" cy="283487"/>
          </a:xfrm>
          <a:prstGeom prst="rect">
            <a:avLst/>
          </a:prstGeom>
          <a:noFill/>
          <a:ln w="9525" algn="ctr">
            <a:noFill/>
            <a:miter lim="800000"/>
            <a:headEnd/>
            <a:tailEnd/>
          </a:ln>
          <a:effectLst/>
        </p:spPr>
        <p:txBody>
          <a:bodyPr wrap="none" lIns="82180" tIns="41090" rIns="82180" bIns="41090">
            <a:spAutoFit/>
          </a:bodyPr>
          <a:lstStyle/>
          <a:p>
            <a:pPr marL="0" marR="0" lvl="0" indent="0" algn="l" defTabSz="822145" rtl="0" eaLnBrk="0" fontAlgn="base" latinLnBrk="0" hangingPunct="0">
              <a:lnSpc>
                <a:spcPct val="100000"/>
              </a:lnSpc>
              <a:spcBef>
                <a:spcPct val="0"/>
              </a:spcBef>
              <a:spcAft>
                <a:spcPct val="0"/>
              </a:spcAft>
              <a:buClrTx/>
              <a:buSzTx/>
              <a:buFontTx/>
              <a:buNone/>
              <a:tabLst/>
              <a:defRPr/>
            </a:pPr>
            <a:r>
              <a:rPr kumimoji="0" lang="en-US" altLang="zh-CN" sz="1303" b="0" i="0" u="none" strike="noStrike" kern="1200" cap="none" spc="0" normalizeH="0" baseline="0" noProof="0" dirty="0">
                <a:ln>
                  <a:noFill/>
                </a:ln>
                <a:solidFill>
                  <a:srgbClr val="FFFFFF">
                    <a:lumMod val="50000"/>
                  </a:srgbClr>
                </a:solidFill>
                <a:effectLst/>
                <a:uLnTx/>
                <a:uFillTx/>
                <a:latin typeface="FrutigerNext LT Bold" charset="0"/>
                <a:ea typeface="MS PGothic" pitchFamily="34" charset="-128"/>
                <a:cs typeface="+mn-cs"/>
              </a:rPr>
              <a:t>HUAWEI Confidential </a:t>
            </a:r>
          </a:p>
        </p:txBody>
      </p:sp>
      <p:sp>
        <p:nvSpPr>
          <p:cNvPr id="563207" name="Rectangle 7"/>
          <p:cNvSpPr>
            <a:spLocks noGrp="1" noChangeArrowheads="1"/>
          </p:cNvSpPr>
          <p:nvPr>
            <p:ph type="ctrTitle" sz="quarter"/>
          </p:nvPr>
        </p:nvSpPr>
        <p:spPr>
          <a:xfrm>
            <a:off x="914643" y="2195850"/>
            <a:ext cx="7321341" cy="1158875"/>
          </a:xfrm>
        </p:spPr>
        <p:txBody>
          <a:bodyPr lIns="78288" tIns="39144" rIns="78288" bIns="39144"/>
          <a:lstStyle>
            <a:lvl1pPr>
              <a:defRPr/>
            </a:lvl1pPr>
          </a:lstStyle>
          <a:p>
            <a:r>
              <a:rPr lang="zh-CN" altLang="en-US"/>
              <a:t>单击此处编辑母版标题样式</a:t>
            </a:r>
          </a:p>
        </p:txBody>
      </p:sp>
      <p:sp>
        <p:nvSpPr>
          <p:cNvPr id="9" name="Rectangle 8"/>
          <p:cNvSpPr>
            <a:spLocks noGrp="1" noChangeArrowheads="1"/>
          </p:cNvSpPr>
          <p:nvPr>
            <p:ph type="dt" sz="quarter" idx="10"/>
          </p:nvPr>
        </p:nvSpPr>
        <p:spPr>
          <a:xfrm>
            <a:off x="501834" y="165122"/>
            <a:ext cx="2305650" cy="476250"/>
          </a:xfrm>
        </p:spPr>
        <p:txBody>
          <a:bodyPr lIns="78288" tIns="39144" rIns="78288" bIns="39144"/>
          <a:lstStyle>
            <a:lvl1pPr>
              <a:lnSpc>
                <a:spcPct val="100000"/>
              </a:lnSpc>
              <a:defRPr>
                <a:latin typeface="Arial" pitchFamily="34" charset="0"/>
              </a:defRPr>
            </a:lvl1pPr>
          </a:lstStyle>
          <a:p>
            <a:pPr defTabSz="916777" eaLnBrk="0" hangingPunct="0"/>
            <a:endParaRPr lang="en-US" altLang="zh-CN">
              <a:solidFill>
                <a:srgbClr val="000000"/>
              </a:solidFill>
              <a:ea typeface="ＭＳ Ｐゴシック" pitchFamily="34" charset="-128"/>
            </a:endParaRPr>
          </a:p>
        </p:txBody>
      </p:sp>
    </p:spTree>
    <p:extLst>
      <p:ext uri="{BB962C8B-B14F-4D97-AF65-F5344CB8AC3E}">
        <p14:creationId xmlns:p14="http://schemas.microsoft.com/office/powerpoint/2010/main" val="163292422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D080A53C-2939-405A-8D60-89C025D95A0D}"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288085139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6" y="4407249"/>
            <a:ext cx="10365900" cy="1362075"/>
          </a:xfrm>
        </p:spPr>
        <p:txBody>
          <a:bodyPr anchor="t"/>
          <a:lstStyle>
            <a:lvl1pPr algn="l">
              <a:defRPr sz="4111" b="1" cap="all"/>
            </a:lvl1pPr>
          </a:lstStyle>
          <a:p>
            <a:r>
              <a:rPr lang="zh-CN" altLang="en-US"/>
              <a:t>单击此处编辑母版标题样式</a:t>
            </a:r>
          </a:p>
        </p:txBody>
      </p:sp>
      <p:sp>
        <p:nvSpPr>
          <p:cNvPr id="3" name="文本占位符 2"/>
          <p:cNvSpPr>
            <a:spLocks noGrp="1"/>
          </p:cNvSpPr>
          <p:nvPr>
            <p:ph type="body" idx="1"/>
          </p:nvPr>
        </p:nvSpPr>
        <p:spPr>
          <a:xfrm>
            <a:off x="963336" y="2906731"/>
            <a:ext cx="10365900" cy="1500187"/>
          </a:xfrm>
        </p:spPr>
        <p:txBody>
          <a:bodyPr anchor="b"/>
          <a:lstStyle>
            <a:lvl1pPr marL="0" indent="0">
              <a:buNone/>
              <a:defRPr sz="2005"/>
            </a:lvl1pPr>
            <a:lvl2pPr marL="457982" indent="0">
              <a:buNone/>
              <a:defRPr sz="1805"/>
            </a:lvl2pPr>
            <a:lvl3pPr marL="915971" indent="0">
              <a:buNone/>
              <a:defRPr sz="1604"/>
            </a:lvl3pPr>
            <a:lvl4pPr marL="1373957" indent="0">
              <a:buNone/>
              <a:defRPr sz="1404"/>
            </a:lvl4pPr>
            <a:lvl5pPr marL="1831939" indent="0">
              <a:buNone/>
              <a:defRPr sz="1404"/>
            </a:lvl5pPr>
            <a:lvl6pPr marL="2289927" indent="0">
              <a:buNone/>
              <a:defRPr sz="1404"/>
            </a:lvl6pPr>
            <a:lvl7pPr marL="2747911" indent="0">
              <a:buNone/>
              <a:defRPr sz="1404"/>
            </a:lvl7pPr>
            <a:lvl8pPr marL="3205895" indent="0">
              <a:buNone/>
              <a:defRPr sz="1404"/>
            </a:lvl8pPr>
            <a:lvl9pPr marL="3663882" indent="0">
              <a:buNone/>
              <a:defRPr sz="1404"/>
            </a:lvl9pPr>
          </a:lstStyle>
          <a:p>
            <a:pPr lvl="0"/>
            <a:r>
              <a:rPr lang="zh-CN" altLang="en-US"/>
              <a:t>单击此处编辑母版文本样式</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BD802AAD-D991-4A4E-9F48-8664D545CC67}"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46869462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29961" y="1181117"/>
            <a:ext cx="5276108" cy="4945062"/>
          </a:xfrm>
        </p:spPr>
        <p:txBody>
          <a:bodyPr/>
          <a:lstStyle>
            <a:lvl1pPr>
              <a:defRPr sz="2807"/>
            </a:lvl1pPr>
            <a:lvl2pPr>
              <a:defRPr sz="2406"/>
            </a:lvl2pPr>
            <a:lvl3pPr>
              <a:defRPr sz="2005"/>
            </a:lvl3pPr>
            <a:lvl4pPr>
              <a:defRPr sz="1805"/>
            </a:lvl4pPr>
            <a:lvl5pPr>
              <a:defRPr sz="1805"/>
            </a:lvl5pPr>
            <a:lvl6pPr>
              <a:defRPr sz="1805"/>
            </a:lvl6pPr>
            <a:lvl7pPr>
              <a:defRPr sz="1805"/>
            </a:lvl7pPr>
            <a:lvl8pPr>
              <a:defRPr sz="1805"/>
            </a:lvl8pPr>
            <a:lvl9pPr>
              <a:defRPr sz="180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09316" y="1181117"/>
            <a:ext cx="5276108" cy="4945062"/>
          </a:xfrm>
        </p:spPr>
        <p:txBody>
          <a:bodyPr/>
          <a:lstStyle>
            <a:lvl1pPr>
              <a:defRPr sz="2807"/>
            </a:lvl1pPr>
            <a:lvl2pPr>
              <a:defRPr sz="2406"/>
            </a:lvl2pPr>
            <a:lvl3pPr>
              <a:defRPr sz="2005"/>
            </a:lvl3pPr>
            <a:lvl4pPr>
              <a:defRPr sz="1805"/>
            </a:lvl4pPr>
            <a:lvl5pPr>
              <a:defRPr sz="1805"/>
            </a:lvl5pPr>
            <a:lvl6pPr>
              <a:defRPr sz="1805"/>
            </a:lvl6pPr>
            <a:lvl7pPr>
              <a:defRPr sz="1805"/>
            </a:lvl7pPr>
            <a:lvl8pPr>
              <a:defRPr sz="1805"/>
            </a:lvl8pPr>
            <a:lvl9pPr>
              <a:defRPr sz="180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5D3165DE-6731-4664-91EE-650C87C690F3}"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855211238"/>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63"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85" y="1535118"/>
            <a:ext cx="5388319" cy="639761"/>
          </a:xfrm>
        </p:spPr>
        <p:txBody>
          <a:bodyPr anchor="b"/>
          <a:lstStyle>
            <a:lvl1pPr marL="0" indent="0">
              <a:buNone/>
              <a:defRPr sz="2406" b="1"/>
            </a:lvl1pPr>
            <a:lvl2pPr marL="457982" indent="0">
              <a:buNone/>
              <a:defRPr sz="2005" b="1"/>
            </a:lvl2pPr>
            <a:lvl3pPr marL="915971" indent="0">
              <a:buNone/>
              <a:defRPr sz="1805" b="1"/>
            </a:lvl3pPr>
            <a:lvl4pPr marL="1373957" indent="0">
              <a:buNone/>
              <a:defRPr sz="1604" b="1"/>
            </a:lvl4pPr>
            <a:lvl5pPr marL="1831939" indent="0">
              <a:buNone/>
              <a:defRPr sz="1604" b="1"/>
            </a:lvl5pPr>
            <a:lvl6pPr marL="2289927" indent="0">
              <a:buNone/>
              <a:defRPr sz="1604" b="1"/>
            </a:lvl6pPr>
            <a:lvl7pPr marL="2747911" indent="0">
              <a:buNone/>
              <a:defRPr sz="1604" b="1"/>
            </a:lvl7pPr>
            <a:lvl8pPr marL="3205895" indent="0">
              <a:buNone/>
              <a:defRPr sz="1604" b="1"/>
            </a:lvl8pPr>
            <a:lvl9pPr marL="3663882" indent="0">
              <a:buNone/>
              <a:defRPr sz="1604" b="1"/>
            </a:lvl9pPr>
          </a:lstStyle>
          <a:p>
            <a:pPr lvl="0"/>
            <a:r>
              <a:rPr lang="zh-CN" altLang="en-US"/>
              <a:t>单击此处编辑母版文本样式</a:t>
            </a:r>
          </a:p>
        </p:txBody>
      </p:sp>
      <p:sp>
        <p:nvSpPr>
          <p:cNvPr id="4" name="内容占位符 3"/>
          <p:cNvSpPr>
            <a:spLocks noGrp="1"/>
          </p:cNvSpPr>
          <p:nvPr>
            <p:ph sz="half" idx="2"/>
          </p:nvPr>
        </p:nvSpPr>
        <p:spPr>
          <a:xfrm>
            <a:off x="609785" y="2174875"/>
            <a:ext cx="5388319" cy="3951288"/>
          </a:xfrm>
        </p:spPr>
        <p:txBody>
          <a:bodyPr/>
          <a:lstStyle>
            <a:lvl1pPr>
              <a:defRPr sz="2406"/>
            </a:lvl1pPr>
            <a:lvl2pPr>
              <a:defRPr sz="2005"/>
            </a:lvl2pPr>
            <a:lvl3pPr>
              <a:defRPr sz="1805"/>
            </a:lvl3pPr>
            <a:lvl4pPr>
              <a:defRPr sz="1604"/>
            </a:lvl4pPr>
            <a:lvl5pPr>
              <a:defRPr sz="1604"/>
            </a:lvl5pPr>
            <a:lvl6pPr>
              <a:defRPr sz="1604"/>
            </a:lvl6pPr>
            <a:lvl7pPr>
              <a:defRPr sz="1604"/>
            </a:lvl7pPr>
            <a:lvl8pPr>
              <a:defRPr sz="1604"/>
            </a:lvl8pPr>
            <a:lvl9pPr>
              <a:defRPr sz="1604"/>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5012" y="1535118"/>
            <a:ext cx="5390437" cy="639761"/>
          </a:xfrm>
        </p:spPr>
        <p:txBody>
          <a:bodyPr anchor="b"/>
          <a:lstStyle>
            <a:lvl1pPr marL="0" indent="0">
              <a:buNone/>
              <a:defRPr sz="2406" b="1"/>
            </a:lvl1pPr>
            <a:lvl2pPr marL="457982" indent="0">
              <a:buNone/>
              <a:defRPr sz="2005" b="1"/>
            </a:lvl2pPr>
            <a:lvl3pPr marL="915971" indent="0">
              <a:buNone/>
              <a:defRPr sz="1805" b="1"/>
            </a:lvl3pPr>
            <a:lvl4pPr marL="1373957" indent="0">
              <a:buNone/>
              <a:defRPr sz="1604" b="1"/>
            </a:lvl4pPr>
            <a:lvl5pPr marL="1831939" indent="0">
              <a:buNone/>
              <a:defRPr sz="1604" b="1"/>
            </a:lvl5pPr>
            <a:lvl6pPr marL="2289927" indent="0">
              <a:buNone/>
              <a:defRPr sz="1604" b="1"/>
            </a:lvl6pPr>
            <a:lvl7pPr marL="2747911" indent="0">
              <a:buNone/>
              <a:defRPr sz="1604" b="1"/>
            </a:lvl7pPr>
            <a:lvl8pPr marL="3205895" indent="0">
              <a:buNone/>
              <a:defRPr sz="1604" b="1"/>
            </a:lvl8pPr>
            <a:lvl9pPr marL="3663882" indent="0">
              <a:buNone/>
              <a:defRPr sz="1604" b="1"/>
            </a:lvl9pPr>
          </a:lstStyle>
          <a:p>
            <a:pPr lvl="0"/>
            <a:r>
              <a:rPr lang="zh-CN" altLang="en-US"/>
              <a:t>单击此处编辑母版文本样式</a:t>
            </a:r>
          </a:p>
        </p:txBody>
      </p:sp>
      <p:sp>
        <p:nvSpPr>
          <p:cNvPr id="6" name="内容占位符 5"/>
          <p:cNvSpPr>
            <a:spLocks noGrp="1"/>
          </p:cNvSpPr>
          <p:nvPr>
            <p:ph sz="quarter" idx="4"/>
          </p:nvPr>
        </p:nvSpPr>
        <p:spPr>
          <a:xfrm>
            <a:off x="6195012" y="2174875"/>
            <a:ext cx="5390437" cy="3951288"/>
          </a:xfrm>
        </p:spPr>
        <p:txBody>
          <a:bodyPr/>
          <a:lstStyle>
            <a:lvl1pPr>
              <a:defRPr sz="2406"/>
            </a:lvl1pPr>
            <a:lvl2pPr>
              <a:defRPr sz="2005"/>
            </a:lvl2pPr>
            <a:lvl3pPr>
              <a:defRPr sz="1805"/>
            </a:lvl3pPr>
            <a:lvl4pPr>
              <a:defRPr sz="1604"/>
            </a:lvl4pPr>
            <a:lvl5pPr>
              <a:defRPr sz="1604"/>
            </a:lvl5pPr>
            <a:lvl6pPr>
              <a:defRPr sz="1604"/>
            </a:lvl6pPr>
            <a:lvl7pPr>
              <a:defRPr sz="1604"/>
            </a:lvl7pPr>
            <a:lvl8pPr>
              <a:defRPr sz="1604"/>
            </a:lvl8pPr>
            <a:lvl9pPr>
              <a:defRPr sz="1604"/>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9C53C844-8FCD-41A6-A96C-EC41E929624E}"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270232517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59BE3005-4A35-43E6-A2A9-411097554AA4}"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3080592956"/>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83A0E70B-889D-42E8-9BCE-579CD41DC890}"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3039577602"/>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70" y="273064"/>
            <a:ext cx="4012129" cy="1162049"/>
          </a:xfrm>
        </p:spPr>
        <p:txBody>
          <a:bodyPr anchor="b"/>
          <a:lstStyle>
            <a:lvl1pPr algn="l">
              <a:defRPr sz="2005" b="1"/>
            </a:lvl1pPr>
          </a:lstStyle>
          <a:p>
            <a:r>
              <a:rPr lang="zh-CN" altLang="en-US"/>
              <a:t>单击此处编辑母版标题样式</a:t>
            </a:r>
          </a:p>
        </p:txBody>
      </p:sp>
      <p:sp>
        <p:nvSpPr>
          <p:cNvPr id="3" name="内容占位符 2"/>
          <p:cNvSpPr>
            <a:spLocks noGrp="1"/>
          </p:cNvSpPr>
          <p:nvPr>
            <p:ph idx="1"/>
          </p:nvPr>
        </p:nvSpPr>
        <p:spPr>
          <a:xfrm>
            <a:off x="4767987" y="273084"/>
            <a:ext cx="6817441" cy="5853113"/>
          </a:xfrm>
        </p:spPr>
        <p:txBody>
          <a:bodyPr/>
          <a:lstStyle>
            <a:lvl1pPr>
              <a:defRPr sz="3108"/>
            </a:lvl1pPr>
            <a:lvl2pPr>
              <a:defRPr sz="2807"/>
            </a:lvl2pPr>
            <a:lvl3pPr>
              <a:defRPr sz="2406"/>
            </a:lvl3pPr>
            <a:lvl4pPr>
              <a:defRPr sz="2005"/>
            </a:lvl4pPr>
            <a:lvl5pPr>
              <a:defRPr sz="2005"/>
            </a:lvl5pPr>
            <a:lvl6pPr>
              <a:defRPr sz="2005"/>
            </a:lvl6pPr>
            <a:lvl7pPr>
              <a:defRPr sz="2005"/>
            </a:lvl7pPr>
            <a:lvl8pPr>
              <a:defRPr sz="2005"/>
            </a:lvl8pPr>
            <a:lvl9pPr>
              <a:defRPr sz="200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70" y="1435114"/>
            <a:ext cx="4012129" cy="4691064"/>
          </a:xfrm>
        </p:spPr>
        <p:txBody>
          <a:bodyPr/>
          <a:lstStyle>
            <a:lvl1pPr marL="0" indent="0">
              <a:buNone/>
              <a:defRPr sz="1404"/>
            </a:lvl1pPr>
            <a:lvl2pPr marL="457982" indent="0">
              <a:buNone/>
              <a:defRPr sz="1203"/>
            </a:lvl2pPr>
            <a:lvl3pPr marL="915971" indent="0">
              <a:buNone/>
              <a:defRPr sz="1003"/>
            </a:lvl3pPr>
            <a:lvl4pPr marL="1373957" indent="0">
              <a:buNone/>
              <a:defRPr sz="902"/>
            </a:lvl4pPr>
            <a:lvl5pPr marL="1831939" indent="0">
              <a:buNone/>
              <a:defRPr sz="902"/>
            </a:lvl5pPr>
            <a:lvl6pPr marL="2289927" indent="0">
              <a:buNone/>
              <a:defRPr sz="902"/>
            </a:lvl6pPr>
            <a:lvl7pPr marL="2747911" indent="0">
              <a:buNone/>
              <a:defRPr sz="902"/>
            </a:lvl7pPr>
            <a:lvl8pPr marL="3205895" indent="0">
              <a:buNone/>
              <a:defRPr sz="902"/>
            </a:lvl8pPr>
            <a:lvl9pPr marL="3663882" indent="0">
              <a:buNone/>
              <a:defRPr sz="902"/>
            </a:lvl9pPr>
          </a:lstStyle>
          <a:p>
            <a:pPr lvl="0"/>
            <a:r>
              <a:rPr lang="zh-CN" altLang="en-US"/>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88ACD62A-AA01-44B9-8B97-6935C5E0DC17}"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245888919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38" y="4800612"/>
            <a:ext cx="7317105" cy="566739"/>
          </a:xfrm>
        </p:spPr>
        <p:txBody>
          <a:bodyPr anchor="b"/>
          <a:lstStyle>
            <a:lvl1pPr algn="l">
              <a:defRPr sz="2005" b="1"/>
            </a:lvl1pPr>
          </a:lstStyle>
          <a:p>
            <a:r>
              <a:rPr lang="zh-CN" altLang="en-US"/>
              <a:t>单击此处编辑母版标题样式</a:t>
            </a:r>
          </a:p>
        </p:txBody>
      </p:sp>
      <p:sp>
        <p:nvSpPr>
          <p:cNvPr id="3" name="图片占位符 2"/>
          <p:cNvSpPr>
            <a:spLocks noGrp="1"/>
          </p:cNvSpPr>
          <p:nvPr>
            <p:ph type="pic" idx="1"/>
          </p:nvPr>
        </p:nvSpPr>
        <p:spPr>
          <a:xfrm>
            <a:off x="2390338" y="612790"/>
            <a:ext cx="7317105" cy="4114800"/>
          </a:xfrm>
        </p:spPr>
        <p:txBody>
          <a:bodyPr/>
          <a:lstStyle>
            <a:lvl1pPr marL="0" indent="0">
              <a:buNone/>
              <a:defRPr sz="3108"/>
            </a:lvl1pPr>
            <a:lvl2pPr marL="457982" indent="0">
              <a:buNone/>
              <a:defRPr sz="2807"/>
            </a:lvl2pPr>
            <a:lvl3pPr marL="915971" indent="0">
              <a:buNone/>
              <a:defRPr sz="2406"/>
            </a:lvl3pPr>
            <a:lvl4pPr marL="1373957" indent="0">
              <a:buNone/>
              <a:defRPr sz="2005"/>
            </a:lvl4pPr>
            <a:lvl5pPr marL="1831939" indent="0">
              <a:buNone/>
              <a:defRPr sz="2005"/>
            </a:lvl5pPr>
            <a:lvl6pPr marL="2289927" indent="0">
              <a:buNone/>
              <a:defRPr sz="2005"/>
            </a:lvl6pPr>
            <a:lvl7pPr marL="2747911" indent="0">
              <a:buNone/>
              <a:defRPr sz="2005"/>
            </a:lvl7pPr>
            <a:lvl8pPr marL="3205895" indent="0">
              <a:buNone/>
              <a:defRPr sz="2005"/>
            </a:lvl8pPr>
            <a:lvl9pPr marL="3663882" indent="0">
              <a:buNone/>
              <a:defRPr sz="2005"/>
            </a:lvl9pPr>
          </a:lstStyle>
          <a:p>
            <a:pPr lvl="0"/>
            <a:endParaRPr lang="zh-CN" altLang="en-US" noProof="0"/>
          </a:p>
        </p:txBody>
      </p:sp>
      <p:sp>
        <p:nvSpPr>
          <p:cNvPr id="4" name="文本占位符 3"/>
          <p:cNvSpPr>
            <a:spLocks noGrp="1"/>
          </p:cNvSpPr>
          <p:nvPr>
            <p:ph type="body" sz="half" idx="2"/>
          </p:nvPr>
        </p:nvSpPr>
        <p:spPr>
          <a:xfrm>
            <a:off x="2390338" y="5367347"/>
            <a:ext cx="7317105" cy="804862"/>
          </a:xfrm>
        </p:spPr>
        <p:txBody>
          <a:bodyPr/>
          <a:lstStyle>
            <a:lvl1pPr marL="0" indent="0">
              <a:buNone/>
              <a:defRPr sz="1404"/>
            </a:lvl1pPr>
            <a:lvl2pPr marL="457982" indent="0">
              <a:buNone/>
              <a:defRPr sz="1203"/>
            </a:lvl2pPr>
            <a:lvl3pPr marL="915971" indent="0">
              <a:buNone/>
              <a:defRPr sz="1003"/>
            </a:lvl3pPr>
            <a:lvl4pPr marL="1373957" indent="0">
              <a:buNone/>
              <a:defRPr sz="902"/>
            </a:lvl4pPr>
            <a:lvl5pPr marL="1831939" indent="0">
              <a:buNone/>
              <a:defRPr sz="902"/>
            </a:lvl5pPr>
            <a:lvl6pPr marL="2289927" indent="0">
              <a:buNone/>
              <a:defRPr sz="902"/>
            </a:lvl6pPr>
            <a:lvl7pPr marL="2747911" indent="0">
              <a:buNone/>
              <a:defRPr sz="902"/>
            </a:lvl7pPr>
            <a:lvl8pPr marL="3205895" indent="0">
              <a:buNone/>
              <a:defRPr sz="902"/>
            </a:lvl8pPr>
            <a:lvl9pPr marL="3663882" indent="0">
              <a:buNone/>
              <a:defRPr sz="902"/>
            </a:lvl9pPr>
          </a:lstStyle>
          <a:p>
            <a:pPr lvl="0"/>
            <a:r>
              <a:rPr lang="zh-CN" altLang="en-US"/>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ED326659-3E79-4F47-A82D-4B3DA898B9BF}"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291877666"/>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F48414CC-155C-491E-9C9C-3F08B25BEC06}"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39039733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96667" y="274684"/>
            <a:ext cx="2688866"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29980" y="274684"/>
            <a:ext cx="7863347"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a:ln/>
        </p:spPr>
        <p:txBody>
          <a:bodyPr/>
          <a:lstStyle>
            <a:lvl1pPr>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7D41ED49-27EF-4D87-B335-AE64134F08B6}"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3006427180"/>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7" name="直接箭头连接符 6"/>
          <p:cNvCxnSpPr/>
          <p:nvPr userDrawn="1"/>
        </p:nvCxnSpPr>
        <p:spPr bwMode="auto">
          <a:xfrm>
            <a:off x="335455" y="5085184"/>
            <a:ext cx="11620316" cy="0"/>
          </a:xfrm>
          <a:prstGeom prst="straightConnector1">
            <a:avLst/>
          </a:prstGeom>
          <a:ln w="25400">
            <a:solidFill>
              <a:schemeClr val="accent3">
                <a:lumMod val="65000"/>
              </a:schemeClr>
            </a:solidFill>
            <a:tailEnd type="arrow"/>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直接连接符 10"/>
          <p:cNvCxnSpPr/>
          <p:nvPr userDrawn="1"/>
        </p:nvCxnSpPr>
        <p:spPr bwMode="auto">
          <a:xfrm flipV="1">
            <a:off x="4849126" y="620688"/>
            <a:ext cx="57924" cy="4464496"/>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2" name="矩形 11"/>
          <p:cNvSpPr/>
          <p:nvPr userDrawn="1"/>
        </p:nvSpPr>
        <p:spPr>
          <a:xfrm>
            <a:off x="3216759" y="620694"/>
            <a:ext cx="1379942" cy="452473"/>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Analyze Opportunity</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3" name="矩形 12"/>
          <p:cNvSpPr/>
          <p:nvPr userDrawn="1"/>
        </p:nvSpPr>
        <p:spPr>
          <a:xfrm>
            <a:off x="3120518" y="2908160"/>
            <a:ext cx="1475977" cy="272478"/>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Apply for ATI</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4" name="矩形 13"/>
          <p:cNvSpPr/>
          <p:nvPr userDrawn="1"/>
        </p:nvSpPr>
        <p:spPr>
          <a:xfrm>
            <a:off x="3085067" y="5114354"/>
            <a:ext cx="1475977" cy="272021"/>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Qualify Opportunity</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5" name="TextBox 14"/>
          <p:cNvSpPr txBox="1"/>
          <p:nvPr userDrawn="1"/>
        </p:nvSpPr>
        <p:spPr>
          <a:xfrm>
            <a:off x="11187478" y="5100043"/>
            <a:ext cx="410242" cy="381183"/>
          </a:xfrm>
          <a:prstGeom prst="rect">
            <a:avLst/>
          </a:prstGeom>
          <a:noFill/>
        </p:spPr>
        <p:txBody>
          <a:bodyPr wrap="none" lIns="91592" tIns="45795" rIns="91592" bIns="45795"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805" b="0" i="0" u="none" strike="noStrike" kern="1200" cap="none" spc="0" normalizeH="0" baseline="0" noProof="0" dirty="0">
                <a:ln>
                  <a:noFill/>
                </a:ln>
                <a:solidFill>
                  <a:prstClr val="black"/>
                </a:solidFill>
                <a:effectLst/>
                <a:uLnTx/>
                <a:uFillTx/>
                <a:latin typeface="Calibri"/>
                <a:ea typeface="宋体"/>
                <a:cs typeface="+mn-cs"/>
              </a:rPr>
              <a:t>L3</a:t>
            </a:r>
            <a:endParaRPr kumimoji="0" lang="zh-CN" altLang="en-US" sz="1805" b="0" i="0" u="none" strike="noStrike" kern="1200" cap="none" spc="0" normalizeH="0" baseline="0" noProof="0" dirty="0">
              <a:ln>
                <a:noFill/>
              </a:ln>
              <a:solidFill>
                <a:prstClr val="black"/>
              </a:solidFill>
              <a:effectLst/>
              <a:uLnTx/>
              <a:uFillTx/>
              <a:latin typeface="Calibri"/>
              <a:ea typeface="宋体"/>
              <a:cs typeface="+mn-cs"/>
            </a:endParaRPr>
          </a:p>
        </p:txBody>
      </p:sp>
      <p:sp>
        <p:nvSpPr>
          <p:cNvPr id="17" name="矩形 16"/>
          <p:cNvSpPr/>
          <p:nvPr userDrawn="1"/>
        </p:nvSpPr>
        <p:spPr>
          <a:xfrm>
            <a:off x="4969545" y="550437"/>
            <a:ext cx="1920712" cy="646331"/>
          </a:xfrm>
          <a:prstGeom prst="rect">
            <a:avLst/>
          </a:prstGeom>
        </p:spPr>
        <p:txBody>
          <a:bodyPr wrap="square" lIns="91592" tIns="45795" rIns="91592" bIns="45795">
            <a:spAutoFit/>
          </a:bodyPr>
          <a:lstStyle/>
          <a:p>
            <a:pPr marL="0" marR="0" lvl="0" indent="0" algn="ctr" defTabSz="916777" rtl="0" eaLnBrk="1" fontAlgn="ctr"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Create/Reengineer KDM  vision based toward HUAWEI</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18" name="矩形 17"/>
          <p:cNvSpPr/>
          <p:nvPr userDrawn="1"/>
        </p:nvSpPr>
        <p:spPr>
          <a:xfrm>
            <a:off x="4873482" y="2708938"/>
            <a:ext cx="2088438"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Confirm the preliminary solution with customer</a:t>
            </a:r>
          </a:p>
        </p:txBody>
      </p:sp>
      <p:sp>
        <p:nvSpPr>
          <p:cNvPr id="19" name="矩形 18"/>
          <p:cNvSpPr/>
          <p:nvPr userDrawn="1"/>
        </p:nvSpPr>
        <p:spPr>
          <a:xfrm>
            <a:off x="5005768" y="5130890"/>
            <a:ext cx="1764085" cy="272478"/>
          </a:xfrm>
          <a:prstGeom prst="rect">
            <a:avLst/>
          </a:prstGeom>
        </p:spPr>
        <p:txBody>
          <a:bodyPr wrap="square" lIns="91592" tIns="45795" rIns="91592" bIns="45795">
            <a:spAutoFit/>
          </a:bodyPr>
          <a:lstStyle/>
          <a:p>
            <a:pPr marL="0" marR="0" lvl="0" indent="0" algn="ctr" defTabSz="916777" rtl="0" eaLnBrk="1" fontAlgn="base" latinLnBrk="0" hangingPunct="1">
              <a:lnSpc>
                <a:spcPts val="1403"/>
              </a:lnSpc>
              <a:spcBef>
                <a:spcPct val="0"/>
              </a:spcBef>
              <a:spcAft>
                <a:spcPct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rPr>
              <a:t>Get Customer Buy-in</a:t>
            </a:r>
            <a:endParaRPr kumimoji="0" lang="zh-CN" altLang="en-US" sz="1203" b="1" i="0" u="none" strike="noStrike" kern="1200" cap="none" spc="0" normalizeH="0" baseline="0" noProof="0" dirty="0">
              <a:ln>
                <a:noFill/>
              </a:ln>
              <a:solidFill>
                <a:prstClr val="black"/>
              </a:solidFill>
              <a:effectLst/>
              <a:uLnTx/>
              <a:uFillTx/>
              <a:latin typeface="Calibri" pitchFamily="34" charset="0"/>
              <a:ea typeface="楷体_GB2312" pitchFamily="49" charset="-122"/>
              <a:cs typeface="+mn-cs"/>
            </a:endParaRPr>
          </a:p>
        </p:txBody>
      </p:sp>
      <p:sp>
        <p:nvSpPr>
          <p:cNvPr id="21" name="矩形 20"/>
          <p:cNvSpPr/>
          <p:nvPr userDrawn="1"/>
        </p:nvSpPr>
        <p:spPr>
          <a:xfrm>
            <a:off x="6906230" y="764729"/>
            <a:ext cx="1344500" cy="272478"/>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Develop Proposal</a:t>
            </a:r>
          </a:p>
        </p:txBody>
      </p:sp>
      <p:sp>
        <p:nvSpPr>
          <p:cNvPr id="22" name="矩形 21"/>
          <p:cNvSpPr/>
          <p:nvPr userDrawn="1"/>
        </p:nvSpPr>
        <p:spPr>
          <a:xfrm>
            <a:off x="7002289" y="2421216"/>
            <a:ext cx="1632605" cy="239307"/>
          </a:xfrm>
          <a:prstGeom prst="rect">
            <a:avLst/>
          </a:prstGeom>
        </p:spPr>
        <p:txBody>
          <a:bodyPr wrap="square" lIns="91592" tIns="45795" rIns="91592" bIns="45795">
            <a:spAutoFit/>
          </a:bodyPr>
          <a:lstStyle/>
          <a:p>
            <a:pPr marL="0" marR="0" lvl="0" indent="0" algn="ctr" defTabSz="916777" rtl="0" eaLnBrk="0" fontAlgn="auto" latinLnBrk="0" hangingPunct="0">
              <a:lnSpc>
                <a:spcPts val="1101"/>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Apply  &amp; Execute ATB </a:t>
            </a:r>
          </a:p>
        </p:txBody>
      </p:sp>
      <p:sp>
        <p:nvSpPr>
          <p:cNvPr id="23" name="矩形 22"/>
          <p:cNvSpPr/>
          <p:nvPr userDrawn="1"/>
        </p:nvSpPr>
        <p:spPr>
          <a:xfrm>
            <a:off x="6906216" y="3717045"/>
            <a:ext cx="1784335" cy="452473"/>
          </a:xfrm>
          <a:prstGeom prst="rect">
            <a:avLst/>
          </a:prstGeom>
        </p:spPr>
        <p:txBody>
          <a:bodyPr wrap="square" lIns="91592" tIns="45795" rIns="91592" bIns="45795">
            <a:spAutoFit/>
          </a:bodyPr>
          <a:lstStyle/>
          <a:p>
            <a:pPr marL="0" marR="0" lvl="0" indent="0" algn="ctr" defTabSz="916777" rtl="0" eaLnBrk="0" fontAlgn="auto" latinLnBrk="0" hangingPunct="0">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Clarify Solution and Enter Shortlist</a:t>
            </a:r>
          </a:p>
        </p:txBody>
      </p:sp>
      <p:sp>
        <p:nvSpPr>
          <p:cNvPr id="24" name="矩形 23"/>
          <p:cNvSpPr/>
          <p:nvPr userDrawn="1"/>
        </p:nvSpPr>
        <p:spPr>
          <a:xfrm>
            <a:off x="8651406" y="548685"/>
            <a:ext cx="1575717"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Perform Contract Negotiation</a:t>
            </a:r>
          </a:p>
        </p:txBody>
      </p:sp>
      <p:sp>
        <p:nvSpPr>
          <p:cNvPr id="25" name="矩形 24"/>
          <p:cNvSpPr/>
          <p:nvPr userDrawn="1"/>
        </p:nvSpPr>
        <p:spPr>
          <a:xfrm>
            <a:off x="8747442" y="2823662"/>
            <a:ext cx="1440535" cy="461665"/>
          </a:xfrm>
          <a:prstGeom prst="rect">
            <a:avLst/>
          </a:prstGeom>
        </p:spPr>
        <p:txBody>
          <a:bodyPr wrap="square" lIns="91592" tIns="45795" rIns="91592" bIns="45795">
            <a:spAutoFit/>
          </a:bodyPr>
          <a:lstStyle/>
          <a:p>
            <a:pPr marL="0" marR="0" lvl="0" indent="0" algn="ctr"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Apply &amp; Execute ATC</a:t>
            </a:r>
          </a:p>
        </p:txBody>
      </p:sp>
      <p:sp>
        <p:nvSpPr>
          <p:cNvPr id="26" name="矩形 25"/>
          <p:cNvSpPr/>
          <p:nvPr userDrawn="1"/>
        </p:nvSpPr>
        <p:spPr>
          <a:xfrm>
            <a:off x="10207307" y="749881"/>
            <a:ext cx="1167726" cy="239307"/>
          </a:xfrm>
          <a:prstGeom prst="rect">
            <a:avLst/>
          </a:prstGeom>
        </p:spPr>
        <p:txBody>
          <a:bodyPr wrap="square" lIns="91592" tIns="45795" rIns="91592" bIns="45795">
            <a:spAutoFit/>
          </a:bodyPr>
          <a:lstStyle/>
          <a:p>
            <a:pPr marL="0" marR="0" lvl="0" indent="0" algn="ctr" defTabSz="916777" rtl="0" eaLnBrk="0" fontAlgn="auto" latinLnBrk="0" hangingPunct="0">
              <a:lnSpc>
                <a:spcPts val="1101"/>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Sign Contract</a:t>
            </a:r>
          </a:p>
        </p:txBody>
      </p:sp>
      <p:sp>
        <p:nvSpPr>
          <p:cNvPr id="27" name="矩形 26"/>
          <p:cNvSpPr/>
          <p:nvPr userDrawn="1"/>
        </p:nvSpPr>
        <p:spPr>
          <a:xfrm>
            <a:off x="10131096" y="2764087"/>
            <a:ext cx="1536572" cy="380732"/>
          </a:xfrm>
          <a:prstGeom prst="rect">
            <a:avLst/>
          </a:prstGeom>
        </p:spPr>
        <p:txBody>
          <a:bodyPr wrap="square" lIns="91592" tIns="45795" rIns="91592" bIns="45795">
            <a:spAutoFit/>
          </a:bodyPr>
          <a:lstStyle/>
          <a:p>
            <a:pPr marL="0" marR="0" lvl="0" indent="0" algn="ctr" defTabSz="916777" rtl="0" eaLnBrk="0" fontAlgn="auto" latinLnBrk="0" hangingPunct="0">
              <a:lnSpc>
                <a:spcPts val="1101"/>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Close Opportunity &amp; Generate PO</a:t>
            </a:r>
          </a:p>
        </p:txBody>
      </p:sp>
      <p:sp>
        <p:nvSpPr>
          <p:cNvPr id="29" name="矩形 28"/>
          <p:cNvSpPr/>
          <p:nvPr userDrawn="1"/>
        </p:nvSpPr>
        <p:spPr>
          <a:xfrm>
            <a:off x="8891582" y="5085201"/>
            <a:ext cx="1911755"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Negotiate and Generate Contract</a:t>
            </a:r>
          </a:p>
        </p:txBody>
      </p:sp>
      <p:sp>
        <p:nvSpPr>
          <p:cNvPr id="30" name="矩形 29"/>
          <p:cNvSpPr/>
          <p:nvPr userDrawn="1"/>
        </p:nvSpPr>
        <p:spPr>
          <a:xfrm>
            <a:off x="6782808" y="5128065"/>
            <a:ext cx="2099852"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楷体_GB2312" pitchFamily="49" charset="-122"/>
                <a:cs typeface="+mn-cs"/>
              </a:rPr>
              <a:t>Develop and Propose Proposal</a:t>
            </a:r>
          </a:p>
        </p:txBody>
      </p:sp>
      <p:sp>
        <p:nvSpPr>
          <p:cNvPr id="46" name="矩形 45"/>
          <p:cNvSpPr/>
          <p:nvPr userDrawn="1"/>
        </p:nvSpPr>
        <p:spPr>
          <a:xfrm>
            <a:off x="815654" y="548685"/>
            <a:ext cx="1592723" cy="452473"/>
          </a:xfrm>
          <a:prstGeom prst="rect">
            <a:avLst/>
          </a:prstGeom>
        </p:spPr>
        <p:txBody>
          <a:bodyPr wrap="square" lIns="91592" tIns="45795" rIns="91592" bIns="45795">
            <a:spAutoFit/>
          </a:bodyPr>
          <a:lstStyle/>
          <a:p>
            <a:pPr marL="0" marR="0" lvl="0" indent="0" algn="ctr" defTabSz="916777" rtl="0" eaLnBrk="1" fontAlgn="auto" latinLnBrk="0" hangingPunct="1">
              <a:lnSpc>
                <a:spcPts val="1403"/>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srgbClr val="000000"/>
                </a:solidFill>
                <a:effectLst/>
                <a:uLnTx/>
                <a:uFillTx/>
                <a:latin typeface="Calibri"/>
                <a:ea typeface="华文细黑" pitchFamily="2" charset="-122"/>
                <a:cs typeface="+mn-cs"/>
              </a:rPr>
              <a:t>Explore Customer Pain Points</a:t>
            </a:r>
            <a:endParaRPr kumimoji="0" lang="zh-CN" altLang="en-US" sz="1203" b="1" i="0" u="none" strike="noStrike" kern="1200" cap="none" spc="0" normalizeH="0" baseline="0" noProof="0" dirty="0">
              <a:ln>
                <a:noFill/>
              </a:ln>
              <a:solidFill>
                <a:srgbClr val="000000"/>
              </a:solidFill>
              <a:effectLst/>
              <a:uLnTx/>
              <a:uFillTx/>
              <a:latin typeface="Calibri"/>
              <a:ea typeface="华文细黑" pitchFamily="2" charset="-122"/>
              <a:cs typeface="+mn-cs"/>
            </a:endParaRPr>
          </a:p>
        </p:txBody>
      </p:sp>
      <p:sp>
        <p:nvSpPr>
          <p:cNvPr id="47" name="矩形 46"/>
          <p:cNvSpPr/>
          <p:nvPr userDrawn="1"/>
        </p:nvSpPr>
        <p:spPr>
          <a:xfrm>
            <a:off x="719626" y="1700827"/>
            <a:ext cx="1920712" cy="462758"/>
          </a:xfrm>
          <a:prstGeom prst="rect">
            <a:avLst/>
          </a:prstGeom>
        </p:spPr>
        <p:txBody>
          <a:bodyPr wrap="square" lIns="91592" tIns="45795" rIns="91592" bIns="45795">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srgbClr val="000000"/>
                </a:solidFill>
                <a:effectLst/>
                <a:uLnTx/>
                <a:uFillTx/>
                <a:latin typeface="Calibri"/>
                <a:ea typeface="华文细黑" pitchFamily="2" charset="-122"/>
                <a:cs typeface="+mn-cs"/>
              </a:rPr>
              <a:t>Create</a:t>
            </a:r>
            <a:r>
              <a:rPr kumimoji="0" lang="en-US" altLang="zh-CN" sz="1203" b="1" i="0" u="none" strike="noStrike" kern="1200" cap="none" spc="0" normalizeH="0" baseline="0" noProof="0" dirty="0">
                <a:ln>
                  <a:noFill/>
                </a:ln>
                <a:solidFill>
                  <a:prstClr val="black"/>
                </a:solidFill>
                <a:effectLst/>
                <a:uLnTx/>
                <a:uFillTx/>
                <a:latin typeface="Calibri"/>
                <a:ea typeface="宋体"/>
                <a:cs typeface="+mn-cs"/>
              </a:rPr>
              <a:t>/Reengineer KDM's Vision</a:t>
            </a:r>
          </a:p>
        </p:txBody>
      </p:sp>
      <p:sp>
        <p:nvSpPr>
          <p:cNvPr id="48" name="矩形 47"/>
          <p:cNvSpPr/>
          <p:nvPr userDrawn="1"/>
        </p:nvSpPr>
        <p:spPr>
          <a:xfrm>
            <a:off x="815629" y="2493238"/>
            <a:ext cx="1728642" cy="462824"/>
          </a:xfrm>
          <a:prstGeom prst="rect">
            <a:avLst/>
          </a:prstGeom>
        </p:spPr>
        <p:txBody>
          <a:bodyPr wrap="square" lIns="91592" tIns="45795" rIns="91592" bIns="45795">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prstClr val="black"/>
                </a:solidFill>
                <a:effectLst/>
                <a:uLnTx/>
                <a:uFillTx/>
                <a:latin typeface="Calibri"/>
                <a:ea typeface="宋体"/>
                <a:cs typeface="+mn-cs"/>
              </a:rPr>
              <a:t>Influence Budget or Initiate Buying Process</a:t>
            </a:r>
          </a:p>
        </p:txBody>
      </p:sp>
      <p:cxnSp>
        <p:nvCxnSpPr>
          <p:cNvPr id="49" name="直接连接符 48"/>
          <p:cNvCxnSpPr/>
          <p:nvPr userDrawn="1"/>
        </p:nvCxnSpPr>
        <p:spPr bwMode="auto">
          <a:xfrm flipV="1">
            <a:off x="2766853" y="548680"/>
            <a:ext cx="56781" cy="4493640"/>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2" name="直接连接符 51"/>
          <p:cNvCxnSpPr/>
          <p:nvPr userDrawn="1"/>
        </p:nvCxnSpPr>
        <p:spPr bwMode="auto">
          <a:xfrm flipV="1">
            <a:off x="6903994" y="620688"/>
            <a:ext cx="57924" cy="4464496"/>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3" name="直接连接符 52"/>
          <p:cNvCxnSpPr/>
          <p:nvPr userDrawn="1"/>
        </p:nvCxnSpPr>
        <p:spPr bwMode="auto">
          <a:xfrm flipV="1">
            <a:off x="8632635" y="620688"/>
            <a:ext cx="57924" cy="4464496"/>
          </a:xfrm>
          <a:prstGeom prst="line">
            <a:avLst/>
          </a:prstGeom>
          <a:ln>
            <a:solidFill>
              <a:schemeClr val="accent3">
                <a:lumMod val="65000"/>
              </a:schemeClr>
            </a:solidFill>
            <a:prstDash val="dash"/>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4" name="矩形 53"/>
          <p:cNvSpPr/>
          <p:nvPr userDrawn="1"/>
        </p:nvSpPr>
        <p:spPr>
          <a:xfrm>
            <a:off x="763957" y="5157533"/>
            <a:ext cx="1579687" cy="277687"/>
          </a:xfrm>
          <a:prstGeom prst="rect">
            <a:avLst/>
          </a:prstGeom>
        </p:spPr>
        <p:txBody>
          <a:bodyPr wrap="none" lIns="91592" tIns="45795" rIns="91592" bIns="45795">
            <a:spAutoFit/>
          </a:bodyPr>
          <a:lstStyle/>
          <a:p>
            <a:pPr marL="0" marR="0" lvl="0" indent="0" algn="ctr" defTabSz="916777" rtl="0" eaLnBrk="1" fontAlgn="auto" latinLnBrk="0" hangingPunct="1">
              <a:lnSpc>
                <a:spcPct val="100000"/>
              </a:lnSpc>
              <a:spcBef>
                <a:spcPts val="0"/>
              </a:spcBef>
              <a:spcAft>
                <a:spcPts val="0"/>
              </a:spcAft>
              <a:buClrTx/>
              <a:buSzTx/>
              <a:buFontTx/>
              <a:buNone/>
              <a:tabLst/>
              <a:defRPr/>
            </a:pPr>
            <a:r>
              <a:rPr kumimoji="0" lang="en-US" altLang="zh-CN" sz="1203" b="1" i="0" u="none" strike="noStrike" kern="1200" cap="none" spc="0" normalizeH="0" baseline="0" noProof="0" dirty="0">
                <a:ln>
                  <a:noFill/>
                </a:ln>
                <a:solidFill>
                  <a:srgbClr val="000000"/>
                </a:solidFill>
                <a:effectLst/>
                <a:uLnTx/>
                <a:uFillTx/>
                <a:latin typeface="Calibri"/>
                <a:ea typeface="华文细黑" pitchFamily="2" charset="-122"/>
                <a:cs typeface="+mn-cs"/>
              </a:rPr>
              <a:t>Track &amp; Nurture Lead</a:t>
            </a:r>
          </a:p>
        </p:txBody>
      </p:sp>
      <p:grpSp>
        <p:nvGrpSpPr>
          <p:cNvPr id="2" name="组合 55"/>
          <p:cNvGrpSpPr/>
          <p:nvPr userDrawn="1"/>
        </p:nvGrpSpPr>
        <p:grpSpPr>
          <a:xfrm>
            <a:off x="815630" y="5578354"/>
            <a:ext cx="10371852" cy="432048"/>
            <a:chOff x="395536" y="5517232"/>
            <a:chExt cx="7776864" cy="432048"/>
          </a:xfrm>
        </p:grpSpPr>
        <p:grpSp>
          <p:nvGrpSpPr>
            <p:cNvPr id="3" name="组合 54"/>
            <p:cNvGrpSpPr/>
            <p:nvPr userDrawn="1"/>
          </p:nvGrpSpPr>
          <p:grpSpPr>
            <a:xfrm>
              <a:off x="737071" y="5600273"/>
              <a:ext cx="1488347" cy="277706"/>
              <a:chOff x="165224" y="5455689"/>
              <a:chExt cx="1488347" cy="277706"/>
            </a:xfrm>
          </p:grpSpPr>
          <p:sp>
            <p:nvSpPr>
              <p:cNvPr id="37" name="椭圆 36"/>
              <p:cNvSpPr/>
              <p:nvPr userDrawn="1"/>
            </p:nvSpPr>
            <p:spPr bwMode="auto">
              <a:xfrm>
                <a:off x="165224" y="5499689"/>
                <a:ext cx="144016" cy="144016"/>
              </a:xfrm>
              <a:prstGeom prst="ellipse">
                <a:avLst/>
              </a:prstGeom>
              <a:solidFill>
                <a:srgbClr val="FF000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0" name="TextBox 39"/>
              <p:cNvSpPr txBox="1"/>
              <p:nvPr userDrawn="1"/>
            </p:nvSpPr>
            <p:spPr>
              <a:xfrm>
                <a:off x="309240" y="5455689"/>
                <a:ext cx="1344331"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Win Probability D (&lt;40%)</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grpSp>
        <p:grpSp>
          <p:nvGrpSpPr>
            <p:cNvPr id="4" name="组合 55"/>
            <p:cNvGrpSpPr/>
            <p:nvPr userDrawn="1"/>
          </p:nvGrpSpPr>
          <p:grpSpPr>
            <a:xfrm>
              <a:off x="2673459" y="5600273"/>
              <a:ext cx="1660502" cy="277706"/>
              <a:chOff x="165792" y="5722393"/>
              <a:chExt cx="1660502" cy="277706"/>
            </a:xfrm>
          </p:grpSpPr>
          <p:sp>
            <p:nvSpPr>
              <p:cNvPr id="38" name="椭圆 37"/>
              <p:cNvSpPr/>
              <p:nvPr userDrawn="1"/>
            </p:nvSpPr>
            <p:spPr bwMode="auto">
              <a:xfrm>
                <a:off x="165792" y="5787721"/>
                <a:ext cx="144016" cy="144016"/>
              </a:xfrm>
              <a:prstGeom prst="ellipse">
                <a:avLst/>
              </a:prstGeom>
              <a:solidFill>
                <a:srgbClr val="FFFF0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2" name="TextBox 41"/>
              <p:cNvSpPr txBox="1"/>
              <p:nvPr userDrawn="1"/>
            </p:nvSpPr>
            <p:spPr>
              <a:xfrm>
                <a:off x="309240" y="5722393"/>
                <a:ext cx="1517054"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Win Probability C (40%-60%)</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grpSp>
        <p:grpSp>
          <p:nvGrpSpPr>
            <p:cNvPr id="5" name="组合 56"/>
            <p:cNvGrpSpPr/>
            <p:nvPr userDrawn="1"/>
          </p:nvGrpSpPr>
          <p:grpSpPr>
            <a:xfrm>
              <a:off x="4917752" y="5589240"/>
              <a:ext cx="1648088" cy="277706"/>
              <a:chOff x="165224" y="6032321"/>
              <a:chExt cx="1648088" cy="277706"/>
            </a:xfrm>
          </p:grpSpPr>
          <p:sp>
            <p:nvSpPr>
              <p:cNvPr id="39" name="椭圆 38"/>
              <p:cNvSpPr/>
              <p:nvPr userDrawn="1"/>
            </p:nvSpPr>
            <p:spPr bwMode="auto">
              <a:xfrm>
                <a:off x="165224" y="6090609"/>
                <a:ext cx="144016" cy="144016"/>
              </a:xfrm>
              <a:prstGeom prst="ellipse">
                <a:avLst/>
              </a:prstGeom>
              <a:solidFill>
                <a:srgbClr val="00B050"/>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3" name="TextBox 42"/>
              <p:cNvSpPr txBox="1"/>
              <p:nvPr userDrawn="1"/>
            </p:nvSpPr>
            <p:spPr>
              <a:xfrm>
                <a:off x="295024" y="6032321"/>
                <a:ext cx="1518288"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Win Probability B (60%-80%)</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grpSp>
        <p:sp>
          <p:nvSpPr>
            <p:cNvPr id="55" name="矩形 54"/>
            <p:cNvSpPr/>
            <p:nvPr userDrawn="1"/>
          </p:nvSpPr>
          <p:spPr>
            <a:xfrm>
              <a:off x="395536" y="5517232"/>
              <a:ext cx="7776864" cy="4320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6777" rtl="0" eaLnBrk="1" fontAlgn="auto" latinLnBrk="0" hangingPunct="1">
                <a:lnSpc>
                  <a:spcPct val="100000"/>
                </a:lnSpc>
                <a:spcBef>
                  <a:spcPts val="0"/>
                </a:spcBef>
                <a:spcAft>
                  <a:spcPts val="0"/>
                </a:spcAft>
                <a:buClrTx/>
                <a:buSzTx/>
                <a:buFontTx/>
                <a:buNone/>
                <a:tabLst/>
                <a:defRPr/>
              </a:pPr>
              <a:endParaRPr kumimoji="0" lang="zh-CN" altLang="en-US" sz="1805" b="0" i="0" u="none" strike="noStrike" kern="120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grpSp>
      <p:grpSp>
        <p:nvGrpSpPr>
          <p:cNvPr id="6" name="组合 66"/>
          <p:cNvGrpSpPr/>
          <p:nvPr userDrawn="1"/>
        </p:nvGrpSpPr>
        <p:grpSpPr>
          <a:xfrm>
            <a:off x="7139464" y="6093313"/>
            <a:ext cx="4033498" cy="504056"/>
            <a:chOff x="5148064" y="6093296"/>
            <a:chExt cx="3024336" cy="504056"/>
          </a:xfrm>
        </p:grpSpPr>
        <p:sp>
          <p:nvSpPr>
            <p:cNvPr id="44" name="椭圆 43"/>
            <p:cNvSpPr/>
            <p:nvPr userDrawn="1"/>
          </p:nvSpPr>
          <p:spPr bwMode="auto">
            <a:xfrm>
              <a:off x="5292080" y="6211266"/>
              <a:ext cx="288032" cy="288032"/>
            </a:xfrm>
            <a:prstGeom prst="ellips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45" name="TextBox 44"/>
            <p:cNvSpPr txBox="1"/>
            <p:nvPr userDrawn="1"/>
          </p:nvSpPr>
          <p:spPr>
            <a:xfrm>
              <a:off x="5508104" y="6237688"/>
              <a:ext cx="833020" cy="246849"/>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zh-CN" altLang="en-US" sz="1003" b="0" i="0" u="none" strike="noStrike" kern="1200" cap="none" spc="0" normalizeH="0" baseline="0" noProof="0" dirty="0">
                  <a:ln>
                    <a:noFill/>
                  </a:ln>
                  <a:solidFill>
                    <a:prstClr val="black"/>
                  </a:solidFill>
                  <a:effectLst/>
                  <a:uLnTx/>
                  <a:uFillTx/>
                  <a:latin typeface="Calibri"/>
                  <a:ea typeface="宋体"/>
                  <a:cs typeface="+mn-cs"/>
                </a:rPr>
                <a:t>代表处及以下级</a:t>
              </a:r>
            </a:p>
          </p:txBody>
        </p:sp>
        <p:sp>
          <p:nvSpPr>
            <p:cNvPr id="50" name="椭圆 49"/>
            <p:cNvSpPr/>
            <p:nvPr userDrawn="1"/>
          </p:nvSpPr>
          <p:spPr bwMode="auto">
            <a:xfrm>
              <a:off x="6732240" y="6189494"/>
              <a:ext cx="288032" cy="288032"/>
            </a:xfrm>
            <a:prstGeom prst="ellips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51" name="椭圆 50"/>
            <p:cNvSpPr/>
            <p:nvPr userDrawn="1"/>
          </p:nvSpPr>
          <p:spPr bwMode="auto">
            <a:xfrm>
              <a:off x="6697810" y="6165304"/>
              <a:ext cx="360040" cy="360040"/>
            </a:xfrm>
            <a:prstGeom prst="ellipse">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6" name="TextBox 65"/>
            <p:cNvSpPr txBox="1"/>
            <p:nvPr userDrawn="1"/>
          </p:nvSpPr>
          <p:spPr>
            <a:xfrm>
              <a:off x="7000284" y="6236319"/>
              <a:ext cx="833020" cy="246849"/>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zh-CN" altLang="en-US" sz="1003" b="0" i="0" u="none" strike="noStrike" kern="1200" cap="none" spc="0" normalizeH="0" baseline="0" noProof="0" dirty="0">
                  <a:ln>
                    <a:noFill/>
                  </a:ln>
                  <a:solidFill>
                    <a:prstClr val="black"/>
                  </a:solidFill>
                  <a:effectLst/>
                  <a:uLnTx/>
                  <a:uFillTx/>
                  <a:latin typeface="Calibri"/>
                  <a:ea typeface="宋体"/>
                  <a:cs typeface="+mn-cs"/>
                </a:rPr>
                <a:t>地区部及以上级</a:t>
              </a:r>
            </a:p>
          </p:txBody>
        </p:sp>
        <p:sp>
          <p:nvSpPr>
            <p:cNvPr id="57" name="矩形 56"/>
            <p:cNvSpPr/>
            <p:nvPr userDrawn="1"/>
          </p:nvSpPr>
          <p:spPr>
            <a:xfrm>
              <a:off x="5148064" y="6093296"/>
              <a:ext cx="3024336" cy="5040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6777" rtl="0" eaLnBrk="1" fontAlgn="auto" latinLnBrk="0" hangingPunct="1">
                <a:lnSpc>
                  <a:spcPct val="100000"/>
                </a:lnSpc>
                <a:spcBef>
                  <a:spcPts val="0"/>
                </a:spcBef>
                <a:spcAft>
                  <a:spcPts val="0"/>
                </a:spcAft>
                <a:buClrTx/>
                <a:buSzTx/>
                <a:buFontTx/>
                <a:buNone/>
                <a:tabLst/>
                <a:defRPr/>
              </a:pPr>
              <a:endParaRPr kumimoji="0" lang="zh-CN" altLang="en-US" sz="1805" b="0" i="0" u="none" strike="noStrike" kern="120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grpSp>
      <p:grpSp>
        <p:nvGrpSpPr>
          <p:cNvPr id="8" name="组合 68"/>
          <p:cNvGrpSpPr/>
          <p:nvPr userDrawn="1"/>
        </p:nvGrpSpPr>
        <p:grpSpPr>
          <a:xfrm>
            <a:off x="815665" y="6093313"/>
            <a:ext cx="6146284" cy="504056"/>
            <a:chOff x="395536" y="6093296"/>
            <a:chExt cx="4608512" cy="504056"/>
          </a:xfrm>
        </p:grpSpPr>
        <p:sp>
          <p:nvSpPr>
            <p:cNvPr id="58" name="椭圆 57"/>
            <p:cNvSpPr/>
            <p:nvPr userDrawn="1"/>
          </p:nvSpPr>
          <p:spPr bwMode="auto">
            <a:xfrm>
              <a:off x="573480" y="6291247"/>
              <a:ext cx="144016" cy="144016"/>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59" name="TextBox 58"/>
            <p:cNvSpPr txBox="1"/>
            <p:nvPr userDrawn="1"/>
          </p:nvSpPr>
          <p:spPr>
            <a:xfrm>
              <a:off x="717496" y="6237312"/>
              <a:ext cx="417250"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&lt; 1M </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0" name="椭圆 59"/>
            <p:cNvSpPr/>
            <p:nvPr userDrawn="1"/>
          </p:nvSpPr>
          <p:spPr bwMode="auto">
            <a:xfrm>
              <a:off x="1502665" y="6258516"/>
              <a:ext cx="216024" cy="216024"/>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1" name="TextBox 60"/>
            <p:cNvSpPr txBox="1"/>
            <p:nvPr userDrawn="1"/>
          </p:nvSpPr>
          <p:spPr>
            <a:xfrm>
              <a:off x="1766905" y="6229940"/>
              <a:ext cx="551728"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1M ~5M</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2" name="椭圆 61"/>
            <p:cNvSpPr/>
            <p:nvPr userDrawn="1"/>
          </p:nvSpPr>
          <p:spPr bwMode="auto">
            <a:xfrm>
              <a:off x="2638749" y="6207600"/>
              <a:ext cx="288032" cy="288032"/>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3" name="TextBox 62"/>
            <p:cNvSpPr txBox="1"/>
            <p:nvPr userDrawn="1"/>
          </p:nvSpPr>
          <p:spPr>
            <a:xfrm>
              <a:off x="2984501" y="6248345"/>
              <a:ext cx="612181"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5M ~10M</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4" name="椭圆 63"/>
            <p:cNvSpPr/>
            <p:nvPr userDrawn="1"/>
          </p:nvSpPr>
          <p:spPr bwMode="auto">
            <a:xfrm>
              <a:off x="3909640" y="6150336"/>
              <a:ext cx="403472" cy="403472"/>
            </a:xfrm>
            <a:prstGeom prst="ellipse">
              <a:avLst/>
            </a:prstGeom>
            <a:solidFill>
              <a:schemeClr val="bg1"/>
            </a:solidFill>
            <a:ln>
              <a:solidFill>
                <a:schemeClr val="tx1"/>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l" defTabSz="916777" rtl="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5" b="0" i="0" u="none" strike="noStrike" kern="1200" cap="none" spc="0" normalizeH="0" baseline="0" noProof="0" dirty="0">
                <a:ln>
                  <a:noFill/>
                </a:ln>
                <a:solidFill>
                  <a:prstClr val="black"/>
                </a:solidFill>
                <a:effectLst/>
                <a:uLnTx/>
                <a:uFillTx/>
                <a:latin typeface="Arial" charset="0"/>
                <a:ea typeface="宋体" charset="-122"/>
                <a:cs typeface="+mn-cs"/>
              </a:endParaRPr>
            </a:p>
          </p:txBody>
        </p:sp>
        <p:sp>
          <p:nvSpPr>
            <p:cNvPr id="65" name="TextBox 64"/>
            <p:cNvSpPr txBox="1"/>
            <p:nvPr userDrawn="1"/>
          </p:nvSpPr>
          <p:spPr>
            <a:xfrm>
              <a:off x="4345090" y="6248345"/>
              <a:ext cx="423419" cy="277706"/>
            </a:xfrm>
            <a:prstGeom prst="rect">
              <a:avLst/>
            </a:prstGeom>
            <a:noFill/>
          </p:spPr>
          <p:txBody>
            <a:bodyPr wrap="none" rtlCol="0">
              <a:spAutoFit/>
            </a:bodyPr>
            <a:lstStyle/>
            <a:p>
              <a:pPr marL="0" marR="0" lvl="0" indent="0" algn="l" defTabSz="916777" rtl="0" eaLnBrk="1" fontAlgn="auto" latinLnBrk="0" hangingPunct="1">
                <a:lnSpc>
                  <a:spcPct val="100000"/>
                </a:lnSpc>
                <a:spcBef>
                  <a:spcPts val="0"/>
                </a:spcBef>
                <a:spcAft>
                  <a:spcPts val="0"/>
                </a:spcAft>
                <a:buClrTx/>
                <a:buSzTx/>
                <a:buFontTx/>
                <a:buNone/>
                <a:tabLst/>
                <a:defRPr/>
              </a:pPr>
              <a:r>
                <a:rPr kumimoji="0" lang="en-US" altLang="zh-CN" sz="1203" b="0" i="0" u="none" strike="noStrike" kern="1200" cap="none" spc="0" normalizeH="0" baseline="0" noProof="0" dirty="0">
                  <a:ln>
                    <a:noFill/>
                  </a:ln>
                  <a:solidFill>
                    <a:prstClr val="black"/>
                  </a:solidFill>
                  <a:effectLst/>
                  <a:uLnTx/>
                  <a:uFillTx/>
                  <a:latin typeface="Calibri"/>
                  <a:ea typeface="宋体"/>
                  <a:cs typeface="+mn-cs"/>
                </a:rPr>
                <a:t>&gt;10M</a:t>
              </a:r>
              <a:endParaRPr kumimoji="0" lang="zh-CN" altLang="en-US" sz="1203" b="0" i="0" u="none" strike="noStrike" kern="1200" cap="none" spc="0" normalizeH="0" baseline="0" noProof="0" dirty="0">
                <a:ln>
                  <a:noFill/>
                </a:ln>
                <a:solidFill>
                  <a:prstClr val="black"/>
                </a:solidFill>
                <a:effectLst/>
                <a:uLnTx/>
                <a:uFillTx/>
                <a:latin typeface="Calibri"/>
                <a:ea typeface="宋体"/>
                <a:cs typeface="+mn-cs"/>
              </a:endParaRPr>
            </a:p>
          </p:txBody>
        </p:sp>
        <p:sp>
          <p:nvSpPr>
            <p:cNvPr id="68" name="矩形 67"/>
            <p:cNvSpPr/>
            <p:nvPr userDrawn="1"/>
          </p:nvSpPr>
          <p:spPr>
            <a:xfrm>
              <a:off x="395536" y="6093296"/>
              <a:ext cx="4608512" cy="5040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6777" rtl="0" eaLnBrk="1" fontAlgn="auto" latinLnBrk="0" hangingPunct="1">
                <a:lnSpc>
                  <a:spcPct val="100000"/>
                </a:lnSpc>
                <a:spcBef>
                  <a:spcPts val="0"/>
                </a:spcBef>
                <a:spcAft>
                  <a:spcPts val="0"/>
                </a:spcAft>
                <a:buClrTx/>
                <a:buSzTx/>
                <a:buFontTx/>
                <a:buNone/>
                <a:tabLst/>
                <a:defRPr/>
              </a:pPr>
              <a:endParaRPr kumimoji="0" lang="zh-CN" altLang="en-US" sz="1805" b="0" i="0" u="none" strike="noStrike" kern="120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grpSp>
    </p:spTree>
    <p:extLst>
      <p:ext uri="{BB962C8B-B14F-4D97-AF65-F5344CB8AC3E}">
        <p14:creationId xmlns:p14="http://schemas.microsoft.com/office/powerpoint/2010/main" val="388503831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397" y="1122363"/>
            <a:ext cx="9146381"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397" y="3602038"/>
            <a:ext cx="9146381"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50401150"/>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C107E61-D2F8-452B-B53A-91FE1E439E24}" type="datetimeFigureOut">
              <a:rPr lang="en-US" smtClean="0">
                <a:solidFill>
                  <a:prstClr val="black">
                    <a:tint val="75000"/>
                  </a:prstClr>
                </a:solidFill>
              </a:rPr>
              <a:pPr/>
              <a:t>12/22/2025</a:t>
            </a:fld>
            <a:endParaRPr lang="en-US" dirty="0">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06807970"/>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2068" y="1709740"/>
            <a:ext cx="10518338"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2068" y="4589465"/>
            <a:ext cx="10518338"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0473391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418" y="1825625"/>
            <a:ext cx="5182949"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808" y="1825625"/>
            <a:ext cx="5182949"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a:defRPr/>
            </a:pPr>
            <a:endParaRPr lang="en-US" altLang="zh-CN">
              <a:solidFill>
                <a:prstClr val="black">
                  <a:tint val="75000"/>
                </a:prstClr>
              </a:solidFill>
            </a:endParaRPr>
          </a:p>
        </p:txBody>
      </p:sp>
      <p:sp>
        <p:nvSpPr>
          <p:cNvPr id="6" name="页脚占位符 5"/>
          <p:cNvSpPr>
            <a:spLocks noGrp="1"/>
          </p:cNvSpPr>
          <p:nvPr>
            <p:ph type="ftr" sz="quarter" idx="11"/>
          </p:nvPr>
        </p:nvSpPr>
        <p:spPr/>
        <p:txBody>
          <a:bodyPr/>
          <a:lstStyle/>
          <a:p>
            <a:endParaRPr lang="en-US" dirty="0">
              <a:solidFill>
                <a:prstClr val="black">
                  <a:tint val="75000"/>
                </a:prstClr>
              </a:solidFill>
            </a:endParaRPr>
          </a:p>
        </p:txBody>
      </p:sp>
      <p:sp>
        <p:nvSpPr>
          <p:cNvPr id="7" name="灯片编号占位符 6"/>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36931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007" y="365127"/>
            <a:ext cx="10518338" cy="1325563"/>
          </a:xfrm>
        </p:spPr>
        <p:txBody>
          <a:bodyPr/>
          <a:lstStyle/>
          <a:p>
            <a:r>
              <a:rPr lang="zh-CN" altLang="en-US"/>
              <a:t>单击此处编辑母版标题样式</a:t>
            </a:r>
          </a:p>
        </p:txBody>
      </p:sp>
      <p:sp>
        <p:nvSpPr>
          <p:cNvPr id="3" name="文本占位符 2"/>
          <p:cNvSpPr>
            <a:spLocks noGrp="1"/>
          </p:cNvSpPr>
          <p:nvPr>
            <p:ph type="body" idx="1"/>
          </p:nvPr>
        </p:nvSpPr>
        <p:spPr>
          <a:xfrm>
            <a:off x="840008" y="1681163"/>
            <a:ext cx="515913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840008" y="2505075"/>
            <a:ext cx="515913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3808" y="1681163"/>
            <a:ext cx="51845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6173808" y="2505075"/>
            <a:ext cx="518453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a:defRPr/>
            </a:pPr>
            <a:endParaRPr lang="en-US" altLang="zh-CN">
              <a:solidFill>
                <a:prstClr val="black">
                  <a:tint val="75000"/>
                </a:prstClr>
              </a:solidFill>
            </a:endParaRPr>
          </a:p>
        </p:txBody>
      </p:sp>
      <p:sp>
        <p:nvSpPr>
          <p:cNvPr id="8" name="页脚占位符 7"/>
          <p:cNvSpPr>
            <a:spLocks noGrp="1"/>
          </p:cNvSpPr>
          <p:nvPr>
            <p:ph type="ftr" sz="quarter" idx="11"/>
          </p:nvPr>
        </p:nvSpPr>
        <p:spPr/>
        <p:txBody>
          <a:bodyPr/>
          <a:lstStyle/>
          <a:p>
            <a:endParaRPr lang="en-US" dirty="0">
              <a:solidFill>
                <a:prstClr val="black">
                  <a:tint val="75000"/>
                </a:prstClr>
              </a:solidFill>
            </a:endParaRPr>
          </a:p>
        </p:txBody>
      </p:sp>
      <p:sp>
        <p:nvSpPr>
          <p:cNvPr id="9" name="灯片编号占位符 8"/>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4526553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lang="en-US" altLang="zh-CN">
              <a:solidFill>
                <a:prstClr val="black">
                  <a:tint val="75000"/>
                </a:prstClr>
              </a:solidFill>
            </a:endParaRPr>
          </a:p>
        </p:txBody>
      </p:sp>
      <p:sp>
        <p:nvSpPr>
          <p:cNvPr id="4" name="页脚占位符 3"/>
          <p:cNvSpPr>
            <a:spLocks noGrp="1"/>
          </p:cNvSpPr>
          <p:nvPr>
            <p:ph type="ftr" sz="quarter" idx="11"/>
          </p:nvPr>
        </p:nvSpPr>
        <p:spPr/>
        <p:txBody>
          <a:bodyPr/>
          <a:lstStyle/>
          <a:p>
            <a:endParaRPr lang="en-US" dirty="0">
              <a:solidFill>
                <a:prstClr val="black">
                  <a:tint val="75000"/>
                </a:prstClr>
              </a:solidFill>
            </a:endParaRPr>
          </a:p>
        </p:txBody>
      </p:sp>
      <p:sp>
        <p:nvSpPr>
          <p:cNvPr id="5" name="灯片编号占位符 4"/>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92741936"/>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solidFill>
                <a:prstClr val="black">
                  <a:tint val="75000"/>
                </a:prstClr>
              </a:solidFill>
            </a:endParaRPr>
          </a:p>
        </p:txBody>
      </p:sp>
      <p:sp>
        <p:nvSpPr>
          <p:cNvPr id="3" name="页脚占位符 2"/>
          <p:cNvSpPr>
            <a:spLocks noGrp="1"/>
          </p:cNvSpPr>
          <p:nvPr>
            <p:ph type="ftr" sz="quarter" idx="11"/>
          </p:nvPr>
        </p:nvSpPr>
        <p:spPr/>
        <p:txBody>
          <a:bodyPr/>
          <a:lstStyle/>
          <a:p>
            <a:endParaRPr lang="en-US" dirty="0">
              <a:solidFill>
                <a:prstClr val="black">
                  <a:tint val="75000"/>
                </a:prstClr>
              </a:solidFill>
            </a:endParaRPr>
          </a:p>
        </p:txBody>
      </p:sp>
      <p:sp>
        <p:nvSpPr>
          <p:cNvPr id="4" name="灯片编号占位符 3"/>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7914539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007" y="457200"/>
            <a:ext cx="3933261"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4538" y="987427"/>
            <a:ext cx="6173807"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007" y="2057400"/>
            <a:ext cx="3933261"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a:defRPr/>
            </a:pPr>
            <a:endParaRPr lang="en-US" altLang="zh-CN">
              <a:solidFill>
                <a:prstClr val="black">
                  <a:tint val="75000"/>
                </a:prstClr>
              </a:solidFill>
            </a:endParaRPr>
          </a:p>
        </p:txBody>
      </p:sp>
      <p:sp>
        <p:nvSpPr>
          <p:cNvPr id="6" name="页脚占位符 5"/>
          <p:cNvSpPr>
            <a:spLocks noGrp="1"/>
          </p:cNvSpPr>
          <p:nvPr>
            <p:ph type="ftr" sz="quarter" idx="11"/>
          </p:nvPr>
        </p:nvSpPr>
        <p:spPr/>
        <p:txBody>
          <a:bodyPr/>
          <a:lstStyle/>
          <a:p>
            <a:endParaRPr lang="en-US" dirty="0">
              <a:solidFill>
                <a:prstClr val="black">
                  <a:tint val="75000"/>
                </a:prstClr>
              </a:solidFill>
            </a:endParaRPr>
          </a:p>
        </p:txBody>
      </p:sp>
      <p:sp>
        <p:nvSpPr>
          <p:cNvPr id="7" name="灯片编号占位符 6"/>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2778822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007" y="457200"/>
            <a:ext cx="3933261"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4538" y="987427"/>
            <a:ext cx="6173807"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40007" y="2057400"/>
            <a:ext cx="3933261"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a:defRPr/>
            </a:pPr>
            <a:endParaRPr lang="en-US" altLang="zh-CN">
              <a:solidFill>
                <a:prstClr val="black">
                  <a:tint val="75000"/>
                </a:prstClr>
              </a:solidFill>
            </a:endParaRPr>
          </a:p>
        </p:txBody>
      </p:sp>
      <p:sp>
        <p:nvSpPr>
          <p:cNvPr id="6" name="页脚占位符 5"/>
          <p:cNvSpPr>
            <a:spLocks noGrp="1"/>
          </p:cNvSpPr>
          <p:nvPr>
            <p:ph type="ftr" sz="quarter" idx="11"/>
          </p:nvPr>
        </p:nvSpPr>
        <p:spPr/>
        <p:txBody>
          <a:bodyPr/>
          <a:lstStyle/>
          <a:p>
            <a:endParaRPr lang="en-US" dirty="0">
              <a:solidFill>
                <a:prstClr val="black">
                  <a:tint val="75000"/>
                </a:prstClr>
              </a:solidFill>
            </a:endParaRPr>
          </a:p>
        </p:txBody>
      </p:sp>
      <p:sp>
        <p:nvSpPr>
          <p:cNvPr id="7" name="灯片编号占位符 6"/>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56021730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3842904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7173" y="365125"/>
            <a:ext cx="262958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419" y="365125"/>
            <a:ext cx="7736314"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p>
            <a:endParaRPr 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4FAB73BC-B049-4115-A692-8D63A059BFB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06343486"/>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r>
              <a:rPr lang="en-US">
                <a:solidFill>
                  <a:prstClr val="black">
                    <a:tint val="75000"/>
                  </a:prstClr>
                </a:solidFill>
              </a:rPr>
              <a:t>Page </a:t>
            </a:r>
            <a:fld id="{6D95434A-1094-4C26-ADA4-1AB6210859AE}" type="slidenum">
              <a:rPr lang="en-US" smtClean="0">
                <a:solidFill>
                  <a:prstClr val="black">
                    <a:tint val="75000"/>
                  </a:prstClr>
                </a:solidFill>
              </a:rPr>
              <a:pPr/>
              <a:t>‹#›</a:t>
            </a:fld>
            <a:endParaRPr lang="zh-CN" altLang="en-US" dirty="0">
              <a:solidFill>
                <a:prstClr val="black">
                  <a:tint val="75000"/>
                </a:prstClr>
              </a:solidFill>
            </a:endParaRPr>
          </a:p>
        </p:txBody>
      </p:sp>
      <p:sp>
        <p:nvSpPr>
          <p:cNvPr id="5" name="文本占位符 4"/>
          <p:cNvSpPr>
            <a:spLocks noGrp="1"/>
          </p:cNvSpPr>
          <p:nvPr>
            <p:ph type="body" sz="quarter" idx="11"/>
          </p:nvPr>
        </p:nvSpPr>
        <p:spPr>
          <a:xfrm>
            <a:off x="912523" y="1341438"/>
            <a:ext cx="10562798" cy="4607842"/>
          </a:xfrm>
        </p:spPr>
        <p:txBody>
          <a:bodyPr/>
          <a:lstStyle/>
          <a:p>
            <a:pPr lvl="0"/>
            <a:r>
              <a:rPr lang="zh-CN" altLang="en-US"/>
              <a:t>单击此处编辑母版文本样式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288893591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07796" y="368300"/>
            <a:ext cx="10179584" cy="747184"/>
          </a:xfrm>
          <a:prstGeom prst="rect">
            <a:avLst/>
          </a:prstGeom>
        </p:spPr>
        <p:txBody>
          <a:bodyPr lIns="121935" tIns="60968" rIns="121935" bIns="60968"/>
          <a:lstStyle>
            <a:lvl1pPr>
              <a:defRPr sz="3700"/>
            </a:lvl1pPr>
          </a:lstStyle>
          <a:p>
            <a:r>
              <a:rPr lang="zh-CN" altLang="en-US"/>
              <a:t>单击此处编辑母版标题样式</a:t>
            </a:r>
          </a:p>
        </p:txBody>
      </p:sp>
    </p:spTree>
    <p:extLst>
      <p:ext uri="{BB962C8B-B14F-4D97-AF65-F5344CB8AC3E}">
        <p14:creationId xmlns:p14="http://schemas.microsoft.com/office/powerpoint/2010/main" val="313272982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086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1.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image" Target="../media/image3.pn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1.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8.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5.xml"/><Relationship Id="rId18" Type="http://schemas.openxmlformats.org/officeDocument/2006/relationships/image" Target="../media/image9.png"/><Relationship Id="rId3" Type="http://schemas.openxmlformats.org/officeDocument/2006/relationships/slideLayout" Target="../slideLayouts/slideLayout33.xml"/><Relationship Id="rId21" Type="http://schemas.openxmlformats.org/officeDocument/2006/relationships/image" Target="../media/image12.jpeg"/><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tags" Target="../tags/tag4.xml"/><Relationship Id="rId2" Type="http://schemas.openxmlformats.org/officeDocument/2006/relationships/slideLayout" Target="../slideLayouts/slideLayout32.xml"/><Relationship Id="rId16" Type="http://schemas.openxmlformats.org/officeDocument/2006/relationships/tags" Target="../tags/tag3.xml"/><Relationship Id="rId20" Type="http://schemas.openxmlformats.org/officeDocument/2006/relationships/image" Target="../media/image11.pn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ags" Target="../tags/tag2.xml"/><Relationship Id="rId10" Type="http://schemas.openxmlformats.org/officeDocument/2006/relationships/slideLayout" Target="../slideLayouts/slideLayout40.xml"/><Relationship Id="rId19" Type="http://schemas.openxmlformats.org/officeDocument/2006/relationships/image" Target="../media/image10.png"/><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ags" Target="../tags/tag1.xml"/><Relationship Id="rId22"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ags" Target="../tags/tag8.xml"/><Relationship Id="rId3" Type="http://schemas.openxmlformats.org/officeDocument/2006/relationships/slideLayout" Target="../slideLayouts/slideLayout45.xml"/><Relationship Id="rId21" Type="http://schemas.openxmlformats.org/officeDocument/2006/relationships/image" Target="../media/image11.png"/><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tags" Target="../tags/tag7.xml"/><Relationship Id="rId2" Type="http://schemas.openxmlformats.org/officeDocument/2006/relationships/slideLayout" Target="../slideLayouts/slideLayout44.xml"/><Relationship Id="rId16" Type="http://schemas.openxmlformats.org/officeDocument/2006/relationships/tags" Target="../tags/tag6.xml"/><Relationship Id="rId20" Type="http://schemas.openxmlformats.org/officeDocument/2006/relationships/image" Target="../media/image10.png"/><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tags" Target="../tags/tag5.xml"/><Relationship Id="rId23" Type="http://schemas.openxmlformats.org/officeDocument/2006/relationships/image" Target="../media/image13.png"/><Relationship Id="rId10" Type="http://schemas.openxmlformats.org/officeDocument/2006/relationships/slideLayout" Target="../slideLayouts/slideLayout52.xml"/><Relationship Id="rId19" Type="http://schemas.openxmlformats.org/officeDocument/2006/relationships/image" Target="../media/image9.png"/><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6.xml"/><Relationship Id="rId22" Type="http://schemas.openxmlformats.org/officeDocument/2006/relationships/image" Target="../media/image1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tags" Target="../tags/tag9.xml"/><Relationship Id="rId18" Type="http://schemas.openxmlformats.org/officeDocument/2006/relationships/image" Target="../media/image10.png"/><Relationship Id="rId3" Type="http://schemas.openxmlformats.org/officeDocument/2006/relationships/slideLayout" Target="../slideLayouts/slideLayout58.xml"/><Relationship Id="rId21" Type="http://schemas.openxmlformats.org/officeDocument/2006/relationships/image" Target="../media/image13.png"/><Relationship Id="rId7" Type="http://schemas.openxmlformats.org/officeDocument/2006/relationships/slideLayout" Target="../slideLayouts/slideLayout62.xml"/><Relationship Id="rId12" Type="http://schemas.openxmlformats.org/officeDocument/2006/relationships/theme" Target="../theme/theme7.xml"/><Relationship Id="rId17" Type="http://schemas.openxmlformats.org/officeDocument/2006/relationships/image" Target="../media/image9.png"/><Relationship Id="rId2" Type="http://schemas.openxmlformats.org/officeDocument/2006/relationships/slideLayout" Target="../slideLayouts/slideLayout57.xml"/><Relationship Id="rId16" Type="http://schemas.openxmlformats.org/officeDocument/2006/relationships/tags" Target="../tags/tag12.xml"/><Relationship Id="rId20" Type="http://schemas.openxmlformats.org/officeDocument/2006/relationships/image" Target="../media/image12.jpe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tags" Target="../tags/tag11.xml"/><Relationship Id="rId10" Type="http://schemas.openxmlformats.org/officeDocument/2006/relationships/slideLayout" Target="../slideLayouts/slideLayout65.xml"/><Relationship Id="rId19" Type="http://schemas.openxmlformats.org/officeDocument/2006/relationships/image" Target="../media/image11.png"/><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tags" Target="../tags/tag10.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69.xml"/><Relationship Id="rId7" Type="http://schemas.openxmlformats.org/officeDocument/2006/relationships/theme" Target="../theme/theme9.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9" Type="http://schemas.openxmlformats.org/officeDocument/2006/relationships/image" Target="../media/image17.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75.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image" Target="../media/image17.png"/><Relationship Id="rId2" Type="http://schemas.openxmlformats.org/officeDocument/2006/relationships/slideLayout" Target="../slideLayouts/slideLayout77.xml"/><Relationship Id="rId16" Type="http://schemas.openxmlformats.org/officeDocument/2006/relationships/image" Target="../media/image18.png"/><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theme" Target="../theme/theme14.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image" Target="../media/image18.png"/><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15.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image" Target="../media/image17.png"/></Relationships>
</file>

<file path=ppt/slideMasters/_rels/slideMaster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103.xml"/><Relationship Id="rId7" Type="http://schemas.openxmlformats.org/officeDocument/2006/relationships/image" Target="../media/image16.png"/><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theme" Target="../theme/theme16.xml"/><Relationship Id="rId5" Type="http://schemas.openxmlformats.org/officeDocument/2006/relationships/slideLayout" Target="../slideLayouts/slideLayout105.xml"/><Relationship Id="rId4" Type="http://schemas.openxmlformats.org/officeDocument/2006/relationships/slideLayout" Target="../slideLayouts/slideLayout104.xml"/></Relationships>
</file>

<file path=ppt/slideMasters/_rels/slideMaster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108.xml"/><Relationship Id="rId7" Type="http://schemas.openxmlformats.org/officeDocument/2006/relationships/image" Target="../media/image16.png"/><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theme" Target="../theme/theme17.xml"/><Relationship Id="rId5" Type="http://schemas.openxmlformats.org/officeDocument/2006/relationships/slideLayout" Target="../slideLayouts/slideLayout110.xml"/><Relationship Id="rId4" Type="http://schemas.openxmlformats.org/officeDocument/2006/relationships/slideLayout" Target="../slideLayouts/slideLayout109.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7.pn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22.png"/></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125.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slideLayout" Target="../slideLayouts/slideLayout138.xml"/><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slideLayout" Target="../slideLayouts/slideLayout137.xml"/><Relationship Id="rId17" Type="http://schemas.openxmlformats.org/officeDocument/2006/relationships/image" Target="../media/image3.png"/><Relationship Id="rId2" Type="http://schemas.openxmlformats.org/officeDocument/2006/relationships/slideLayout" Target="../slideLayouts/slideLayout127.xml"/><Relationship Id="rId16" Type="http://schemas.openxmlformats.org/officeDocument/2006/relationships/image" Target="../media/image2.png"/><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5" Type="http://schemas.openxmlformats.org/officeDocument/2006/relationships/image" Target="../media/image1.png"/><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141.xml"/><Relationship Id="rId7" Type="http://schemas.openxmlformats.org/officeDocument/2006/relationships/image" Target="NUL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theme" Target="../theme/theme21.xml"/><Relationship Id="rId5" Type="http://schemas.openxmlformats.org/officeDocument/2006/relationships/slideLayout" Target="../slideLayouts/slideLayout143.xml"/><Relationship Id="rId10" Type="http://schemas.openxmlformats.org/officeDocument/2006/relationships/image" Target="../media/image25.wmf"/><Relationship Id="rId4" Type="http://schemas.openxmlformats.org/officeDocument/2006/relationships/slideLayout" Target="../slideLayouts/slideLayout142.xml"/><Relationship Id="rId9" Type="http://schemas.openxmlformats.org/officeDocument/2006/relationships/image" Target="../media/image24.wmf"/></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theme" Target="../theme/theme22.xml"/></Relationships>
</file>

<file path=ppt/slideMasters/_rels/slideMaster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46.xml"/><Relationship Id="rId7" Type="http://schemas.openxmlformats.org/officeDocument/2006/relationships/image" Target="../media/image1.png"/><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theme" Target="../theme/theme23.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9" Type="http://schemas.openxmlformats.org/officeDocument/2006/relationships/image" Target="../media/image3.png"/></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theme" Target="../theme/theme24.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156.xml"/><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image" Target="../media/image3.png"/><Relationship Id="rId2" Type="http://schemas.openxmlformats.org/officeDocument/2006/relationships/slideLayout" Target="../slideLayouts/slideLayout150.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image" Target="../media/image2.png"/><Relationship Id="rId5" Type="http://schemas.openxmlformats.org/officeDocument/2006/relationships/slideLayout" Target="../slideLayouts/slideLayout153.xml"/><Relationship Id="rId10" Type="http://schemas.openxmlformats.org/officeDocument/2006/relationships/image" Target="../media/image1.png"/><Relationship Id="rId4" Type="http://schemas.openxmlformats.org/officeDocument/2006/relationships/slideLayout" Target="../slideLayouts/slideLayout152.xml"/><Relationship Id="rId9" Type="http://schemas.openxmlformats.org/officeDocument/2006/relationships/theme" Target="../theme/theme25.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slideLayout" Target="../slideLayouts/slideLayout169.xml"/><Relationship Id="rId18" Type="http://schemas.openxmlformats.org/officeDocument/2006/relationships/theme" Target="../theme/theme26.xml"/><Relationship Id="rId3" Type="http://schemas.openxmlformats.org/officeDocument/2006/relationships/slideLayout" Target="../slideLayouts/slideLayout159.xml"/><Relationship Id="rId21" Type="http://schemas.openxmlformats.org/officeDocument/2006/relationships/image" Target="../media/image3.png"/><Relationship Id="rId7" Type="http://schemas.openxmlformats.org/officeDocument/2006/relationships/slideLayout" Target="../slideLayouts/slideLayout163.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2" Type="http://schemas.openxmlformats.org/officeDocument/2006/relationships/slideLayout" Target="../slideLayouts/slideLayout158.xml"/><Relationship Id="rId16" Type="http://schemas.openxmlformats.org/officeDocument/2006/relationships/slideLayout" Target="../slideLayouts/slideLayout172.xml"/><Relationship Id="rId20" Type="http://schemas.openxmlformats.org/officeDocument/2006/relationships/image" Target="../media/image29.png"/><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5" Type="http://schemas.openxmlformats.org/officeDocument/2006/relationships/slideLayout" Target="../slideLayouts/slideLayout171.xml"/><Relationship Id="rId10" Type="http://schemas.openxmlformats.org/officeDocument/2006/relationships/slideLayout" Target="../slideLayouts/slideLayout166.xml"/><Relationship Id="rId19" Type="http://schemas.openxmlformats.org/officeDocument/2006/relationships/image" Target="../media/image28.png"/><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slideLayout" Target="../slideLayouts/slideLayout170.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181.xml"/><Relationship Id="rId13" Type="http://schemas.openxmlformats.org/officeDocument/2006/relationships/slideLayout" Target="../slideLayouts/slideLayout186.xml"/><Relationship Id="rId3" Type="http://schemas.openxmlformats.org/officeDocument/2006/relationships/slideLayout" Target="../slideLayouts/slideLayout176.xml"/><Relationship Id="rId7" Type="http://schemas.openxmlformats.org/officeDocument/2006/relationships/slideLayout" Target="../slideLayouts/slideLayout180.xml"/><Relationship Id="rId12" Type="http://schemas.openxmlformats.org/officeDocument/2006/relationships/slideLayout" Target="../slideLayouts/slideLayout185.xml"/><Relationship Id="rId17" Type="http://schemas.openxmlformats.org/officeDocument/2006/relationships/image" Target="../media/image3.png"/><Relationship Id="rId2" Type="http://schemas.openxmlformats.org/officeDocument/2006/relationships/slideLayout" Target="../slideLayouts/slideLayout175.xml"/><Relationship Id="rId16" Type="http://schemas.openxmlformats.org/officeDocument/2006/relationships/image" Target="../media/image29.png"/><Relationship Id="rId1" Type="http://schemas.openxmlformats.org/officeDocument/2006/relationships/slideLayout" Target="../slideLayouts/slideLayout174.xml"/><Relationship Id="rId6" Type="http://schemas.openxmlformats.org/officeDocument/2006/relationships/slideLayout" Target="../slideLayouts/slideLayout179.xml"/><Relationship Id="rId11" Type="http://schemas.openxmlformats.org/officeDocument/2006/relationships/slideLayout" Target="../slideLayouts/slideLayout184.xml"/><Relationship Id="rId5" Type="http://schemas.openxmlformats.org/officeDocument/2006/relationships/slideLayout" Target="../slideLayouts/slideLayout178.xml"/><Relationship Id="rId15" Type="http://schemas.openxmlformats.org/officeDocument/2006/relationships/image" Target="../media/image28.png"/><Relationship Id="rId10" Type="http://schemas.openxmlformats.org/officeDocument/2006/relationships/slideLayout" Target="../slideLayouts/slideLayout183.xml"/><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theme" Target="../theme/theme27.xml"/></Relationships>
</file>

<file path=ppt/slideMasters/_rels/slideMaster28.xml.rels><?xml version="1.0" encoding="UTF-8" standalone="yes"?>
<Relationships xmlns="http://schemas.openxmlformats.org/package/2006/relationships"><Relationship Id="rId3" Type="http://schemas.openxmlformats.org/officeDocument/2006/relationships/slideLayout" Target="../slideLayouts/slideLayout189.xml"/><Relationship Id="rId7" Type="http://schemas.openxmlformats.org/officeDocument/2006/relationships/image" Target="../media/image27.png"/><Relationship Id="rId2" Type="http://schemas.openxmlformats.org/officeDocument/2006/relationships/slideLayout" Target="../slideLayouts/slideLayout188.xml"/><Relationship Id="rId1" Type="http://schemas.openxmlformats.org/officeDocument/2006/relationships/slideLayout" Target="../slideLayouts/slideLayout187.xml"/><Relationship Id="rId6" Type="http://schemas.openxmlformats.org/officeDocument/2006/relationships/image" Target="../media/image26.png"/><Relationship Id="rId5" Type="http://schemas.openxmlformats.org/officeDocument/2006/relationships/theme" Target="../theme/theme28.xml"/><Relationship Id="rId4" Type="http://schemas.openxmlformats.org/officeDocument/2006/relationships/slideLayout" Target="../slideLayouts/slideLayout190.xml"/></Relationships>
</file>

<file path=ppt/slideMasters/_rels/slideMaster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theme" Target="../theme/theme29.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198.xml"/><Relationship Id="rId13" Type="http://schemas.openxmlformats.org/officeDocument/2006/relationships/theme" Target="../theme/theme30.xml"/><Relationship Id="rId3" Type="http://schemas.openxmlformats.org/officeDocument/2006/relationships/slideLayout" Target="../slideLayouts/slideLayout193.xml"/><Relationship Id="rId7" Type="http://schemas.openxmlformats.org/officeDocument/2006/relationships/slideLayout" Target="../slideLayouts/slideLayout197.xml"/><Relationship Id="rId12" Type="http://schemas.openxmlformats.org/officeDocument/2006/relationships/slideLayout" Target="../slideLayouts/slideLayout202.xml"/><Relationship Id="rId2" Type="http://schemas.openxmlformats.org/officeDocument/2006/relationships/slideLayout" Target="../slideLayouts/slideLayout192.xml"/><Relationship Id="rId1" Type="http://schemas.openxmlformats.org/officeDocument/2006/relationships/slideLayout" Target="../slideLayouts/slideLayout191.xml"/><Relationship Id="rId6" Type="http://schemas.openxmlformats.org/officeDocument/2006/relationships/slideLayout" Target="../slideLayouts/slideLayout196.xml"/><Relationship Id="rId11" Type="http://schemas.openxmlformats.org/officeDocument/2006/relationships/slideLayout" Target="../slideLayouts/slideLayout201.xml"/><Relationship Id="rId5" Type="http://schemas.openxmlformats.org/officeDocument/2006/relationships/slideLayout" Target="../slideLayouts/slideLayout195.xml"/><Relationship Id="rId15" Type="http://schemas.openxmlformats.org/officeDocument/2006/relationships/image" Target="../media/image32.png"/><Relationship Id="rId10" Type="http://schemas.openxmlformats.org/officeDocument/2006/relationships/slideLayout" Target="../slideLayouts/slideLayout200.xml"/><Relationship Id="rId4" Type="http://schemas.openxmlformats.org/officeDocument/2006/relationships/slideLayout" Target="../slideLayouts/slideLayout194.xml"/><Relationship Id="rId9" Type="http://schemas.openxmlformats.org/officeDocument/2006/relationships/slideLayout" Target="../slideLayouts/slideLayout199.xml"/><Relationship Id="rId14" Type="http://schemas.openxmlformats.org/officeDocument/2006/relationships/image" Target="../media/image18.png"/></Relationships>
</file>

<file path=ppt/slideMasters/_rels/slideMaster31.xml.rels><?xml version="1.0" encoding="UTF-8" standalone="yes"?>
<Relationships xmlns="http://schemas.openxmlformats.org/package/2006/relationships"><Relationship Id="rId8" Type="http://schemas.openxmlformats.org/officeDocument/2006/relationships/theme" Target="../theme/theme31.xml"/><Relationship Id="rId3" Type="http://schemas.openxmlformats.org/officeDocument/2006/relationships/slideLayout" Target="../slideLayouts/slideLayout205.xml"/><Relationship Id="rId7" Type="http://schemas.openxmlformats.org/officeDocument/2006/relationships/slideLayout" Target="../slideLayouts/slideLayout209.xml"/><Relationship Id="rId2" Type="http://schemas.openxmlformats.org/officeDocument/2006/relationships/slideLayout" Target="../slideLayouts/slideLayout204.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5" Type="http://schemas.openxmlformats.org/officeDocument/2006/relationships/slideLayout" Target="../slideLayouts/slideLayout207.xml"/><Relationship Id="rId10" Type="http://schemas.openxmlformats.org/officeDocument/2006/relationships/image" Target="../media/image32.png"/><Relationship Id="rId4" Type="http://schemas.openxmlformats.org/officeDocument/2006/relationships/slideLayout" Target="../slideLayouts/slideLayout206.xml"/><Relationship Id="rId9" Type="http://schemas.openxmlformats.org/officeDocument/2006/relationships/image" Target="../media/image37.png"/></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217.xml"/><Relationship Id="rId13" Type="http://schemas.openxmlformats.org/officeDocument/2006/relationships/image" Target="../media/image1.png"/><Relationship Id="rId3" Type="http://schemas.openxmlformats.org/officeDocument/2006/relationships/slideLayout" Target="../slideLayouts/slideLayout212.xml"/><Relationship Id="rId7" Type="http://schemas.openxmlformats.org/officeDocument/2006/relationships/slideLayout" Target="../slideLayouts/slideLayout216.xml"/><Relationship Id="rId12" Type="http://schemas.openxmlformats.org/officeDocument/2006/relationships/theme" Target="../theme/theme32.xml"/><Relationship Id="rId2" Type="http://schemas.openxmlformats.org/officeDocument/2006/relationships/slideLayout" Target="../slideLayouts/slideLayout211.xml"/><Relationship Id="rId1" Type="http://schemas.openxmlformats.org/officeDocument/2006/relationships/slideLayout" Target="../slideLayouts/slideLayout210.xml"/><Relationship Id="rId6" Type="http://schemas.openxmlformats.org/officeDocument/2006/relationships/slideLayout" Target="../slideLayouts/slideLayout215.xml"/><Relationship Id="rId11" Type="http://schemas.openxmlformats.org/officeDocument/2006/relationships/slideLayout" Target="../slideLayouts/slideLayout220.xml"/><Relationship Id="rId5" Type="http://schemas.openxmlformats.org/officeDocument/2006/relationships/slideLayout" Target="../slideLayouts/slideLayout214.xml"/><Relationship Id="rId15" Type="http://schemas.openxmlformats.org/officeDocument/2006/relationships/image" Target="../media/image3.png"/><Relationship Id="rId10" Type="http://schemas.openxmlformats.org/officeDocument/2006/relationships/slideLayout" Target="../slideLayouts/slideLayout219.xml"/><Relationship Id="rId4" Type="http://schemas.openxmlformats.org/officeDocument/2006/relationships/slideLayout" Target="../slideLayouts/slideLayout213.xml"/><Relationship Id="rId9" Type="http://schemas.openxmlformats.org/officeDocument/2006/relationships/slideLayout" Target="../slideLayouts/slideLayout218.xml"/><Relationship Id="rId14" Type="http://schemas.openxmlformats.org/officeDocument/2006/relationships/image" Target="../media/image2.png"/></Relationships>
</file>

<file path=ppt/slideMasters/_rels/slideMaster33.xml.rels><?xml version="1.0" encoding="UTF-8" standalone="yes"?>
<Relationships xmlns="http://schemas.openxmlformats.org/package/2006/relationships"><Relationship Id="rId3" Type="http://schemas.openxmlformats.org/officeDocument/2006/relationships/theme" Target="../theme/theme33.xml"/><Relationship Id="rId2" Type="http://schemas.openxmlformats.org/officeDocument/2006/relationships/slideLayout" Target="../slideLayouts/slideLayout222.xml"/><Relationship Id="rId1" Type="http://schemas.openxmlformats.org/officeDocument/2006/relationships/slideLayout" Target="../slideLayouts/slideLayout221.xml"/><Relationship Id="rId5" Type="http://schemas.openxmlformats.org/officeDocument/2006/relationships/image" Target="../media/image36.png"/><Relationship Id="rId4" Type="http://schemas.openxmlformats.org/officeDocument/2006/relationships/image" Target="../media/image35.png"/></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230.xml"/><Relationship Id="rId13" Type="http://schemas.openxmlformats.org/officeDocument/2006/relationships/theme" Target="../theme/theme34.xml"/><Relationship Id="rId3" Type="http://schemas.openxmlformats.org/officeDocument/2006/relationships/slideLayout" Target="../slideLayouts/slideLayout225.xml"/><Relationship Id="rId7" Type="http://schemas.openxmlformats.org/officeDocument/2006/relationships/slideLayout" Target="../slideLayouts/slideLayout229.xml"/><Relationship Id="rId12" Type="http://schemas.openxmlformats.org/officeDocument/2006/relationships/slideLayout" Target="../slideLayouts/slideLayout234.xml"/><Relationship Id="rId2" Type="http://schemas.openxmlformats.org/officeDocument/2006/relationships/slideLayout" Target="../slideLayouts/slideLayout224.xml"/><Relationship Id="rId1" Type="http://schemas.openxmlformats.org/officeDocument/2006/relationships/slideLayout" Target="../slideLayouts/slideLayout223.xml"/><Relationship Id="rId6" Type="http://schemas.openxmlformats.org/officeDocument/2006/relationships/slideLayout" Target="../slideLayouts/slideLayout228.xml"/><Relationship Id="rId11" Type="http://schemas.openxmlformats.org/officeDocument/2006/relationships/slideLayout" Target="../slideLayouts/slideLayout233.xml"/><Relationship Id="rId5" Type="http://schemas.openxmlformats.org/officeDocument/2006/relationships/slideLayout" Target="../slideLayouts/slideLayout227.xml"/><Relationship Id="rId15" Type="http://schemas.openxmlformats.org/officeDocument/2006/relationships/image" Target="../media/image40.png"/><Relationship Id="rId10" Type="http://schemas.openxmlformats.org/officeDocument/2006/relationships/slideLayout" Target="../slideLayouts/slideLayout232.xml"/><Relationship Id="rId4" Type="http://schemas.openxmlformats.org/officeDocument/2006/relationships/slideLayout" Target="../slideLayouts/slideLayout226.xml"/><Relationship Id="rId9" Type="http://schemas.openxmlformats.org/officeDocument/2006/relationships/slideLayout" Target="../slideLayouts/slideLayout231.xml"/><Relationship Id="rId14" Type="http://schemas.openxmlformats.org/officeDocument/2006/relationships/image" Target="../media/image39.png"/></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242.xml"/><Relationship Id="rId13" Type="http://schemas.openxmlformats.org/officeDocument/2006/relationships/theme" Target="../theme/theme35.xml"/><Relationship Id="rId3" Type="http://schemas.openxmlformats.org/officeDocument/2006/relationships/slideLayout" Target="../slideLayouts/slideLayout237.xml"/><Relationship Id="rId7" Type="http://schemas.openxmlformats.org/officeDocument/2006/relationships/slideLayout" Target="../slideLayouts/slideLayout241.xml"/><Relationship Id="rId12" Type="http://schemas.openxmlformats.org/officeDocument/2006/relationships/slideLayout" Target="../slideLayouts/slideLayout246.xml"/><Relationship Id="rId2" Type="http://schemas.openxmlformats.org/officeDocument/2006/relationships/slideLayout" Target="../slideLayouts/slideLayout236.xml"/><Relationship Id="rId1" Type="http://schemas.openxmlformats.org/officeDocument/2006/relationships/slideLayout" Target="../slideLayouts/slideLayout235.xml"/><Relationship Id="rId6" Type="http://schemas.openxmlformats.org/officeDocument/2006/relationships/slideLayout" Target="../slideLayouts/slideLayout240.xml"/><Relationship Id="rId11" Type="http://schemas.openxmlformats.org/officeDocument/2006/relationships/slideLayout" Target="../slideLayouts/slideLayout245.xml"/><Relationship Id="rId5" Type="http://schemas.openxmlformats.org/officeDocument/2006/relationships/slideLayout" Target="../slideLayouts/slideLayout239.xml"/><Relationship Id="rId10" Type="http://schemas.openxmlformats.org/officeDocument/2006/relationships/slideLayout" Target="../slideLayouts/slideLayout244.xml"/><Relationship Id="rId4" Type="http://schemas.openxmlformats.org/officeDocument/2006/relationships/slideLayout" Target="../slideLayouts/slideLayout238.xml"/><Relationship Id="rId9" Type="http://schemas.openxmlformats.org/officeDocument/2006/relationships/slideLayout" Target="../slideLayouts/slideLayout243.xml"/></Relationships>
</file>

<file path=ppt/slideMasters/_rels/slideMaster36.xml.rels><?xml version="1.0" encoding="UTF-8" standalone="yes"?>
<Relationships xmlns="http://schemas.openxmlformats.org/package/2006/relationships"><Relationship Id="rId3" Type="http://schemas.openxmlformats.org/officeDocument/2006/relationships/theme" Target="../theme/theme36.xml"/><Relationship Id="rId2" Type="http://schemas.openxmlformats.org/officeDocument/2006/relationships/slideLayout" Target="../slideLayouts/slideLayout248.xml"/><Relationship Id="rId1" Type="http://schemas.openxmlformats.org/officeDocument/2006/relationships/slideLayout" Target="../slideLayouts/slideLayout247.xml"/><Relationship Id="rId5" Type="http://schemas.openxmlformats.org/officeDocument/2006/relationships/image" Target="../media/image23.png"/><Relationship Id="rId4" Type="http://schemas.openxmlformats.org/officeDocument/2006/relationships/image" Target="NUL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a:t>
            </a:r>
            <a:r>
              <a:rPr lang="zh-CN" altLang="en-US" sz="1200" dirty="0">
                <a:solidFill>
                  <a:srgbClr val="FFFFFF"/>
                </a:solidFill>
                <a:latin typeface="Arial" charset="0"/>
              </a:rPr>
              <a:t>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6" cstate="print"/>
          <a:srcRect/>
          <a:stretch>
            <a:fillRect/>
          </a:stretch>
        </p:blipFill>
        <p:spPr bwMode="auto">
          <a:xfrm>
            <a:off x="1" y="7"/>
            <a:ext cx="12193587" cy="6492875"/>
          </a:xfrm>
          <a:prstGeom prst="rect">
            <a:avLst/>
          </a:prstGeom>
          <a:noFill/>
          <a:ln w="9525">
            <a:noFill/>
            <a:miter lim="800000"/>
            <a:headEnd/>
            <a:tailEnd/>
          </a:ln>
        </p:spPr>
      </p:pic>
      <p:grpSp>
        <p:nvGrpSpPr>
          <p:cNvPr id="74"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7"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7"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7"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8"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390" r:id="rId1"/>
    <p:sldLayoutId id="2147484391" r:id="rId2"/>
    <p:sldLayoutId id="2147484392" r:id="rId3"/>
    <p:sldLayoutId id="2147484393" r:id="rId4"/>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a:t>
            </a:r>
            <a:r>
              <a:rPr lang="zh-CN" altLang="en-US" sz="1200" dirty="0">
                <a:solidFill>
                  <a:srgbClr val="FFFFFF"/>
                </a:solidFill>
                <a:latin typeface="Arial" charset="0"/>
              </a:rPr>
              <a:t>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pic>
        <p:nvPicPr>
          <p:cNvPr id="73" name="图片 78" descr="内页元素3-1"/>
          <p:cNvPicPr>
            <a:picLocks noChangeAspect="1" noChangeArrowheads="1"/>
          </p:cNvPicPr>
          <p:nvPr userDrawn="1"/>
        </p:nvPicPr>
        <p:blipFill>
          <a:blip r:embed="rId6" cstate="print"/>
          <a:srcRect/>
          <a:stretch>
            <a:fillRect/>
          </a:stretch>
        </p:blipFill>
        <p:spPr bwMode="auto">
          <a:xfrm>
            <a:off x="1" y="7"/>
            <a:ext cx="12193587" cy="6492875"/>
          </a:xfrm>
          <a:prstGeom prst="rect">
            <a:avLst/>
          </a:prstGeom>
          <a:noFill/>
          <a:ln w="9525">
            <a:noFill/>
            <a:miter lim="800000"/>
            <a:headEnd/>
            <a:tailEnd/>
          </a:ln>
        </p:spPr>
      </p:pic>
      <p:grpSp>
        <p:nvGrpSpPr>
          <p:cNvPr id="74"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7"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7"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7"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8"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385" r:id="rId1"/>
    <p:sldLayoutId id="2147484386" r:id="rId2"/>
    <p:sldLayoutId id="2147484387" r:id="rId3"/>
    <p:sldLayoutId id="2147484388" r:id="rId4"/>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2" descr="内页元素3-1"/>
          <p:cNvPicPr>
            <a:picLocks noChangeAspect="1" noChangeArrowheads="1"/>
          </p:cNvPicPr>
          <p:nvPr/>
        </p:nvPicPr>
        <p:blipFill>
          <a:blip r:embed="rId13" cstate="print"/>
          <a:srcRect/>
          <a:stretch>
            <a:fillRect/>
          </a:stretch>
        </p:blipFill>
        <p:spPr bwMode="auto">
          <a:xfrm>
            <a:off x="1" y="12"/>
            <a:ext cx="12193587" cy="6492875"/>
          </a:xfrm>
          <a:prstGeom prst="rect">
            <a:avLst/>
          </a:prstGeom>
          <a:noFill/>
          <a:ln w="9525">
            <a:noFill/>
            <a:miter lim="800000"/>
            <a:headEnd/>
            <a:tailEnd/>
          </a:ln>
        </p:spPr>
      </p:pic>
      <p:sp>
        <p:nvSpPr>
          <p:cNvPr id="74755" name="文本框 3"/>
          <p:cNvSpPr txBox="1">
            <a:spLocks noChangeArrowheads="1"/>
          </p:cNvSpPr>
          <p:nvPr/>
        </p:nvSpPr>
        <p:spPr bwMode="auto">
          <a:xfrm>
            <a:off x="869949" y="6467598"/>
            <a:ext cx="2210222" cy="263791"/>
          </a:xfrm>
          <a:prstGeom prst="rect">
            <a:avLst/>
          </a:prstGeom>
          <a:noFill/>
          <a:ln>
            <a:noFill/>
          </a:ln>
          <a:extLst/>
        </p:spPr>
        <p:txBody>
          <a:bodyPr wrap="none" lIns="78360" tIns="39180" rIns="78360" bIns="39180">
            <a:spAutoFit/>
          </a:bodyPr>
          <a:lstStyle>
            <a:lvl1pPr defTabSz="784225" eaLnBrk="0" hangingPunct="0">
              <a:defRPr b="1">
                <a:solidFill>
                  <a:schemeClr val="tx1"/>
                </a:solidFill>
                <a:latin typeface="Arial" charset="0"/>
                <a:ea typeface="宋体" pitchFamily="2" charset="-122"/>
              </a:defRPr>
            </a:lvl1pPr>
            <a:lvl2pPr marL="392113" defTabSz="784225" eaLnBrk="0" hangingPunct="0">
              <a:defRPr b="1">
                <a:solidFill>
                  <a:schemeClr val="tx1"/>
                </a:solidFill>
                <a:latin typeface="Arial" charset="0"/>
                <a:ea typeface="宋体" pitchFamily="2" charset="-122"/>
              </a:defRPr>
            </a:lvl2pPr>
            <a:lvl3pPr marL="784225" defTabSz="784225" eaLnBrk="0" hangingPunct="0">
              <a:defRPr b="1">
                <a:solidFill>
                  <a:schemeClr val="tx1"/>
                </a:solidFill>
                <a:latin typeface="Arial" charset="0"/>
                <a:ea typeface="宋体" pitchFamily="2" charset="-122"/>
              </a:defRPr>
            </a:lvl3pPr>
            <a:lvl4pPr marL="1174750" defTabSz="784225" eaLnBrk="0" hangingPunct="0">
              <a:defRPr b="1">
                <a:solidFill>
                  <a:schemeClr val="tx1"/>
                </a:solidFill>
                <a:latin typeface="Arial" charset="0"/>
                <a:ea typeface="宋体" pitchFamily="2" charset="-122"/>
              </a:defRPr>
            </a:lvl4pPr>
            <a:lvl5pPr marL="1566863" defTabSz="784225" eaLnBrk="0" hangingPunct="0">
              <a:defRPr b="1">
                <a:solidFill>
                  <a:schemeClr val="tx1"/>
                </a:solidFill>
                <a:latin typeface="Arial" charset="0"/>
                <a:ea typeface="宋体" pitchFamily="2" charset="-122"/>
              </a:defRPr>
            </a:lvl5pPr>
            <a:lvl6pPr marL="20240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4812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29384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3956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200" b="0">
                <a:solidFill>
                  <a:srgbClr val="000000"/>
                </a:solidFill>
                <a:latin typeface="FrutigerNext LT Bold" pitchFamily="1" charset="0"/>
                <a:ea typeface="ＭＳ Ｐゴシック" pitchFamily="34" charset="-128"/>
              </a:rPr>
              <a:t>HISILICON SEMICONDUCTOR</a:t>
            </a:r>
          </a:p>
        </p:txBody>
      </p:sp>
      <p:sp>
        <p:nvSpPr>
          <p:cNvPr id="74756" name="矩形 4"/>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en-GB">
              <a:solidFill>
                <a:srgbClr val="000000"/>
              </a:solidFill>
              <a:latin typeface="FrutigerNext LT Medium" pitchFamily="34" charset="0"/>
            </a:endParaRPr>
          </a:p>
        </p:txBody>
      </p:sp>
      <p:grpSp>
        <p:nvGrpSpPr>
          <p:cNvPr id="2" name="组合 5"/>
          <p:cNvGrpSpPr>
            <a:grpSpLocks/>
          </p:cNvGrpSpPr>
          <p:nvPr/>
        </p:nvGrpSpPr>
        <p:grpSpPr bwMode="auto">
          <a:xfrm>
            <a:off x="1" y="6216650"/>
            <a:ext cx="12195175" cy="635000"/>
            <a:chOff x="0" y="3920"/>
            <a:chExt cx="7682" cy="400"/>
          </a:xfrm>
        </p:grpSpPr>
        <p:pic>
          <p:nvPicPr>
            <p:cNvPr id="3132" name="图片 6" descr="图片1"/>
            <p:cNvPicPr>
              <a:picLocks noChangeAspect="1" noChangeArrowheads="1"/>
            </p:cNvPicPr>
            <p:nvPr userDrawn="1"/>
          </p:nvPicPr>
          <p:blipFill>
            <a:blip r:embed="rId14" cstate="print"/>
            <a:srcRect/>
            <a:stretch>
              <a:fillRect/>
            </a:stretch>
          </p:blipFill>
          <p:spPr bwMode="auto">
            <a:xfrm>
              <a:off x="0" y="3920"/>
              <a:ext cx="5760" cy="400"/>
            </a:xfrm>
            <a:prstGeom prst="rect">
              <a:avLst/>
            </a:prstGeom>
            <a:noFill/>
            <a:ln w="9525">
              <a:noFill/>
              <a:miter lim="800000"/>
              <a:headEnd/>
              <a:tailEnd/>
            </a:ln>
          </p:spPr>
        </p:pic>
        <p:pic>
          <p:nvPicPr>
            <p:cNvPr id="3133" name="图片 7" descr="图片1"/>
            <p:cNvPicPr>
              <a:picLocks noChangeAspect="1" noChangeArrowheads="1"/>
            </p:cNvPicPr>
            <p:nvPr userDrawn="1"/>
          </p:nvPicPr>
          <p:blipFill>
            <a:blip r:embed="rId14" cstate="print"/>
            <a:srcRect/>
            <a:stretch>
              <a:fillRect/>
            </a:stretch>
          </p:blipFill>
          <p:spPr bwMode="auto">
            <a:xfrm>
              <a:off x="1539" y="3920"/>
              <a:ext cx="5760" cy="400"/>
            </a:xfrm>
            <a:prstGeom prst="rect">
              <a:avLst/>
            </a:prstGeom>
            <a:noFill/>
            <a:ln w="9525">
              <a:noFill/>
              <a:miter lim="800000"/>
              <a:headEnd/>
              <a:tailEnd/>
            </a:ln>
          </p:spPr>
        </p:pic>
        <p:pic>
          <p:nvPicPr>
            <p:cNvPr id="3134" name="图片 8" descr="图片1"/>
            <p:cNvPicPr>
              <a:picLocks noChangeAspect="1" noChangeArrowheads="1"/>
            </p:cNvPicPr>
            <p:nvPr userDrawn="1"/>
          </p:nvPicPr>
          <p:blipFill>
            <a:blip r:embed="rId14" cstate="print"/>
            <a:srcRect/>
            <a:stretch>
              <a:fillRect/>
            </a:stretch>
          </p:blipFill>
          <p:spPr bwMode="auto">
            <a:xfrm rot="10800000">
              <a:off x="6619" y="3920"/>
              <a:ext cx="1063" cy="400"/>
            </a:xfrm>
            <a:prstGeom prst="rect">
              <a:avLst/>
            </a:prstGeom>
            <a:noFill/>
            <a:ln w="9525">
              <a:noFill/>
              <a:miter lim="800000"/>
              <a:headEnd/>
              <a:tailEnd/>
            </a:ln>
          </p:spPr>
        </p:pic>
      </p:grpSp>
      <p:sp>
        <p:nvSpPr>
          <p:cNvPr id="74761" name="文本框 9"/>
          <p:cNvSpPr txBox="1">
            <a:spLocks noChangeArrowheads="1"/>
          </p:cNvSpPr>
          <p:nvPr/>
        </p:nvSpPr>
        <p:spPr bwMode="auto">
          <a:xfrm>
            <a:off x="869949" y="6458073"/>
            <a:ext cx="3326747" cy="263791"/>
          </a:xfrm>
          <a:prstGeom prst="rect">
            <a:avLst/>
          </a:prstGeom>
          <a:noFill/>
          <a:ln>
            <a:noFill/>
          </a:ln>
          <a:extLst/>
        </p:spPr>
        <p:txBody>
          <a:bodyPr wrap="none" lIns="78360" tIns="39180" rIns="78360" bIns="39180">
            <a:spAutoFit/>
          </a:bodyPr>
          <a:lstStyle>
            <a:lvl1pPr defTabSz="784225" eaLnBrk="0" hangingPunct="0">
              <a:defRPr b="1">
                <a:solidFill>
                  <a:schemeClr val="tx1"/>
                </a:solidFill>
                <a:latin typeface="Arial" charset="0"/>
                <a:ea typeface="宋体" pitchFamily="2" charset="-122"/>
              </a:defRPr>
            </a:lvl1pPr>
            <a:lvl2pPr marL="392113" defTabSz="784225" eaLnBrk="0" hangingPunct="0">
              <a:defRPr b="1">
                <a:solidFill>
                  <a:schemeClr val="tx1"/>
                </a:solidFill>
                <a:latin typeface="Arial" charset="0"/>
                <a:ea typeface="宋体" pitchFamily="2" charset="-122"/>
              </a:defRPr>
            </a:lvl2pPr>
            <a:lvl3pPr marL="784225" defTabSz="784225" eaLnBrk="0" hangingPunct="0">
              <a:defRPr b="1">
                <a:solidFill>
                  <a:schemeClr val="tx1"/>
                </a:solidFill>
                <a:latin typeface="Arial" charset="0"/>
                <a:ea typeface="宋体" pitchFamily="2" charset="-122"/>
              </a:defRPr>
            </a:lvl3pPr>
            <a:lvl4pPr marL="1174750" defTabSz="784225" eaLnBrk="0" hangingPunct="0">
              <a:defRPr b="1">
                <a:solidFill>
                  <a:schemeClr val="tx1"/>
                </a:solidFill>
                <a:latin typeface="Arial" charset="0"/>
                <a:ea typeface="宋体" pitchFamily="2" charset="-122"/>
              </a:defRPr>
            </a:lvl4pPr>
            <a:lvl5pPr marL="1566863" defTabSz="784225" eaLnBrk="0" hangingPunct="0">
              <a:defRPr b="1">
                <a:solidFill>
                  <a:schemeClr val="tx1"/>
                </a:solidFill>
                <a:latin typeface="Arial" charset="0"/>
                <a:ea typeface="宋体" pitchFamily="2" charset="-122"/>
              </a:defRPr>
            </a:lvl5pPr>
            <a:lvl6pPr marL="20240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4812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29384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395663" defTabSz="784225"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1200" dirty="0">
                <a:solidFill>
                  <a:srgbClr val="000000"/>
                </a:solidFill>
                <a:ea typeface="ＭＳ Ｐゴシック" pitchFamily="34" charset="-128"/>
              </a:rPr>
              <a:t>HUAWEI TECHNOLOGIES </a:t>
            </a:r>
            <a:r>
              <a:rPr lang="en-US" altLang="zh-CN" sz="1200" dirty="0">
                <a:solidFill>
                  <a:srgbClr val="000000"/>
                </a:solidFill>
                <a:latin typeface="FrutigerNext LT Bold" charset="0"/>
                <a:ea typeface="MS PGothic" pitchFamily="34" charset="-128"/>
              </a:rPr>
              <a:t>(Egypt) </a:t>
            </a:r>
            <a:r>
              <a:rPr lang="en-US" altLang="zh-CN" sz="1200" dirty="0">
                <a:solidFill>
                  <a:srgbClr val="000000"/>
                </a:solidFill>
                <a:ea typeface="ＭＳ Ｐゴシック" pitchFamily="34" charset="-128"/>
              </a:rPr>
              <a:t>CO., LTD.</a:t>
            </a:r>
          </a:p>
        </p:txBody>
      </p:sp>
      <p:sp>
        <p:nvSpPr>
          <p:cNvPr id="4103" name="矩形 10"/>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3080" name="图片 11" descr="图片3副本"/>
          <p:cNvPicPr>
            <a:picLocks noChangeAspect="1" noChangeArrowheads="1"/>
          </p:cNvPicPr>
          <p:nvPr/>
        </p:nvPicPr>
        <p:blipFill>
          <a:blip r:embed="rId15" cstate="print"/>
          <a:srcRect/>
          <a:stretch>
            <a:fillRect/>
          </a:stretch>
        </p:blipFill>
        <p:spPr bwMode="auto">
          <a:xfrm>
            <a:off x="10182229" y="6386637"/>
            <a:ext cx="1295399" cy="307975"/>
          </a:xfrm>
          <a:prstGeom prst="rect">
            <a:avLst/>
          </a:prstGeom>
          <a:noFill/>
          <a:ln w="9525">
            <a:noFill/>
            <a:miter lim="800000"/>
            <a:headEnd/>
            <a:tailEnd/>
          </a:ln>
        </p:spPr>
      </p:pic>
      <p:sp>
        <p:nvSpPr>
          <p:cNvPr id="3081" name="矩形 12"/>
          <p:cNvSpPr>
            <a:spLocks noGrp="1" noChangeArrowheads="1"/>
          </p:cNvSpPr>
          <p:nvPr>
            <p:ph type="title"/>
          </p:nvPr>
        </p:nvSpPr>
        <p:spPr bwMode="auto">
          <a:xfrm>
            <a:off x="781053"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82" name="矩形 13"/>
          <p:cNvSpPr>
            <a:spLocks noGrp="1" noChangeArrowheads="1"/>
          </p:cNvSpPr>
          <p:nvPr>
            <p:ph type="body" idx="1"/>
          </p:nvPr>
        </p:nvSpPr>
        <p:spPr bwMode="auto">
          <a:xfrm>
            <a:off x="781053"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7" name="矩形 14"/>
          <p:cNvSpPr>
            <a:spLocks noChangeArrowheads="1"/>
          </p:cNvSpPr>
          <p:nvPr/>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4108" name="矩形 15"/>
          <p:cNvSpPr>
            <a:spLocks noChangeArrowheads="1"/>
          </p:cNvSpPr>
          <p:nvPr/>
        </p:nvSpPr>
        <p:spPr bwMode="auto">
          <a:xfrm>
            <a:off x="12361944" y="5444806"/>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en-US" sz="1500">
              <a:solidFill>
                <a:srgbClr val="000000"/>
              </a:solidFill>
              <a:latin typeface="FrutigerNext LT Regular" pitchFamily="34" charset="0"/>
              <a:ea typeface="ＭＳ Ｐゴシック" pitchFamily="34" charset="-128"/>
            </a:endParaRPr>
          </a:p>
        </p:txBody>
      </p:sp>
      <p:grpSp>
        <p:nvGrpSpPr>
          <p:cNvPr id="3" name="组合 16"/>
          <p:cNvGrpSpPr>
            <a:grpSpLocks/>
          </p:cNvGrpSpPr>
          <p:nvPr/>
        </p:nvGrpSpPr>
        <p:grpSpPr bwMode="auto">
          <a:xfrm>
            <a:off x="12472987" y="5278438"/>
            <a:ext cx="989012" cy="184150"/>
            <a:chOff x="6657" y="3492"/>
            <a:chExt cx="527" cy="121"/>
          </a:xfrm>
        </p:grpSpPr>
        <p:sp>
          <p:nvSpPr>
            <p:cNvPr id="4152" name="矩形 17"/>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3" name="矩形 18"/>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4" name="矩形 19"/>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5" name="矩形 20"/>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4" name="组合 21"/>
          <p:cNvGrpSpPr>
            <a:grpSpLocks/>
          </p:cNvGrpSpPr>
          <p:nvPr/>
        </p:nvGrpSpPr>
        <p:grpSpPr bwMode="auto">
          <a:xfrm>
            <a:off x="12472987" y="6204074"/>
            <a:ext cx="989012" cy="182563"/>
            <a:chOff x="6657" y="4103"/>
            <a:chExt cx="527" cy="121"/>
          </a:xfrm>
        </p:grpSpPr>
        <p:sp>
          <p:nvSpPr>
            <p:cNvPr id="4148" name="矩形 22"/>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9" name="矩形 23"/>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0" name="矩形 24"/>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51" name="矩形 25"/>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5" name="组合 26"/>
          <p:cNvGrpSpPr>
            <a:grpSpLocks/>
          </p:cNvGrpSpPr>
          <p:nvPr/>
        </p:nvGrpSpPr>
        <p:grpSpPr bwMode="auto">
          <a:xfrm>
            <a:off x="12472987" y="6450013"/>
            <a:ext cx="989012" cy="182562"/>
            <a:chOff x="6657" y="4266"/>
            <a:chExt cx="527" cy="121"/>
          </a:xfrm>
        </p:grpSpPr>
        <p:sp>
          <p:nvSpPr>
            <p:cNvPr id="4144" name="矩形 27"/>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5" name="矩形 28"/>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6" name="矩形 29"/>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7" name="矩形 30"/>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6" name="组合 31"/>
          <p:cNvGrpSpPr>
            <a:grpSpLocks/>
          </p:cNvGrpSpPr>
          <p:nvPr/>
        </p:nvGrpSpPr>
        <p:grpSpPr bwMode="auto">
          <a:xfrm>
            <a:off x="12472987" y="5527799"/>
            <a:ext cx="989012" cy="182563"/>
            <a:chOff x="6657" y="3656"/>
            <a:chExt cx="527" cy="121"/>
          </a:xfrm>
        </p:grpSpPr>
        <p:sp>
          <p:nvSpPr>
            <p:cNvPr id="4140" name="矩形 32"/>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1" name="矩形 33"/>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2" name="矩形 34"/>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43" name="矩形 35"/>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7" name="组合 36"/>
          <p:cNvGrpSpPr>
            <a:grpSpLocks/>
          </p:cNvGrpSpPr>
          <p:nvPr/>
        </p:nvGrpSpPr>
        <p:grpSpPr bwMode="auto">
          <a:xfrm>
            <a:off x="12472987" y="5957888"/>
            <a:ext cx="989012" cy="182562"/>
            <a:chOff x="6657" y="3941"/>
            <a:chExt cx="527" cy="121"/>
          </a:xfrm>
        </p:grpSpPr>
        <p:sp>
          <p:nvSpPr>
            <p:cNvPr id="4136" name="矩形 37"/>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7" name="矩形 38"/>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8" name="矩形 39"/>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9" name="矩形 40"/>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8" name="组合 41"/>
          <p:cNvGrpSpPr>
            <a:grpSpLocks/>
          </p:cNvGrpSpPr>
          <p:nvPr/>
        </p:nvGrpSpPr>
        <p:grpSpPr bwMode="auto">
          <a:xfrm>
            <a:off x="12472987" y="6697663"/>
            <a:ext cx="989012" cy="182562"/>
            <a:chOff x="6657" y="4430"/>
            <a:chExt cx="527" cy="121"/>
          </a:xfrm>
        </p:grpSpPr>
        <p:sp>
          <p:nvSpPr>
            <p:cNvPr id="4132" name="矩形 42"/>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3" name="矩形 43"/>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4" name="矩形 44"/>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5" name="矩形 45"/>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9" name="组合 46"/>
          <p:cNvGrpSpPr>
            <a:grpSpLocks/>
          </p:cNvGrpSpPr>
          <p:nvPr/>
        </p:nvGrpSpPr>
        <p:grpSpPr bwMode="auto">
          <a:xfrm>
            <a:off x="12472987" y="5032375"/>
            <a:ext cx="989012" cy="184150"/>
            <a:chOff x="6657" y="3329"/>
            <a:chExt cx="527" cy="122"/>
          </a:xfrm>
        </p:grpSpPr>
        <p:sp>
          <p:nvSpPr>
            <p:cNvPr id="4128" name="矩形 47"/>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9" name="矩形 48"/>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0" name="矩形 49"/>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31" name="矩形 50"/>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0" name="组合 51"/>
          <p:cNvGrpSpPr>
            <a:grpSpLocks/>
          </p:cNvGrpSpPr>
          <p:nvPr/>
        </p:nvGrpSpPr>
        <p:grpSpPr bwMode="auto">
          <a:xfrm>
            <a:off x="12472987" y="4600699"/>
            <a:ext cx="989012" cy="182563"/>
            <a:chOff x="6657" y="3043"/>
            <a:chExt cx="527" cy="121"/>
          </a:xfrm>
        </p:grpSpPr>
        <p:sp>
          <p:nvSpPr>
            <p:cNvPr id="4124" name="矩形 52"/>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5" name="矩形 53"/>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6" name="矩形 54"/>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7" name="矩形 55"/>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1" name="组合 56"/>
          <p:cNvGrpSpPr>
            <a:grpSpLocks/>
          </p:cNvGrpSpPr>
          <p:nvPr/>
        </p:nvGrpSpPr>
        <p:grpSpPr bwMode="auto">
          <a:xfrm>
            <a:off x="12472987" y="4354513"/>
            <a:ext cx="989012" cy="184150"/>
            <a:chOff x="6657" y="2881"/>
            <a:chExt cx="527" cy="121"/>
          </a:xfrm>
        </p:grpSpPr>
        <p:sp>
          <p:nvSpPr>
            <p:cNvPr id="4120" name="矩形 57"/>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1" name="矩形 58"/>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2" name="矩形 59"/>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4123" name="矩形 60"/>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4118" name="矩形 61"/>
          <p:cNvSpPr>
            <a:spLocks noChangeArrowheads="1"/>
          </p:cNvSpPr>
          <p:nvPr/>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4119" name="矩形 62"/>
          <p:cNvSpPr>
            <a:spLocks noChangeArrowheads="1"/>
          </p:cNvSpPr>
          <p:nvPr/>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ftr="0" dt="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defRPr>
      </a:lvl5pPr>
      <a:lvl6pPr marL="2514600" indent="-228600" algn="l" rtl="0" fontAlgn="base">
        <a:spcBef>
          <a:spcPct val="20000"/>
        </a:spcBef>
        <a:spcAft>
          <a:spcPct val="0"/>
        </a:spcAft>
        <a:buFont typeface="Arial" charset="0"/>
        <a:buChar char="~"/>
        <a:defRPr sz="1600">
          <a:solidFill>
            <a:schemeClr val="tx1"/>
          </a:solidFill>
          <a:latin typeface="+mn-lt"/>
          <a:ea typeface="+mn-ea"/>
        </a:defRPr>
      </a:lvl6pPr>
      <a:lvl7pPr marL="2971800" indent="-228600" algn="l" rtl="0" fontAlgn="base">
        <a:spcBef>
          <a:spcPct val="20000"/>
        </a:spcBef>
        <a:spcAft>
          <a:spcPct val="0"/>
        </a:spcAft>
        <a:buFont typeface="Arial" charset="0"/>
        <a:buChar char="~"/>
        <a:defRPr sz="1600">
          <a:solidFill>
            <a:schemeClr val="tx1"/>
          </a:solidFill>
          <a:latin typeface="+mn-lt"/>
          <a:ea typeface="+mn-ea"/>
        </a:defRPr>
      </a:lvl7pPr>
      <a:lvl8pPr marL="3429000" indent="-228600" algn="l" rtl="0" fontAlgn="base">
        <a:spcBef>
          <a:spcPct val="20000"/>
        </a:spcBef>
        <a:spcAft>
          <a:spcPct val="0"/>
        </a:spcAft>
        <a:buFont typeface="Arial" charset="0"/>
        <a:buChar char="~"/>
        <a:defRPr sz="1600">
          <a:solidFill>
            <a:schemeClr val="tx1"/>
          </a:solidFill>
          <a:latin typeface="+mn-lt"/>
          <a:ea typeface="+mn-ea"/>
        </a:defRPr>
      </a:lvl8pPr>
      <a:lvl9pPr marL="3886200" indent="-228600" algn="l" rtl="0" fontAlgn="base">
        <a:spcBef>
          <a:spcPct val="20000"/>
        </a:spcBef>
        <a:spcAft>
          <a:spcPct val="0"/>
        </a:spcAft>
        <a:buFont typeface="Arial"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3" descr="内页元素3-1"/>
          <p:cNvPicPr>
            <a:picLocks noChangeAspect="1" noChangeArrowheads="1"/>
          </p:cNvPicPr>
          <p:nvPr/>
        </p:nvPicPr>
        <p:blipFill>
          <a:blip r:embed="rId13" cstate="print"/>
          <a:srcRect/>
          <a:stretch>
            <a:fillRect/>
          </a:stretch>
        </p:blipFill>
        <p:spPr bwMode="auto">
          <a:xfrm>
            <a:off x="1" y="12"/>
            <a:ext cx="12193587" cy="6492875"/>
          </a:xfrm>
          <a:prstGeom prst="rect">
            <a:avLst/>
          </a:prstGeom>
          <a:noFill/>
          <a:ln w="9525">
            <a:noFill/>
            <a:miter lim="800000"/>
            <a:headEnd/>
            <a:tailEnd/>
          </a:ln>
        </p:spPr>
      </p:pic>
      <p:pic>
        <p:nvPicPr>
          <p:cNvPr id="2051" name="图片 15" descr="5"/>
          <p:cNvPicPr>
            <a:picLocks noChangeAspect="1" noChangeArrowheads="1"/>
          </p:cNvPicPr>
          <p:nvPr/>
        </p:nvPicPr>
        <p:blipFill>
          <a:blip r:embed="rId14" cstate="print"/>
          <a:srcRect/>
          <a:stretch>
            <a:fillRect/>
          </a:stretch>
        </p:blipFill>
        <p:spPr bwMode="auto">
          <a:xfrm>
            <a:off x="1" y="5616701"/>
            <a:ext cx="12195175" cy="1241425"/>
          </a:xfrm>
          <a:prstGeom prst="rect">
            <a:avLst/>
          </a:prstGeom>
          <a:noFill/>
          <a:ln w="9525">
            <a:noFill/>
            <a:miter lim="800000"/>
            <a:headEnd/>
            <a:tailEnd/>
          </a:ln>
        </p:spPr>
      </p:pic>
      <p:sp>
        <p:nvSpPr>
          <p:cNvPr id="3076" name="文本框 16"/>
          <p:cNvSpPr txBox="1">
            <a:spLocks noChangeArrowheads="1"/>
          </p:cNvSpPr>
          <p:nvPr/>
        </p:nvSpPr>
        <p:spPr bwMode="auto">
          <a:xfrm>
            <a:off x="4580020" y="2616326"/>
            <a:ext cx="2994731" cy="830997"/>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4800" b="0" dirty="0">
                <a:solidFill>
                  <a:srgbClr val="990000"/>
                </a:solidFill>
                <a:latin typeface="FrutigerNext LT Medium" pitchFamily="34" charset="0"/>
                <a:ea typeface="ＭＳ Ｐゴシック" pitchFamily="34" charset="-128"/>
              </a:rPr>
              <a:t>Thank you</a:t>
            </a:r>
          </a:p>
        </p:txBody>
      </p:sp>
      <p:sp>
        <p:nvSpPr>
          <p:cNvPr id="3077" name="文本框 17"/>
          <p:cNvSpPr txBox="1">
            <a:spLocks noChangeArrowheads="1"/>
          </p:cNvSpPr>
          <p:nvPr/>
        </p:nvSpPr>
        <p:spPr bwMode="auto">
          <a:xfrm>
            <a:off x="4627568" y="3409951"/>
            <a:ext cx="2931508" cy="523220"/>
          </a:xfrm>
          <a:prstGeom prst="rect">
            <a:avLst/>
          </a:prstGeom>
          <a:noFill/>
          <a:ln>
            <a:noFill/>
          </a:ln>
          <a:extLst/>
        </p:spPr>
        <p:txBody>
          <a:bodyPr wrap="none">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6pPr>
            <a:lvl7pPr marL="29718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7pPr>
            <a:lvl8pPr marL="34290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8pPr>
            <a:lvl9pPr marL="3886200" indent="-228600" eaLnBrk="0" fontAlgn="base" hangingPunct="0">
              <a:spcBef>
                <a:spcPct val="0"/>
              </a:spcBef>
              <a:spcAft>
                <a:spcPct val="0"/>
              </a:spcAft>
              <a:buClr>
                <a:srgbClr val="CC9900"/>
              </a:buClr>
              <a:buFont typeface="Wingdings" pitchFamily="2" charset="2"/>
              <a:buChar char="n"/>
              <a:defRPr b="1">
                <a:solidFill>
                  <a:schemeClr val="tx1"/>
                </a:solidFill>
                <a:latin typeface="Arial" charset="0"/>
                <a:ea typeface="宋体" pitchFamily="2" charset="-122"/>
              </a:defRPr>
            </a:lvl9pPr>
          </a:lstStyle>
          <a:p>
            <a:pPr>
              <a:defRPr/>
            </a:pPr>
            <a:r>
              <a:rPr lang="en-US" altLang="zh-CN" sz="2800" b="0">
                <a:solidFill>
                  <a:srgbClr val="666666"/>
                </a:solidFill>
                <a:latin typeface="FrutigerNext LT Regular" pitchFamily="34" charset="0"/>
                <a:ea typeface="ＭＳ Ｐゴシック" pitchFamily="34" charset="-128"/>
              </a:rPr>
              <a:t>www.huawei.com</a:t>
            </a:r>
            <a:endParaRPr lang="en-US" altLang="zh-CN" sz="2300" b="0">
              <a:solidFill>
                <a:srgbClr val="990000"/>
              </a:solidFill>
              <a:latin typeface="FrutigerNext LT Regular" pitchFamily="34" charset="0"/>
              <a:ea typeface="ＭＳ Ｐゴシック" pitchFamily="34" charset="-128"/>
            </a:endParaRPr>
          </a:p>
        </p:txBody>
      </p:sp>
      <p:sp>
        <p:nvSpPr>
          <p:cNvPr id="3078" name="矩形 66"/>
          <p:cNvSpPr>
            <a:spLocks noChangeArrowheads="1"/>
          </p:cNvSpPr>
          <p:nvPr/>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p>
          <a:p>
            <a:pPr marL="342900" indent="-342900" algn="r">
              <a:lnSpc>
                <a:spcPct val="125000"/>
              </a:lnSpc>
              <a:spcBef>
                <a:spcPct val="20000"/>
              </a:spcBef>
              <a:buClr>
                <a:srgbClr val="990000"/>
              </a:buClr>
              <a:defRPr/>
            </a:pPr>
            <a:endParaRPr lang="en-US" altLang="zh-CN" sz="1200">
              <a:solidFill>
                <a:srgbClr val="080808"/>
              </a:solidFill>
              <a:latin typeface="Arial" pitchFamily="34" charset="0"/>
            </a:endParaRPr>
          </a:p>
        </p:txBody>
      </p:sp>
      <p:sp>
        <p:nvSpPr>
          <p:cNvPr id="3079" name="矩形 67"/>
          <p:cNvSpPr>
            <a:spLocks noChangeArrowheads="1"/>
          </p:cNvSpPr>
          <p:nvPr/>
        </p:nvSpPr>
        <p:spPr bwMode="auto">
          <a:xfrm>
            <a:off x="12361946" y="5444808"/>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2" name="组合 68"/>
          <p:cNvGrpSpPr>
            <a:grpSpLocks/>
          </p:cNvGrpSpPr>
          <p:nvPr/>
        </p:nvGrpSpPr>
        <p:grpSpPr bwMode="auto">
          <a:xfrm>
            <a:off x="12472987" y="5278438"/>
            <a:ext cx="989012" cy="184150"/>
            <a:chOff x="6657" y="3492"/>
            <a:chExt cx="527" cy="121"/>
          </a:xfrm>
        </p:grpSpPr>
        <p:sp>
          <p:nvSpPr>
            <p:cNvPr id="3123" name="矩形 69"/>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4" name="矩形 70"/>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5" name="矩形 71"/>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6" name="矩形 72"/>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3" name="组合 73"/>
          <p:cNvGrpSpPr>
            <a:grpSpLocks/>
          </p:cNvGrpSpPr>
          <p:nvPr/>
        </p:nvGrpSpPr>
        <p:grpSpPr bwMode="auto">
          <a:xfrm>
            <a:off x="12472987" y="6204076"/>
            <a:ext cx="989012" cy="182563"/>
            <a:chOff x="6657" y="4103"/>
            <a:chExt cx="527" cy="121"/>
          </a:xfrm>
        </p:grpSpPr>
        <p:sp>
          <p:nvSpPr>
            <p:cNvPr id="3119" name="矩形 74"/>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0" name="矩形 75"/>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1" name="矩形 76"/>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22" name="矩形 77"/>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4" name="组合 78"/>
          <p:cNvGrpSpPr>
            <a:grpSpLocks/>
          </p:cNvGrpSpPr>
          <p:nvPr/>
        </p:nvGrpSpPr>
        <p:grpSpPr bwMode="auto">
          <a:xfrm>
            <a:off x="12472987" y="6450013"/>
            <a:ext cx="989012" cy="182562"/>
            <a:chOff x="6657" y="4266"/>
            <a:chExt cx="527" cy="121"/>
          </a:xfrm>
        </p:grpSpPr>
        <p:sp>
          <p:nvSpPr>
            <p:cNvPr id="3115" name="矩形 79"/>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6" name="矩形 80"/>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7" name="矩形 81"/>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8" name="矩形 82"/>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5" name="组合 83"/>
          <p:cNvGrpSpPr>
            <a:grpSpLocks/>
          </p:cNvGrpSpPr>
          <p:nvPr/>
        </p:nvGrpSpPr>
        <p:grpSpPr bwMode="auto">
          <a:xfrm>
            <a:off x="12472987" y="5527801"/>
            <a:ext cx="989012" cy="182563"/>
            <a:chOff x="6657" y="3656"/>
            <a:chExt cx="527" cy="121"/>
          </a:xfrm>
        </p:grpSpPr>
        <p:sp>
          <p:nvSpPr>
            <p:cNvPr id="3111" name="矩形 84"/>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2" name="矩形 85"/>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3" name="矩形 86"/>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4" name="矩形 87"/>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6" name="组合 88"/>
          <p:cNvGrpSpPr>
            <a:grpSpLocks/>
          </p:cNvGrpSpPr>
          <p:nvPr/>
        </p:nvGrpSpPr>
        <p:grpSpPr bwMode="auto">
          <a:xfrm>
            <a:off x="12472987" y="5957888"/>
            <a:ext cx="989012" cy="182562"/>
            <a:chOff x="6657" y="3941"/>
            <a:chExt cx="527" cy="121"/>
          </a:xfrm>
        </p:grpSpPr>
        <p:sp>
          <p:nvSpPr>
            <p:cNvPr id="3107" name="矩形 89"/>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8" name="矩形 90"/>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9" name="矩形 91"/>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10" name="矩形 92"/>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7" name="组合 93"/>
          <p:cNvGrpSpPr>
            <a:grpSpLocks/>
          </p:cNvGrpSpPr>
          <p:nvPr/>
        </p:nvGrpSpPr>
        <p:grpSpPr bwMode="auto">
          <a:xfrm>
            <a:off x="12472987" y="6697663"/>
            <a:ext cx="989012" cy="182562"/>
            <a:chOff x="6657" y="4430"/>
            <a:chExt cx="527" cy="121"/>
          </a:xfrm>
        </p:grpSpPr>
        <p:sp>
          <p:nvSpPr>
            <p:cNvPr id="3103" name="矩形 94"/>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4" name="矩形 95"/>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5" name="矩形 96"/>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6" name="矩形 97"/>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8" name="组合 98"/>
          <p:cNvGrpSpPr>
            <a:grpSpLocks/>
          </p:cNvGrpSpPr>
          <p:nvPr/>
        </p:nvGrpSpPr>
        <p:grpSpPr bwMode="auto">
          <a:xfrm>
            <a:off x="12472987" y="5032375"/>
            <a:ext cx="989012" cy="184150"/>
            <a:chOff x="6657" y="3329"/>
            <a:chExt cx="527" cy="122"/>
          </a:xfrm>
        </p:grpSpPr>
        <p:sp>
          <p:nvSpPr>
            <p:cNvPr id="3099" name="矩形 99"/>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0" name="矩形 100"/>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1" name="矩形 101"/>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102" name="矩形 102"/>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9" name="组合 103"/>
          <p:cNvGrpSpPr>
            <a:grpSpLocks/>
          </p:cNvGrpSpPr>
          <p:nvPr/>
        </p:nvGrpSpPr>
        <p:grpSpPr bwMode="auto">
          <a:xfrm>
            <a:off x="12472987" y="4600701"/>
            <a:ext cx="989012" cy="182563"/>
            <a:chOff x="6657" y="3043"/>
            <a:chExt cx="527" cy="121"/>
          </a:xfrm>
        </p:grpSpPr>
        <p:sp>
          <p:nvSpPr>
            <p:cNvPr id="3095" name="矩形 104"/>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6" name="矩形 105"/>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7" name="矩形 106"/>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8" name="矩形 107"/>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grpSp>
        <p:nvGrpSpPr>
          <p:cNvPr id="10" name="组合 108"/>
          <p:cNvGrpSpPr>
            <a:grpSpLocks/>
          </p:cNvGrpSpPr>
          <p:nvPr/>
        </p:nvGrpSpPr>
        <p:grpSpPr bwMode="auto">
          <a:xfrm>
            <a:off x="12472987" y="4354513"/>
            <a:ext cx="989012" cy="184150"/>
            <a:chOff x="6657" y="2881"/>
            <a:chExt cx="527" cy="121"/>
          </a:xfrm>
        </p:grpSpPr>
        <p:sp>
          <p:nvSpPr>
            <p:cNvPr id="3091" name="矩形 109"/>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2" name="矩形 110"/>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3" name="矩形 111"/>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sp>
          <p:nvSpPr>
            <p:cNvPr id="3094" name="矩形 112"/>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ndParaRPr>
            </a:p>
          </p:txBody>
        </p:sp>
      </p:grpSp>
      <p:sp>
        <p:nvSpPr>
          <p:cNvPr id="3089" name="矩形 113"/>
          <p:cNvSpPr>
            <a:spLocks noChangeArrowheads="1"/>
          </p:cNvSpPr>
          <p:nvPr/>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3090" name="矩形 114"/>
          <p:cNvSpPr>
            <a:spLocks noChangeArrowheads="1"/>
          </p:cNvSpPr>
          <p:nvPr/>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defRPr>
      </a:lvl5pPr>
      <a:lvl6pPr marL="2514600" indent="-228600" algn="l" rtl="0" fontAlgn="base">
        <a:spcBef>
          <a:spcPct val="20000"/>
        </a:spcBef>
        <a:spcAft>
          <a:spcPct val="0"/>
        </a:spcAft>
        <a:buFont typeface="Arial" charset="0"/>
        <a:buChar char="~"/>
        <a:defRPr sz="1600">
          <a:solidFill>
            <a:schemeClr val="tx1"/>
          </a:solidFill>
          <a:latin typeface="+mn-lt"/>
          <a:ea typeface="+mn-ea"/>
        </a:defRPr>
      </a:lvl6pPr>
      <a:lvl7pPr marL="2971800" indent="-228600" algn="l" rtl="0" fontAlgn="base">
        <a:spcBef>
          <a:spcPct val="20000"/>
        </a:spcBef>
        <a:spcAft>
          <a:spcPct val="0"/>
        </a:spcAft>
        <a:buFont typeface="Arial" charset="0"/>
        <a:buChar char="~"/>
        <a:defRPr sz="1600">
          <a:solidFill>
            <a:schemeClr val="tx1"/>
          </a:solidFill>
          <a:latin typeface="+mn-lt"/>
          <a:ea typeface="+mn-ea"/>
        </a:defRPr>
      </a:lvl7pPr>
      <a:lvl8pPr marL="3429000" indent="-228600" algn="l" rtl="0" fontAlgn="base">
        <a:spcBef>
          <a:spcPct val="20000"/>
        </a:spcBef>
        <a:spcAft>
          <a:spcPct val="0"/>
        </a:spcAft>
        <a:buFont typeface="Arial" charset="0"/>
        <a:buChar char="~"/>
        <a:defRPr sz="1600">
          <a:solidFill>
            <a:schemeClr val="tx1"/>
          </a:solidFill>
          <a:latin typeface="+mn-lt"/>
          <a:ea typeface="+mn-ea"/>
        </a:defRPr>
      </a:lvl8pPr>
      <a:lvl9pPr marL="3886200" indent="-228600" algn="l" rtl="0" fontAlgn="base">
        <a:spcBef>
          <a:spcPct val="20000"/>
        </a:spcBef>
        <a:spcAft>
          <a:spcPct val="0"/>
        </a:spcAft>
        <a:buFont typeface="Arial"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211" descr="jp2"/>
          <p:cNvPicPr>
            <a:picLocks noChangeAspect="1" noChangeArrowheads="1"/>
          </p:cNvPicPr>
          <p:nvPr/>
        </p:nvPicPr>
        <p:blipFill>
          <a:blip r:embed="rId18" cstate="print"/>
          <a:srcRect/>
          <a:stretch>
            <a:fillRect/>
          </a:stretch>
        </p:blipFill>
        <p:spPr bwMode="auto">
          <a:xfrm>
            <a:off x="3915" y="6350"/>
            <a:ext cx="12187358" cy="2781300"/>
          </a:xfrm>
          <a:prstGeom prst="rect">
            <a:avLst/>
          </a:prstGeom>
          <a:noFill/>
          <a:ln w="9525">
            <a:noFill/>
            <a:miter lim="800000"/>
            <a:headEnd/>
            <a:tailEnd/>
          </a:ln>
        </p:spPr>
      </p:pic>
      <p:sp>
        <p:nvSpPr>
          <p:cNvPr id="4102" name="Rectangle 6"/>
          <p:cNvSpPr>
            <a:spLocks noChangeArrowheads="1"/>
          </p:cNvSpPr>
          <p:nvPr/>
        </p:nvSpPr>
        <p:spPr bwMode="auto">
          <a:xfrm>
            <a:off x="12363458" y="6319470"/>
            <a:ext cx="1225380" cy="496887"/>
          </a:xfrm>
          <a:prstGeom prst="rect">
            <a:avLst/>
          </a:prstGeom>
          <a:solidFill>
            <a:schemeClr val="bg1"/>
          </a:solidFill>
          <a:ln w="9525" algn="ctr">
            <a:noFill/>
            <a:miter lim="800000"/>
            <a:headEnd/>
            <a:tailEnd/>
          </a:ln>
          <a:effectLst/>
        </p:spPr>
        <p:txBody>
          <a:bodyPr lIns="91425" tIns="45712" rIns="91425" bIns="45712"/>
          <a:lstStyle/>
          <a:p>
            <a:pPr algn="ctr">
              <a:defRPr/>
            </a:pPr>
            <a:r>
              <a:rPr lang="zh-CN" altLang="en-US" sz="1200">
                <a:solidFill>
                  <a:srgbClr val="000000"/>
                </a:solidFill>
                <a:ea typeface="宋体" pitchFamily="2" charset="-122"/>
              </a:rPr>
              <a:t>参考配色</a:t>
            </a:r>
          </a:p>
        </p:txBody>
      </p:sp>
      <p:sp>
        <p:nvSpPr>
          <p:cNvPr id="4119" name="Rectangle 23"/>
          <p:cNvSpPr>
            <a:spLocks noChangeArrowheads="1"/>
          </p:cNvSpPr>
          <p:nvPr/>
        </p:nvSpPr>
        <p:spPr bwMode="auto">
          <a:xfrm flipV="1">
            <a:off x="12971615" y="6568707"/>
            <a:ext cx="244294" cy="188913"/>
          </a:xfrm>
          <a:prstGeom prst="rect">
            <a:avLst/>
          </a:prstGeom>
          <a:solidFill>
            <a:srgbClr val="FFCC99"/>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0" name="Rectangle 24"/>
          <p:cNvSpPr>
            <a:spLocks noChangeArrowheads="1"/>
          </p:cNvSpPr>
          <p:nvPr/>
        </p:nvSpPr>
        <p:spPr bwMode="auto">
          <a:xfrm flipV="1">
            <a:off x="13215354" y="6568707"/>
            <a:ext cx="248205" cy="188913"/>
          </a:xfrm>
          <a:prstGeom prst="rect">
            <a:avLst/>
          </a:prstGeom>
          <a:solidFill>
            <a:srgbClr val="99CCCC"/>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1" name="Rectangle 25"/>
          <p:cNvSpPr>
            <a:spLocks noChangeArrowheads="1"/>
          </p:cNvSpPr>
          <p:nvPr/>
        </p:nvSpPr>
        <p:spPr bwMode="auto">
          <a:xfrm flipV="1">
            <a:off x="12476615" y="6568707"/>
            <a:ext cx="248205" cy="188913"/>
          </a:xfrm>
          <a:prstGeom prst="rect">
            <a:avLst/>
          </a:prstGeom>
          <a:solidFill>
            <a:srgbClr val="990000"/>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22" name="Rectangle 26"/>
          <p:cNvSpPr>
            <a:spLocks noChangeArrowheads="1"/>
          </p:cNvSpPr>
          <p:nvPr/>
        </p:nvSpPr>
        <p:spPr bwMode="auto">
          <a:xfrm flipV="1">
            <a:off x="12724816" y="6568707"/>
            <a:ext cx="246249" cy="188913"/>
          </a:xfrm>
          <a:prstGeom prst="rect">
            <a:avLst/>
          </a:prstGeom>
          <a:solidFill>
            <a:srgbClr val="CCCCCC"/>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69" name="AcnSubjectTitle_ID_28819" hidden="1"/>
          <p:cNvSpPr txBox="1">
            <a:spLocks noChangeArrowheads="1"/>
          </p:cNvSpPr>
          <p:nvPr>
            <p:custDataLst>
              <p:tags r:id="rId14"/>
            </p:custDataLst>
          </p:nvPr>
        </p:nvSpPr>
        <p:spPr bwMode="gray">
          <a:xfrm>
            <a:off x="869688" y="1423620"/>
            <a:ext cx="9316410" cy="244475"/>
          </a:xfrm>
          <a:prstGeom prst="rect">
            <a:avLst/>
          </a:prstGeom>
          <a:noFill/>
          <a:ln w="9525" algn="ctr">
            <a:noFill/>
            <a:miter lim="800000"/>
            <a:headEnd/>
            <a:tailEnd/>
          </a:ln>
          <a:effectLst/>
        </p:spPr>
        <p:txBody>
          <a:bodyPr lIns="0" tIns="0" rIns="0" bIns="0">
            <a:spAutoFit/>
          </a:bodyPr>
          <a:lstStyle/>
          <a:p>
            <a:pPr defTabSz="801688">
              <a:buClr>
                <a:srgbClr val="777777"/>
              </a:buClr>
              <a:buSzPct val="60000"/>
              <a:buFont typeface="Wingdings" pitchFamily="2" charset="2"/>
              <a:buNone/>
              <a:defRPr/>
            </a:pPr>
            <a:r>
              <a:rPr lang="en-US" altLang="zh-CN" sz="1600" b="1">
                <a:solidFill>
                  <a:srgbClr val="000000"/>
                </a:solidFill>
                <a:latin typeface="FrutigerNext LT Regular" charset="0"/>
                <a:ea typeface="华文细黑" pitchFamily="2" charset="-122"/>
              </a:rPr>
              <a:t>Subject Title</a:t>
            </a:r>
          </a:p>
        </p:txBody>
      </p:sp>
      <p:sp>
        <p:nvSpPr>
          <p:cNvPr id="4170" name="AcnStamp_ID_28820" hidden="1"/>
          <p:cNvSpPr>
            <a:spLocks noChangeArrowheads="1"/>
          </p:cNvSpPr>
          <p:nvPr>
            <p:custDataLst>
              <p:tags r:id="rId15"/>
            </p:custDataLst>
          </p:nvPr>
        </p:nvSpPr>
        <p:spPr bwMode="gray">
          <a:xfrm>
            <a:off x="9844984" y="1411289"/>
            <a:ext cx="1355435" cy="266740"/>
          </a:xfrm>
          <a:prstGeom prst="leftRightArrow">
            <a:avLst>
              <a:gd name="adj1" fmla="val 100000"/>
              <a:gd name="adj2" fmla="val 0"/>
            </a:avLst>
          </a:prstGeom>
          <a:noFill/>
          <a:ln w="9525" algn="ctr">
            <a:noFill/>
            <a:miter lim="800000"/>
            <a:headEnd/>
            <a:tailEnd/>
          </a:ln>
          <a:effectLst/>
        </p:spPr>
        <p:txBody>
          <a:bodyPr wrap="none" lIns="0" tIns="25400" rIns="0" bIns="25400">
            <a:spAutoFit/>
          </a:bodyPr>
          <a:lstStyle/>
          <a:p>
            <a:pPr algn="r" defTabSz="801688">
              <a:defRPr/>
            </a:pPr>
            <a:r>
              <a:rPr lang="en-US" altLang="zh-CN" sz="1400" b="1">
                <a:solidFill>
                  <a:srgbClr val="000000"/>
                </a:solidFill>
                <a:latin typeface="FrutigerNext LT Regular" charset="0"/>
                <a:ea typeface="MS PGothic" pitchFamily="34" charset="-128"/>
              </a:rPr>
              <a:t>MASTER STAMP</a:t>
            </a:r>
          </a:p>
        </p:txBody>
      </p:sp>
      <p:cxnSp>
        <p:nvCxnSpPr>
          <p:cNvPr id="2058" name="AcnStpConnector_ID_28821" hidden="1"/>
          <p:cNvCxnSpPr>
            <a:cxnSpLocks noChangeShapeType="1"/>
            <a:stCxn id="4170" idx="2"/>
            <a:endCxn id="4170" idx="0"/>
          </p:cNvCxnSpPr>
          <p:nvPr>
            <p:custDataLst>
              <p:tags r:id="rId16"/>
            </p:custDataLst>
          </p:nvPr>
        </p:nvCxnSpPr>
        <p:spPr bwMode="gray">
          <a:xfrm>
            <a:off x="9844984" y="1411289"/>
            <a:ext cx="1355435" cy="0"/>
          </a:xfrm>
          <a:prstGeom prst="straightConnector1">
            <a:avLst/>
          </a:prstGeom>
          <a:noFill/>
          <a:ln w="9525">
            <a:solidFill>
              <a:srgbClr val="000000"/>
            </a:solidFill>
            <a:round/>
            <a:headEnd/>
            <a:tailEnd/>
          </a:ln>
        </p:spPr>
      </p:cxnSp>
      <p:cxnSp>
        <p:nvCxnSpPr>
          <p:cNvPr id="2059" name="AcnStpConnector_ID_28822" hidden="1"/>
          <p:cNvCxnSpPr>
            <a:cxnSpLocks noChangeShapeType="1"/>
            <a:stCxn id="4170" idx="4"/>
            <a:endCxn id="4170" idx="6"/>
          </p:cNvCxnSpPr>
          <p:nvPr>
            <p:custDataLst>
              <p:tags r:id="rId17"/>
            </p:custDataLst>
          </p:nvPr>
        </p:nvCxnSpPr>
        <p:spPr bwMode="gray">
          <a:xfrm>
            <a:off x="9844984" y="1678029"/>
            <a:ext cx="1355435" cy="0"/>
          </a:xfrm>
          <a:prstGeom prst="straightConnector1">
            <a:avLst/>
          </a:prstGeom>
          <a:noFill/>
          <a:ln w="9525">
            <a:solidFill>
              <a:srgbClr val="000000"/>
            </a:solidFill>
            <a:round/>
            <a:headEnd/>
            <a:tailEnd/>
          </a:ln>
        </p:spPr>
      </p:cxnSp>
      <p:grpSp>
        <p:nvGrpSpPr>
          <p:cNvPr id="2" name="Group 167"/>
          <p:cNvGrpSpPr>
            <a:grpSpLocks/>
          </p:cNvGrpSpPr>
          <p:nvPr/>
        </p:nvGrpSpPr>
        <p:grpSpPr bwMode="auto">
          <a:xfrm>
            <a:off x="9949636" y="6171832"/>
            <a:ext cx="1772599" cy="428625"/>
            <a:chOff x="4027" y="3481"/>
            <a:chExt cx="1754" cy="521"/>
          </a:xfrm>
        </p:grpSpPr>
        <p:pic>
          <p:nvPicPr>
            <p:cNvPr id="2066" name="Picture 168"/>
            <p:cNvPicPr>
              <a:picLocks noChangeAspect="1" noChangeArrowheads="1"/>
            </p:cNvPicPr>
            <p:nvPr userDrawn="1"/>
          </p:nvPicPr>
          <p:blipFill>
            <a:blip r:embed="rId19" cstate="print"/>
            <a:srcRect/>
            <a:stretch>
              <a:fillRect/>
            </a:stretch>
          </p:blipFill>
          <p:spPr bwMode="gray">
            <a:xfrm>
              <a:off x="4027" y="3502"/>
              <a:ext cx="1021" cy="480"/>
            </a:xfrm>
            <a:prstGeom prst="rect">
              <a:avLst/>
            </a:prstGeom>
            <a:noFill/>
            <a:ln w="9525">
              <a:noFill/>
              <a:miter lim="800000"/>
              <a:headEnd/>
              <a:tailEnd/>
            </a:ln>
          </p:spPr>
        </p:pic>
        <p:pic>
          <p:nvPicPr>
            <p:cNvPr id="2067" name="Picture 9" descr="Logo"/>
            <p:cNvPicPr>
              <a:picLocks noChangeArrowheads="1"/>
            </p:cNvPicPr>
            <p:nvPr userDrawn="1"/>
          </p:nvPicPr>
          <p:blipFill>
            <a:blip r:embed="rId20" cstate="print"/>
            <a:srcRect/>
            <a:stretch>
              <a:fillRect/>
            </a:stretch>
          </p:blipFill>
          <p:spPr bwMode="auto">
            <a:xfrm>
              <a:off x="5260" y="3481"/>
              <a:ext cx="521" cy="521"/>
            </a:xfrm>
            <a:prstGeom prst="rect">
              <a:avLst/>
            </a:prstGeom>
            <a:noFill/>
            <a:ln w="9525">
              <a:noFill/>
              <a:miter lim="800000"/>
              <a:headEnd/>
              <a:tailEnd/>
            </a:ln>
          </p:spPr>
        </p:pic>
      </p:grpSp>
      <p:pic>
        <p:nvPicPr>
          <p:cNvPr id="2061" name="Picture 205"/>
          <p:cNvPicPr>
            <a:picLocks noChangeAspect="1" noChangeArrowheads="1"/>
          </p:cNvPicPr>
          <p:nvPr/>
        </p:nvPicPr>
        <p:blipFill>
          <a:blip r:embed="rId21" cstate="print">
            <a:clrChange>
              <a:clrFrom>
                <a:srgbClr val="FFFFFF"/>
              </a:clrFrom>
              <a:clrTo>
                <a:srgbClr val="FFFFFF">
                  <a:alpha val="0"/>
                </a:srgbClr>
              </a:clrTo>
            </a:clrChange>
          </a:blip>
          <a:srcRect/>
          <a:stretch>
            <a:fillRect/>
          </a:stretch>
        </p:blipFill>
        <p:spPr bwMode="auto">
          <a:xfrm>
            <a:off x="10457669" y="333375"/>
            <a:ext cx="1418861" cy="717550"/>
          </a:xfrm>
          <a:prstGeom prst="rect">
            <a:avLst/>
          </a:prstGeom>
          <a:noFill/>
          <a:ln w="9525" algn="ctr">
            <a:noFill/>
            <a:miter lim="800000"/>
            <a:headEnd/>
            <a:tailEnd/>
          </a:ln>
        </p:spPr>
      </p:pic>
      <p:sp>
        <p:nvSpPr>
          <p:cNvPr id="4302" name="Rectangle 206"/>
          <p:cNvSpPr>
            <a:spLocks noGrp="1" noChangeArrowheads="1"/>
          </p:cNvSpPr>
          <p:nvPr>
            <p:ph type="sldNum" sz="quarter" idx="4"/>
          </p:nvPr>
        </p:nvSpPr>
        <p:spPr bwMode="auto">
          <a:xfrm>
            <a:off x="4692526" y="6237288"/>
            <a:ext cx="284749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a:solidFill>
                  <a:srgbClr val="000000"/>
                </a:solidFill>
                <a:latin typeface="Arial" charset="0"/>
                <a:ea typeface="宋体" pitchFamily="2" charset="-122"/>
              </a:defRPr>
            </a:lvl1pPr>
          </a:lstStyle>
          <a:p>
            <a:pPr>
              <a:defRPr/>
            </a:pPr>
            <a:r>
              <a:rPr lang="en-US" altLang="zh-CN" sz="1200"/>
              <a:t>Page </a:t>
            </a:r>
            <a:fld id="{CB63803F-6ECF-457D-85FA-10B2E21E6A08}" type="slidenum">
              <a:rPr lang="en-US" altLang="zh-CN" sz="1200"/>
              <a:pPr>
                <a:defRPr/>
              </a:pPr>
              <a:t>‹#›</a:t>
            </a:fld>
            <a:endParaRPr lang="en-US" altLang="zh-CN" sz="1200"/>
          </a:p>
        </p:txBody>
      </p:sp>
      <p:sp>
        <p:nvSpPr>
          <p:cNvPr id="2063" name="Rectangle 207"/>
          <p:cNvSpPr>
            <a:spLocks noGrp="1" noChangeArrowheads="1"/>
          </p:cNvSpPr>
          <p:nvPr>
            <p:ph type="body" idx="1"/>
          </p:nvPr>
        </p:nvSpPr>
        <p:spPr bwMode="auto">
          <a:xfrm>
            <a:off x="429967" y="1350963"/>
            <a:ext cx="11417342" cy="4633912"/>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2064" name="Rectangle 208"/>
          <p:cNvSpPr>
            <a:spLocks noGrp="1" noChangeArrowheads="1"/>
          </p:cNvSpPr>
          <p:nvPr>
            <p:ph type="title"/>
          </p:nvPr>
        </p:nvSpPr>
        <p:spPr bwMode="gray">
          <a:xfrm>
            <a:off x="429962" y="214313"/>
            <a:ext cx="10055157" cy="8382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ltLang="zh-CN"/>
              <a:t>Click to edit Master title style</a:t>
            </a:r>
          </a:p>
        </p:txBody>
      </p:sp>
      <p:pic>
        <p:nvPicPr>
          <p:cNvPr id="2065" name="Picture 210" descr="kh"/>
          <p:cNvPicPr>
            <a:picLocks noChangeAspect="1" noChangeArrowheads="1"/>
          </p:cNvPicPr>
          <p:nvPr/>
        </p:nvPicPr>
        <p:blipFill>
          <a:blip r:embed="rId22" cstate="print"/>
          <a:srcRect/>
          <a:stretch>
            <a:fillRect/>
          </a:stretch>
        </p:blipFill>
        <p:spPr bwMode="auto">
          <a:xfrm>
            <a:off x="539413" y="6236920"/>
            <a:ext cx="2569977"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Lst>
  <p:hf hdr="0" ftr="0" dt="0"/>
  <p:txStyles>
    <p:titleStyle>
      <a:lvl1pPr algn="l" defTabSz="801688" rtl="0" eaLnBrk="0" fontAlgn="base" hangingPunct="0">
        <a:spcBef>
          <a:spcPct val="0"/>
        </a:spcBef>
        <a:spcAft>
          <a:spcPct val="0"/>
        </a:spcAft>
        <a:defRPr sz="2000" b="1">
          <a:solidFill>
            <a:srgbClr val="CC3300"/>
          </a:solidFill>
          <a:latin typeface="+mj-lt"/>
          <a:ea typeface="+mj-ea"/>
          <a:cs typeface="+mj-cs"/>
        </a:defRPr>
      </a:lvl1pPr>
      <a:lvl2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2pPr>
      <a:lvl3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3pPr>
      <a:lvl4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4pPr>
      <a:lvl5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5pPr>
      <a:lvl6pPr marL="457200" algn="l" defTabSz="801688" rtl="0" fontAlgn="base">
        <a:spcBef>
          <a:spcPct val="0"/>
        </a:spcBef>
        <a:spcAft>
          <a:spcPct val="0"/>
        </a:spcAft>
        <a:defRPr sz="2000" b="1">
          <a:solidFill>
            <a:srgbClr val="CC3300"/>
          </a:solidFill>
          <a:latin typeface="Arial" charset="0"/>
          <a:ea typeface="华文细黑" pitchFamily="2" charset="-122"/>
          <a:cs typeface="Arial" charset="0"/>
        </a:defRPr>
      </a:lvl6pPr>
      <a:lvl7pPr marL="914400" algn="l" defTabSz="801688" rtl="0" fontAlgn="base">
        <a:spcBef>
          <a:spcPct val="0"/>
        </a:spcBef>
        <a:spcAft>
          <a:spcPct val="0"/>
        </a:spcAft>
        <a:defRPr sz="2000" b="1">
          <a:solidFill>
            <a:srgbClr val="CC3300"/>
          </a:solidFill>
          <a:latin typeface="Arial" charset="0"/>
          <a:ea typeface="华文细黑" pitchFamily="2" charset="-122"/>
          <a:cs typeface="Arial" charset="0"/>
        </a:defRPr>
      </a:lvl7pPr>
      <a:lvl8pPr marL="1371600" algn="l" defTabSz="801688" rtl="0" fontAlgn="base">
        <a:spcBef>
          <a:spcPct val="0"/>
        </a:spcBef>
        <a:spcAft>
          <a:spcPct val="0"/>
        </a:spcAft>
        <a:defRPr sz="2000" b="1">
          <a:solidFill>
            <a:srgbClr val="CC3300"/>
          </a:solidFill>
          <a:latin typeface="Arial" charset="0"/>
          <a:ea typeface="华文细黑" pitchFamily="2" charset="-122"/>
          <a:cs typeface="Arial" charset="0"/>
        </a:defRPr>
      </a:lvl8pPr>
      <a:lvl9pPr marL="1828800" algn="l" defTabSz="801688" rtl="0" fontAlgn="base">
        <a:spcBef>
          <a:spcPct val="0"/>
        </a:spcBef>
        <a:spcAft>
          <a:spcPct val="0"/>
        </a:spcAft>
        <a:defRPr sz="2000" b="1">
          <a:solidFill>
            <a:srgbClr val="CC3300"/>
          </a:solidFill>
          <a:latin typeface="Arial" charset="0"/>
          <a:ea typeface="华文细黑" pitchFamily="2" charset="-122"/>
          <a:cs typeface="Arial" charset="0"/>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sz="1600">
          <a:solidFill>
            <a:schemeClr val="tx1"/>
          </a:solidFill>
          <a:latin typeface="+mn-lt"/>
          <a:ea typeface="+mn-ea"/>
          <a:cs typeface="+mn-cs"/>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400">
          <a:solidFill>
            <a:schemeClr val="tx1"/>
          </a:solidFill>
          <a:latin typeface="+mn-lt"/>
          <a:ea typeface="+mn-ea"/>
          <a:cs typeface="+mn-cs"/>
        </a:defRPr>
      </a:lvl3pPr>
      <a:lvl4pPr marL="1401763" indent="-200025" algn="l" defTabSz="801688" rtl="0" eaLnBrk="0" fontAlgn="base" hangingPunct="0">
        <a:lnSpc>
          <a:spcPct val="140000"/>
        </a:lnSpc>
        <a:spcBef>
          <a:spcPct val="0"/>
        </a:spcBef>
        <a:spcAft>
          <a:spcPct val="0"/>
        </a:spcAft>
        <a:buChar char="–"/>
        <a:defRPr sz="1200">
          <a:solidFill>
            <a:schemeClr val="tx1"/>
          </a:solidFill>
          <a:latin typeface="+mn-lt"/>
          <a:ea typeface="+mn-ea"/>
          <a:cs typeface="+mn-cs"/>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211" descr="jp2"/>
          <p:cNvPicPr>
            <a:picLocks noChangeAspect="1" noChangeArrowheads="1"/>
          </p:cNvPicPr>
          <p:nvPr/>
        </p:nvPicPr>
        <p:blipFill>
          <a:blip r:embed="rId19" cstate="print"/>
          <a:srcRect/>
          <a:stretch>
            <a:fillRect/>
          </a:stretch>
        </p:blipFill>
        <p:spPr bwMode="auto">
          <a:xfrm>
            <a:off x="3915" y="6350"/>
            <a:ext cx="12187358" cy="2781300"/>
          </a:xfrm>
          <a:prstGeom prst="rect">
            <a:avLst/>
          </a:prstGeom>
          <a:noFill/>
          <a:ln w="9525">
            <a:noFill/>
            <a:miter lim="800000"/>
            <a:headEnd/>
            <a:tailEnd/>
          </a:ln>
        </p:spPr>
      </p:pic>
      <p:sp>
        <p:nvSpPr>
          <p:cNvPr id="4102" name="Rectangle 6"/>
          <p:cNvSpPr>
            <a:spLocks noChangeArrowheads="1"/>
          </p:cNvSpPr>
          <p:nvPr/>
        </p:nvSpPr>
        <p:spPr bwMode="auto">
          <a:xfrm>
            <a:off x="12363458" y="6318916"/>
            <a:ext cx="1225380" cy="496887"/>
          </a:xfrm>
          <a:prstGeom prst="rect">
            <a:avLst/>
          </a:prstGeom>
          <a:solidFill>
            <a:schemeClr val="bg1"/>
          </a:solidFill>
          <a:ln w="9525" algn="ctr">
            <a:noFill/>
            <a:miter lim="800000"/>
            <a:headEnd/>
            <a:tailEnd/>
          </a:ln>
          <a:effectLst/>
        </p:spPr>
        <p:txBody>
          <a:bodyPr lIns="91425" tIns="45712" rIns="91425" bIns="45712"/>
          <a:lstStyle/>
          <a:p>
            <a:pPr algn="ctr">
              <a:defRPr/>
            </a:pPr>
            <a:r>
              <a:rPr lang="zh-CN" altLang="en-US" sz="1200">
                <a:solidFill>
                  <a:srgbClr val="000000"/>
                </a:solidFill>
                <a:ea typeface="宋体" pitchFamily="2" charset="-122"/>
              </a:rPr>
              <a:t>参考配色</a:t>
            </a:r>
          </a:p>
        </p:txBody>
      </p:sp>
      <p:sp>
        <p:nvSpPr>
          <p:cNvPr id="4119" name="Rectangle 23"/>
          <p:cNvSpPr>
            <a:spLocks noChangeArrowheads="1"/>
          </p:cNvSpPr>
          <p:nvPr/>
        </p:nvSpPr>
        <p:spPr bwMode="auto">
          <a:xfrm flipV="1">
            <a:off x="12971615" y="6568153"/>
            <a:ext cx="244294" cy="188913"/>
          </a:xfrm>
          <a:prstGeom prst="rect">
            <a:avLst/>
          </a:prstGeom>
          <a:solidFill>
            <a:srgbClr val="FFCC99"/>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0" name="Rectangle 24"/>
          <p:cNvSpPr>
            <a:spLocks noChangeArrowheads="1"/>
          </p:cNvSpPr>
          <p:nvPr/>
        </p:nvSpPr>
        <p:spPr bwMode="auto">
          <a:xfrm flipV="1">
            <a:off x="13215354" y="6568153"/>
            <a:ext cx="248205" cy="188913"/>
          </a:xfrm>
          <a:prstGeom prst="rect">
            <a:avLst/>
          </a:prstGeom>
          <a:solidFill>
            <a:srgbClr val="99CCCC"/>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1" name="Rectangle 25"/>
          <p:cNvSpPr>
            <a:spLocks noChangeArrowheads="1"/>
          </p:cNvSpPr>
          <p:nvPr/>
        </p:nvSpPr>
        <p:spPr bwMode="auto">
          <a:xfrm flipV="1">
            <a:off x="12476615" y="6568153"/>
            <a:ext cx="248205" cy="188913"/>
          </a:xfrm>
          <a:prstGeom prst="rect">
            <a:avLst/>
          </a:prstGeom>
          <a:solidFill>
            <a:srgbClr val="990000"/>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22" name="Rectangle 26"/>
          <p:cNvSpPr>
            <a:spLocks noChangeArrowheads="1"/>
          </p:cNvSpPr>
          <p:nvPr/>
        </p:nvSpPr>
        <p:spPr bwMode="auto">
          <a:xfrm flipV="1">
            <a:off x="12724816" y="6568153"/>
            <a:ext cx="246249" cy="188913"/>
          </a:xfrm>
          <a:prstGeom prst="rect">
            <a:avLst/>
          </a:prstGeom>
          <a:solidFill>
            <a:srgbClr val="CCCCCC"/>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69" name="AcnSubjectTitle_ID_28819" hidden="1"/>
          <p:cNvSpPr txBox="1">
            <a:spLocks noChangeArrowheads="1"/>
          </p:cNvSpPr>
          <p:nvPr>
            <p:custDataLst>
              <p:tags r:id="rId15"/>
            </p:custDataLst>
          </p:nvPr>
        </p:nvSpPr>
        <p:spPr bwMode="gray">
          <a:xfrm>
            <a:off x="869688" y="1423066"/>
            <a:ext cx="9316410" cy="244475"/>
          </a:xfrm>
          <a:prstGeom prst="rect">
            <a:avLst/>
          </a:prstGeom>
          <a:noFill/>
          <a:ln w="9525" algn="ctr">
            <a:noFill/>
            <a:miter lim="800000"/>
            <a:headEnd/>
            <a:tailEnd/>
          </a:ln>
          <a:effectLst/>
        </p:spPr>
        <p:txBody>
          <a:bodyPr lIns="0" tIns="0" rIns="0" bIns="0">
            <a:spAutoFit/>
          </a:bodyPr>
          <a:lstStyle/>
          <a:p>
            <a:pPr defTabSz="801688">
              <a:buClr>
                <a:srgbClr val="777777"/>
              </a:buClr>
              <a:buSzPct val="60000"/>
              <a:buFont typeface="Wingdings" pitchFamily="2" charset="2"/>
              <a:buNone/>
              <a:defRPr/>
            </a:pPr>
            <a:r>
              <a:rPr lang="en-US" altLang="zh-CN" sz="1600" b="1">
                <a:solidFill>
                  <a:srgbClr val="000000"/>
                </a:solidFill>
                <a:latin typeface="FrutigerNext LT Regular" charset="0"/>
                <a:ea typeface="华文细黑" pitchFamily="2" charset="-122"/>
              </a:rPr>
              <a:t>Subject Title</a:t>
            </a:r>
          </a:p>
        </p:txBody>
      </p:sp>
      <p:sp>
        <p:nvSpPr>
          <p:cNvPr id="4170" name="AcnStamp_ID_28820" hidden="1"/>
          <p:cNvSpPr>
            <a:spLocks noChangeArrowheads="1"/>
          </p:cNvSpPr>
          <p:nvPr>
            <p:custDataLst>
              <p:tags r:id="rId16"/>
            </p:custDataLst>
          </p:nvPr>
        </p:nvSpPr>
        <p:spPr bwMode="gray">
          <a:xfrm>
            <a:off x="9844984" y="1411289"/>
            <a:ext cx="1355435" cy="266740"/>
          </a:xfrm>
          <a:prstGeom prst="leftRightArrow">
            <a:avLst>
              <a:gd name="adj1" fmla="val 100000"/>
              <a:gd name="adj2" fmla="val 0"/>
            </a:avLst>
          </a:prstGeom>
          <a:noFill/>
          <a:ln w="9525" algn="ctr">
            <a:noFill/>
            <a:miter lim="800000"/>
            <a:headEnd/>
            <a:tailEnd/>
          </a:ln>
          <a:effectLst/>
        </p:spPr>
        <p:txBody>
          <a:bodyPr wrap="none" lIns="0" tIns="25400" rIns="0" bIns="25400">
            <a:spAutoFit/>
          </a:bodyPr>
          <a:lstStyle/>
          <a:p>
            <a:pPr algn="r" defTabSz="801688">
              <a:defRPr/>
            </a:pPr>
            <a:r>
              <a:rPr lang="en-US" altLang="zh-CN" sz="1400" b="1">
                <a:solidFill>
                  <a:srgbClr val="000000"/>
                </a:solidFill>
                <a:latin typeface="FrutigerNext LT Regular" charset="0"/>
                <a:ea typeface="MS PGothic" pitchFamily="34" charset="-128"/>
              </a:rPr>
              <a:t>MASTER STAMP</a:t>
            </a:r>
          </a:p>
        </p:txBody>
      </p:sp>
      <p:cxnSp>
        <p:nvCxnSpPr>
          <p:cNvPr id="2058" name="AcnStpConnector_ID_28821" hidden="1"/>
          <p:cNvCxnSpPr>
            <a:cxnSpLocks noChangeShapeType="1"/>
            <a:stCxn id="4170" idx="2"/>
            <a:endCxn id="4170" idx="0"/>
          </p:cNvCxnSpPr>
          <p:nvPr>
            <p:custDataLst>
              <p:tags r:id="rId17"/>
            </p:custDataLst>
          </p:nvPr>
        </p:nvCxnSpPr>
        <p:spPr bwMode="gray">
          <a:xfrm>
            <a:off x="9844984" y="1411289"/>
            <a:ext cx="1355435" cy="0"/>
          </a:xfrm>
          <a:prstGeom prst="straightConnector1">
            <a:avLst/>
          </a:prstGeom>
          <a:noFill/>
          <a:ln w="9525">
            <a:solidFill>
              <a:srgbClr val="000000"/>
            </a:solidFill>
            <a:round/>
            <a:headEnd/>
            <a:tailEnd/>
          </a:ln>
        </p:spPr>
      </p:cxnSp>
      <p:cxnSp>
        <p:nvCxnSpPr>
          <p:cNvPr id="2059" name="AcnStpConnector_ID_28822" hidden="1"/>
          <p:cNvCxnSpPr>
            <a:cxnSpLocks noChangeShapeType="1"/>
            <a:stCxn id="4170" idx="4"/>
            <a:endCxn id="4170" idx="6"/>
          </p:cNvCxnSpPr>
          <p:nvPr>
            <p:custDataLst>
              <p:tags r:id="rId18"/>
            </p:custDataLst>
          </p:nvPr>
        </p:nvCxnSpPr>
        <p:spPr bwMode="gray">
          <a:xfrm>
            <a:off x="9844984" y="1678029"/>
            <a:ext cx="1355435" cy="0"/>
          </a:xfrm>
          <a:prstGeom prst="straightConnector1">
            <a:avLst/>
          </a:prstGeom>
          <a:noFill/>
          <a:ln w="9525">
            <a:solidFill>
              <a:srgbClr val="000000"/>
            </a:solidFill>
            <a:round/>
            <a:headEnd/>
            <a:tailEnd/>
          </a:ln>
        </p:spPr>
      </p:cxnSp>
      <p:grpSp>
        <p:nvGrpSpPr>
          <p:cNvPr id="2" name="Group 167"/>
          <p:cNvGrpSpPr>
            <a:grpSpLocks/>
          </p:cNvGrpSpPr>
          <p:nvPr/>
        </p:nvGrpSpPr>
        <p:grpSpPr bwMode="auto">
          <a:xfrm>
            <a:off x="9949636" y="6171278"/>
            <a:ext cx="1772599" cy="428625"/>
            <a:chOff x="4027" y="3481"/>
            <a:chExt cx="1754" cy="521"/>
          </a:xfrm>
        </p:grpSpPr>
        <p:pic>
          <p:nvPicPr>
            <p:cNvPr id="2066" name="Picture 168"/>
            <p:cNvPicPr>
              <a:picLocks noChangeAspect="1" noChangeArrowheads="1"/>
            </p:cNvPicPr>
            <p:nvPr userDrawn="1"/>
          </p:nvPicPr>
          <p:blipFill>
            <a:blip r:embed="rId20" cstate="print"/>
            <a:srcRect/>
            <a:stretch>
              <a:fillRect/>
            </a:stretch>
          </p:blipFill>
          <p:spPr bwMode="gray">
            <a:xfrm>
              <a:off x="4027" y="3502"/>
              <a:ext cx="1021" cy="480"/>
            </a:xfrm>
            <a:prstGeom prst="rect">
              <a:avLst/>
            </a:prstGeom>
            <a:noFill/>
            <a:ln w="9525">
              <a:noFill/>
              <a:miter lim="800000"/>
              <a:headEnd/>
              <a:tailEnd/>
            </a:ln>
          </p:spPr>
        </p:pic>
        <p:pic>
          <p:nvPicPr>
            <p:cNvPr id="2067" name="Picture 9" descr="Logo"/>
            <p:cNvPicPr>
              <a:picLocks noChangeArrowheads="1"/>
            </p:cNvPicPr>
            <p:nvPr userDrawn="1"/>
          </p:nvPicPr>
          <p:blipFill>
            <a:blip r:embed="rId21" cstate="print"/>
            <a:srcRect/>
            <a:stretch>
              <a:fillRect/>
            </a:stretch>
          </p:blipFill>
          <p:spPr bwMode="auto">
            <a:xfrm>
              <a:off x="5260" y="3481"/>
              <a:ext cx="521" cy="521"/>
            </a:xfrm>
            <a:prstGeom prst="rect">
              <a:avLst/>
            </a:prstGeom>
            <a:noFill/>
            <a:ln w="9525">
              <a:noFill/>
              <a:miter lim="800000"/>
              <a:headEnd/>
              <a:tailEnd/>
            </a:ln>
          </p:spPr>
        </p:pic>
      </p:grpSp>
      <p:pic>
        <p:nvPicPr>
          <p:cNvPr id="2061" name="Picture 205"/>
          <p:cNvPicPr>
            <a:picLocks noChangeAspect="1" noChangeArrowheads="1"/>
          </p:cNvPicPr>
          <p:nvPr/>
        </p:nvPicPr>
        <p:blipFill>
          <a:blip r:embed="rId22" cstate="print">
            <a:clrChange>
              <a:clrFrom>
                <a:srgbClr val="FFFFFF"/>
              </a:clrFrom>
              <a:clrTo>
                <a:srgbClr val="FFFFFF">
                  <a:alpha val="0"/>
                </a:srgbClr>
              </a:clrTo>
            </a:clrChange>
          </a:blip>
          <a:srcRect/>
          <a:stretch>
            <a:fillRect/>
          </a:stretch>
        </p:blipFill>
        <p:spPr bwMode="auto">
          <a:xfrm>
            <a:off x="10457297" y="333375"/>
            <a:ext cx="1418861" cy="717550"/>
          </a:xfrm>
          <a:prstGeom prst="rect">
            <a:avLst/>
          </a:prstGeom>
          <a:noFill/>
          <a:ln w="9525" algn="ctr">
            <a:noFill/>
            <a:miter lim="800000"/>
            <a:headEnd/>
            <a:tailEnd/>
          </a:ln>
        </p:spPr>
      </p:pic>
      <p:sp>
        <p:nvSpPr>
          <p:cNvPr id="4302" name="Rectangle 206"/>
          <p:cNvSpPr>
            <a:spLocks noGrp="1" noChangeArrowheads="1"/>
          </p:cNvSpPr>
          <p:nvPr>
            <p:ph type="sldNum" sz="quarter" idx="4"/>
          </p:nvPr>
        </p:nvSpPr>
        <p:spPr bwMode="auto">
          <a:xfrm>
            <a:off x="4692526" y="6237288"/>
            <a:ext cx="284749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a:solidFill>
                  <a:srgbClr val="000000"/>
                </a:solidFill>
                <a:latin typeface="Arial" charset="0"/>
                <a:ea typeface="宋体" pitchFamily="2" charset="-122"/>
              </a:defRPr>
            </a:lvl1pPr>
          </a:lstStyle>
          <a:p>
            <a:pPr>
              <a:defRPr/>
            </a:pPr>
            <a:r>
              <a:rPr lang="en-US" altLang="zh-CN" sz="1200"/>
              <a:t>Page </a:t>
            </a:r>
            <a:fld id="{CB63803F-6ECF-457D-85FA-10B2E21E6A08}" type="slidenum">
              <a:rPr lang="en-US" altLang="zh-CN" sz="1200"/>
              <a:pPr>
                <a:defRPr/>
              </a:pPr>
              <a:t>‹#›</a:t>
            </a:fld>
            <a:endParaRPr lang="en-US" altLang="zh-CN" sz="1200"/>
          </a:p>
        </p:txBody>
      </p:sp>
      <p:sp>
        <p:nvSpPr>
          <p:cNvPr id="2063" name="Rectangle 207"/>
          <p:cNvSpPr>
            <a:spLocks noGrp="1" noChangeArrowheads="1"/>
          </p:cNvSpPr>
          <p:nvPr>
            <p:ph type="body" idx="1"/>
          </p:nvPr>
        </p:nvSpPr>
        <p:spPr bwMode="auto">
          <a:xfrm>
            <a:off x="429967" y="1350963"/>
            <a:ext cx="11417342" cy="4633912"/>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2064" name="Rectangle 208"/>
          <p:cNvSpPr>
            <a:spLocks noGrp="1" noChangeArrowheads="1"/>
          </p:cNvSpPr>
          <p:nvPr>
            <p:ph type="title"/>
          </p:nvPr>
        </p:nvSpPr>
        <p:spPr bwMode="gray">
          <a:xfrm>
            <a:off x="429962" y="214313"/>
            <a:ext cx="10055157" cy="8382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ltLang="zh-CN"/>
              <a:t>Click to edit Master title style</a:t>
            </a:r>
          </a:p>
        </p:txBody>
      </p:sp>
      <p:pic>
        <p:nvPicPr>
          <p:cNvPr id="2065" name="Picture 210" descr="kh"/>
          <p:cNvPicPr>
            <a:picLocks noChangeAspect="1" noChangeArrowheads="1"/>
          </p:cNvPicPr>
          <p:nvPr/>
        </p:nvPicPr>
        <p:blipFill>
          <a:blip r:embed="rId23" cstate="print"/>
          <a:srcRect/>
          <a:stretch>
            <a:fillRect/>
          </a:stretch>
        </p:blipFill>
        <p:spPr bwMode="auto">
          <a:xfrm>
            <a:off x="539413" y="6236366"/>
            <a:ext cx="2569977"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 id="2147484177" r:id="rId12"/>
    <p:sldLayoutId id="2147484178" r:id="rId13"/>
  </p:sldLayoutIdLst>
  <p:hf hdr="0" ftr="0" dt="0"/>
  <p:txStyles>
    <p:titleStyle>
      <a:lvl1pPr algn="l" defTabSz="801688" rtl="0" eaLnBrk="0" fontAlgn="base" hangingPunct="0">
        <a:spcBef>
          <a:spcPct val="0"/>
        </a:spcBef>
        <a:spcAft>
          <a:spcPct val="0"/>
        </a:spcAft>
        <a:defRPr sz="2000" b="1">
          <a:solidFill>
            <a:srgbClr val="CC3300"/>
          </a:solidFill>
          <a:latin typeface="+mj-lt"/>
          <a:ea typeface="+mj-ea"/>
          <a:cs typeface="+mj-cs"/>
        </a:defRPr>
      </a:lvl1pPr>
      <a:lvl2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2pPr>
      <a:lvl3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3pPr>
      <a:lvl4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4pPr>
      <a:lvl5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5pPr>
      <a:lvl6pPr marL="457200" algn="l" defTabSz="801688" rtl="0" fontAlgn="base">
        <a:spcBef>
          <a:spcPct val="0"/>
        </a:spcBef>
        <a:spcAft>
          <a:spcPct val="0"/>
        </a:spcAft>
        <a:defRPr sz="2000" b="1">
          <a:solidFill>
            <a:srgbClr val="CC3300"/>
          </a:solidFill>
          <a:latin typeface="Arial" charset="0"/>
          <a:ea typeface="华文细黑" pitchFamily="2" charset="-122"/>
          <a:cs typeface="Arial" charset="0"/>
        </a:defRPr>
      </a:lvl6pPr>
      <a:lvl7pPr marL="914400" algn="l" defTabSz="801688" rtl="0" fontAlgn="base">
        <a:spcBef>
          <a:spcPct val="0"/>
        </a:spcBef>
        <a:spcAft>
          <a:spcPct val="0"/>
        </a:spcAft>
        <a:defRPr sz="2000" b="1">
          <a:solidFill>
            <a:srgbClr val="CC3300"/>
          </a:solidFill>
          <a:latin typeface="Arial" charset="0"/>
          <a:ea typeface="华文细黑" pitchFamily="2" charset="-122"/>
          <a:cs typeface="Arial" charset="0"/>
        </a:defRPr>
      </a:lvl7pPr>
      <a:lvl8pPr marL="1371600" algn="l" defTabSz="801688" rtl="0" fontAlgn="base">
        <a:spcBef>
          <a:spcPct val="0"/>
        </a:spcBef>
        <a:spcAft>
          <a:spcPct val="0"/>
        </a:spcAft>
        <a:defRPr sz="2000" b="1">
          <a:solidFill>
            <a:srgbClr val="CC3300"/>
          </a:solidFill>
          <a:latin typeface="Arial" charset="0"/>
          <a:ea typeface="华文细黑" pitchFamily="2" charset="-122"/>
          <a:cs typeface="Arial" charset="0"/>
        </a:defRPr>
      </a:lvl8pPr>
      <a:lvl9pPr marL="1828800" algn="l" defTabSz="801688" rtl="0" fontAlgn="base">
        <a:spcBef>
          <a:spcPct val="0"/>
        </a:spcBef>
        <a:spcAft>
          <a:spcPct val="0"/>
        </a:spcAft>
        <a:defRPr sz="2000" b="1">
          <a:solidFill>
            <a:srgbClr val="CC3300"/>
          </a:solidFill>
          <a:latin typeface="Arial" charset="0"/>
          <a:ea typeface="华文细黑" pitchFamily="2" charset="-122"/>
          <a:cs typeface="Arial" charset="0"/>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sz="1600">
          <a:solidFill>
            <a:schemeClr val="tx1"/>
          </a:solidFill>
          <a:latin typeface="+mn-lt"/>
          <a:ea typeface="+mn-ea"/>
          <a:cs typeface="+mn-cs"/>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400">
          <a:solidFill>
            <a:schemeClr val="tx1"/>
          </a:solidFill>
          <a:latin typeface="+mn-lt"/>
          <a:ea typeface="+mn-ea"/>
          <a:cs typeface="+mn-cs"/>
        </a:defRPr>
      </a:lvl3pPr>
      <a:lvl4pPr marL="1401763" indent="-200025" algn="l" defTabSz="801688" rtl="0" eaLnBrk="0" fontAlgn="base" hangingPunct="0">
        <a:lnSpc>
          <a:spcPct val="140000"/>
        </a:lnSpc>
        <a:spcBef>
          <a:spcPct val="0"/>
        </a:spcBef>
        <a:spcAft>
          <a:spcPct val="0"/>
        </a:spcAft>
        <a:buChar char="–"/>
        <a:defRPr sz="1200">
          <a:solidFill>
            <a:schemeClr val="tx1"/>
          </a:solidFill>
          <a:latin typeface="+mn-lt"/>
          <a:ea typeface="+mn-ea"/>
          <a:cs typeface="+mn-cs"/>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pic>
        <p:nvPicPr>
          <p:cNvPr id="2050" name="Picture 211" descr="jp2"/>
          <p:cNvPicPr>
            <a:picLocks noChangeAspect="1" noChangeArrowheads="1"/>
          </p:cNvPicPr>
          <p:nvPr/>
        </p:nvPicPr>
        <p:blipFill>
          <a:blip r:embed="rId17" cstate="print"/>
          <a:srcRect/>
          <a:stretch>
            <a:fillRect/>
          </a:stretch>
        </p:blipFill>
        <p:spPr bwMode="auto">
          <a:xfrm>
            <a:off x="3915" y="6350"/>
            <a:ext cx="12187358" cy="2781300"/>
          </a:xfrm>
          <a:prstGeom prst="rect">
            <a:avLst/>
          </a:prstGeom>
          <a:noFill/>
          <a:ln w="9525">
            <a:noFill/>
            <a:miter lim="800000"/>
            <a:headEnd/>
            <a:tailEnd/>
          </a:ln>
        </p:spPr>
      </p:pic>
      <p:sp>
        <p:nvSpPr>
          <p:cNvPr id="4102" name="Rectangle 6"/>
          <p:cNvSpPr>
            <a:spLocks noChangeArrowheads="1"/>
          </p:cNvSpPr>
          <p:nvPr/>
        </p:nvSpPr>
        <p:spPr bwMode="auto">
          <a:xfrm>
            <a:off x="12363460" y="6319486"/>
            <a:ext cx="1225380" cy="496887"/>
          </a:xfrm>
          <a:prstGeom prst="rect">
            <a:avLst/>
          </a:prstGeom>
          <a:solidFill>
            <a:schemeClr val="bg1"/>
          </a:solidFill>
          <a:ln w="9525" algn="ctr">
            <a:noFill/>
            <a:miter lim="800000"/>
            <a:headEnd/>
            <a:tailEnd/>
          </a:ln>
          <a:effectLst/>
        </p:spPr>
        <p:txBody>
          <a:bodyPr lIns="91425" tIns="45712" rIns="91425" bIns="45712"/>
          <a:lstStyle/>
          <a:p>
            <a:pPr algn="ctr">
              <a:defRPr/>
            </a:pPr>
            <a:r>
              <a:rPr lang="zh-CN" altLang="en-US" sz="1200">
                <a:solidFill>
                  <a:srgbClr val="000000"/>
                </a:solidFill>
                <a:ea typeface="宋体" pitchFamily="2" charset="-122"/>
              </a:rPr>
              <a:t>参考配色</a:t>
            </a:r>
          </a:p>
        </p:txBody>
      </p:sp>
      <p:sp>
        <p:nvSpPr>
          <p:cNvPr id="4119" name="Rectangle 23"/>
          <p:cNvSpPr>
            <a:spLocks noChangeArrowheads="1"/>
          </p:cNvSpPr>
          <p:nvPr/>
        </p:nvSpPr>
        <p:spPr bwMode="auto">
          <a:xfrm flipV="1">
            <a:off x="12971615" y="6568723"/>
            <a:ext cx="244294" cy="188913"/>
          </a:xfrm>
          <a:prstGeom prst="rect">
            <a:avLst/>
          </a:prstGeom>
          <a:solidFill>
            <a:srgbClr val="FFCC99"/>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0" name="Rectangle 24"/>
          <p:cNvSpPr>
            <a:spLocks noChangeArrowheads="1"/>
          </p:cNvSpPr>
          <p:nvPr/>
        </p:nvSpPr>
        <p:spPr bwMode="auto">
          <a:xfrm flipV="1">
            <a:off x="13215355" y="6568723"/>
            <a:ext cx="248205" cy="188913"/>
          </a:xfrm>
          <a:prstGeom prst="rect">
            <a:avLst/>
          </a:prstGeom>
          <a:solidFill>
            <a:srgbClr val="99CCCC"/>
          </a:solidFill>
          <a:ln w="9525" algn="ctr">
            <a:noFill/>
            <a:miter lim="800000"/>
            <a:headEnd/>
            <a:tailEnd/>
          </a:ln>
          <a:effectLst/>
        </p:spPr>
        <p:txBody>
          <a:bodyPr rot="10800000" wrap="none" anchor="ctr"/>
          <a:lstStyle/>
          <a:p>
            <a:pPr>
              <a:defRPr/>
            </a:pPr>
            <a:endParaRPr lang="zh-CN" altLang="en-US" sz="1200">
              <a:solidFill>
                <a:srgbClr val="000000"/>
              </a:solidFill>
            </a:endParaRPr>
          </a:p>
        </p:txBody>
      </p:sp>
      <p:sp>
        <p:nvSpPr>
          <p:cNvPr id="4121" name="Rectangle 25"/>
          <p:cNvSpPr>
            <a:spLocks noChangeArrowheads="1"/>
          </p:cNvSpPr>
          <p:nvPr/>
        </p:nvSpPr>
        <p:spPr bwMode="auto">
          <a:xfrm flipV="1">
            <a:off x="12476615" y="6568723"/>
            <a:ext cx="248205" cy="188913"/>
          </a:xfrm>
          <a:prstGeom prst="rect">
            <a:avLst/>
          </a:prstGeom>
          <a:solidFill>
            <a:srgbClr val="990000"/>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22" name="Rectangle 26"/>
          <p:cNvSpPr>
            <a:spLocks noChangeArrowheads="1"/>
          </p:cNvSpPr>
          <p:nvPr/>
        </p:nvSpPr>
        <p:spPr bwMode="auto">
          <a:xfrm flipV="1">
            <a:off x="12724816" y="6568723"/>
            <a:ext cx="246249" cy="188913"/>
          </a:xfrm>
          <a:prstGeom prst="rect">
            <a:avLst/>
          </a:prstGeom>
          <a:solidFill>
            <a:srgbClr val="CCCCCC"/>
          </a:solidFill>
          <a:ln w="9525" algn="ctr">
            <a:noFill/>
            <a:miter lim="800000"/>
            <a:headEnd/>
            <a:tailEnd/>
          </a:ln>
          <a:effectLst/>
        </p:spPr>
        <p:txBody>
          <a:bodyPr wrap="none" anchor="ctr"/>
          <a:lstStyle/>
          <a:p>
            <a:pPr>
              <a:defRPr/>
            </a:pPr>
            <a:endParaRPr lang="zh-CN" altLang="en-US" sz="1200">
              <a:solidFill>
                <a:srgbClr val="000000"/>
              </a:solidFill>
            </a:endParaRPr>
          </a:p>
        </p:txBody>
      </p:sp>
      <p:sp>
        <p:nvSpPr>
          <p:cNvPr id="4169" name="AcnSubjectTitle_ID_28819" hidden="1"/>
          <p:cNvSpPr txBox="1">
            <a:spLocks noChangeArrowheads="1"/>
          </p:cNvSpPr>
          <p:nvPr>
            <p:custDataLst>
              <p:tags r:id="rId13"/>
            </p:custDataLst>
          </p:nvPr>
        </p:nvSpPr>
        <p:spPr bwMode="gray">
          <a:xfrm>
            <a:off x="869688" y="1423636"/>
            <a:ext cx="9316410" cy="244475"/>
          </a:xfrm>
          <a:prstGeom prst="rect">
            <a:avLst/>
          </a:prstGeom>
          <a:noFill/>
          <a:ln w="9525" algn="ctr">
            <a:noFill/>
            <a:miter lim="800000"/>
            <a:headEnd/>
            <a:tailEnd/>
          </a:ln>
          <a:effectLst/>
        </p:spPr>
        <p:txBody>
          <a:bodyPr lIns="0" tIns="0" rIns="0" bIns="0">
            <a:spAutoFit/>
          </a:bodyPr>
          <a:lstStyle/>
          <a:p>
            <a:pPr defTabSz="801688">
              <a:buClr>
                <a:srgbClr val="777777"/>
              </a:buClr>
              <a:buSzPct val="60000"/>
              <a:buFont typeface="Wingdings" pitchFamily="2" charset="2"/>
              <a:buNone/>
              <a:defRPr/>
            </a:pPr>
            <a:r>
              <a:rPr lang="en-US" altLang="zh-CN" sz="1600" b="1">
                <a:solidFill>
                  <a:srgbClr val="000000"/>
                </a:solidFill>
                <a:latin typeface="FrutigerNext LT Regular" charset="0"/>
              </a:rPr>
              <a:t>Subject Title</a:t>
            </a:r>
          </a:p>
        </p:txBody>
      </p:sp>
      <p:sp>
        <p:nvSpPr>
          <p:cNvPr id="4170" name="AcnStamp_ID_28820" hidden="1"/>
          <p:cNvSpPr>
            <a:spLocks noChangeArrowheads="1"/>
          </p:cNvSpPr>
          <p:nvPr>
            <p:custDataLst>
              <p:tags r:id="rId14"/>
            </p:custDataLst>
          </p:nvPr>
        </p:nvSpPr>
        <p:spPr bwMode="gray">
          <a:xfrm>
            <a:off x="9844984" y="1411289"/>
            <a:ext cx="1355435" cy="266740"/>
          </a:xfrm>
          <a:prstGeom prst="leftRightArrow">
            <a:avLst>
              <a:gd name="adj1" fmla="val 100000"/>
              <a:gd name="adj2" fmla="val 0"/>
            </a:avLst>
          </a:prstGeom>
          <a:noFill/>
          <a:ln w="9525" algn="ctr">
            <a:noFill/>
            <a:miter lim="800000"/>
            <a:headEnd/>
            <a:tailEnd/>
          </a:ln>
          <a:effectLst/>
        </p:spPr>
        <p:txBody>
          <a:bodyPr wrap="none" lIns="0" tIns="25400" rIns="0" bIns="25400">
            <a:spAutoFit/>
          </a:bodyPr>
          <a:lstStyle/>
          <a:p>
            <a:pPr algn="r" defTabSz="801688">
              <a:defRPr/>
            </a:pPr>
            <a:r>
              <a:rPr lang="en-US" altLang="zh-CN" sz="1400" b="1">
                <a:solidFill>
                  <a:srgbClr val="000000"/>
                </a:solidFill>
                <a:latin typeface="FrutigerNext LT Regular" charset="0"/>
                <a:ea typeface="MS PGothic" pitchFamily="34" charset="-128"/>
              </a:rPr>
              <a:t>MASTER STAMP</a:t>
            </a:r>
          </a:p>
        </p:txBody>
      </p:sp>
      <p:cxnSp>
        <p:nvCxnSpPr>
          <p:cNvPr id="2058" name="AcnStpConnector_ID_28821" hidden="1"/>
          <p:cNvCxnSpPr>
            <a:cxnSpLocks noChangeShapeType="1"/>
            <a:stCxn id="4170" idx="2"/>
            <a:endCxn id="4170" idx="0"/>
          </p:cNvCxnSpPr>
          <p:nvPr>
            <p:custDataLst>
              <p:tags r:id="rId15"/>
            </p:custDataLst>
          </p:nvPr>
        </p:nvCxnSpPr>
        <p:spPr bwMode="gray">
          <a:xfrm>
            <a:off x="9844984" y="1411289"/>
            <a:ext cx="1355435" cy="0"/>
          </a:xfrm>
          <a:prstGeom prst="straightConnector1">
            <a:avLst/>
          </a:prstGeom>
          <a:noFill/>
          <a:ln w="9525">
            <a:solidFill>
              <a:srgbClr val="000000"/>
            </a:solidFill>
            <a:round/>
            <a:headEnd/>
            <a:tailEnd/>
          </a:ln>
        </p:spPr>
      </p:cxnSp>
      <p:cxnSp>
        <p:nvCxnSpPr>
          <p:cNvPr id="2059" name="AcnStpConnector_ID_28822" hidden="1"/>
          <p:cNvCxnSpPr>
            <a:cxnSpLocks noChangeShapeType="1"/>
            <a:stCxn id="4170" idx="4"/>
            <a:endCxn id="4170" idx="6"/>
          </p:cNvCxnSpPr>
          <p:nvPr>
            <p:custDataLst>
              <p:tags r:id="rId16"/>
            </p:custDataLst>
          </p:nvPr>
        </p:nvCxnSpPr>
        <p:spPr bwMode="gray">
          <a:xfrm>
            <a:off x="9844984" y="1678029"/>
            <a:ext cx="1355435" cy="0"/>
          </a:xfrm>
          <a:prstGeom prst="straightConnector1">
            <a:avLst/>
          </a:prstGeom>
          <a:noFill/>
          <a:ln w="9525">
            <a:solidFill>
              <a:srgbClr val="000000"/>
            </a:solidFill>
            <a:round/>
            <a:headEnd/>
            <a:tailEnd/>
          </a:ln>
        </p:spPr>
      </p:cxnSp>
      <p:grpSp>
        <p:nvGrpSpPr>
          <p:cNvPr id="2" name="Group 167"/>
          <p:cNvGrpSpPr>
            <a:grpSpLocks/>
          </p:cNvGrpSpPr>
          <p:nvPr/>
        </p:nvGrpSpPr>
        <p:grpSpPr bwMode="auto">
          <a:xfrm>
            <a:off x="9949636" y="6171848"/>
            <a:ext cx="1772599" cy="428625"/>
            <a:chOff x="4027" y="3481"/>
            <a:chExt cx="1754" cy="521"/>
          </a:xfrm>
        </p:grpSpPr>
        <p:pic>
          <p:nvPicPr>
            <p:cNvPr id="2066" name="Picture 168"/>
            <p:cNvPicPr>
              <a:picLocks noChangeAspect="1" noChangeArrowheads="1"/>
            </p:cNvPicPr>
            <p:nvPr userDrawn="1"/>
          </p:nvPicPr>
          <p:blipFill>
            <a:blip r:embed="rId18" cstate="print"/>
            <a:srcRect/>
            <a:stretch>
              <a:fillRect/>
            </a:stretch>
          </p:blipFill>
          <p:spPr bwMode="gray">
            <a:xfrm>
              <a:off x="4027" y="3502"/>
              <a:ext cx="1021" cy="480"/>
            </a:xfrm>
            <a:prstGeom prst="rect">
              <a:avLst/>
            </a:prstGeom>
            <a:noFill/>
            <a:ln w="9525">
              <a:noFill/>
              <a:miter lim="800000"/>
              <a:headEnd/>
              <a:tailEnd/>
            </a:ln>
          </p:spPr>
        </p:pic>
        <p:pic>
          <p:nvPicPr>
            <p:cNvPr id="2067" name="Picture 9" descr="Logo"/>
            <p:cNvPicPr>
              <a:picLocks noChangeArrowheads="1"/>
            </p:cNvPicPr>
            <p:nvPr userDrawn="1"/>
          </p:nvPicPr>
          <p:blipFill>
            <a:blip r:embed="rId19" cstate="print"/>
            <a:srcRect/>
            <a:stretch>
              <a:fillRect/>
            </a:stretch>
          </p:blipFill>
          <p:spPr bwMode="auto">
            <a:xfrm>
              <a:off x="5260" y="3481"/>
              <a:ext cx="521" cy="521"/>
            </a:xfrm>
            <a:prstGeom prst="rect">
              <a:avLst/>
            </a:prstGeom>
            <a:noFill/>
            <a:ln w="9525">
              <a:noFill/>
              <a:miter lim="800000"/>
              <a:headEnd/>
              <a:tailEnd/>
            </a:ln>
          </p:spPr>
        </p:pic>
      </p:grpSp>
      <p:pic>
        <p:nvPicPr>
          <p:cNvPr id="2061" name="Picture 205"/>
          <p:cNvPicPr>
            <a:picLocks noChangeAspect="1" noChangeArrowheads="1"/>
          </p:cNvPicPr>
          <p:nvPr/>
        </p:nvPicPr>
        <p:blipFill>
          <a:blip r:embed="rId20" cstate="print">
            <a:clrChange>
              <a:clrFrom>
                <a:srgbClr val="FFFFFF"/>
              </a:clrFrom>
              <a:clrTo>
                <a:srgbClr val="FFFFFF">
                  <a:alpha val="0"/>
                </a:srgbClr>
              </a:clrTo>
            </a:clrChange>
          </a:blip>
          <a:srcRect/>
          <a:stretch>
            <a:fillRect/>
          </a:stretch>
        </p:blipFill>
        <p:spPr bwMode="auto">
          <a:xfrm>
            <a:off x="10457680" y="333375"/>
            <a:ext cx="1418861" cy="717550"/>
          </a:xfrm>
          <a:prstGeom prst="rect">
            <a:avLst/>
          </a:prstGeom>
          <a:noFill/>
          <a:ln w="9525" algn="ctr">
            <a:noFill/>
            <a:miter lim="800000"/>
            <a:headEnd/>
            <a:tailEnd/>
          </a:ln>
        </p:spPr>
      </p:pic>
      <p:sp>
        <p:nvSpPr>
          <p:cNvPr id="4302" name="Rectangle 206"/>
          <p:cNvSpPr>
            <a:spLocks noGrp="1" noChangeArrowheads="1"/>
          </p:cNvSpPr>
          <p:nvPr>
            <p:ph type="sldNum" sz="quarter" idx="4"/>
          </p:nvPr>
        </p:nvSpPr>
        <p:spPr bwMode="auto">
          <a:xfrm>
            <a:off x="4692526" y="6237288"/>
            <a:ext cx="284749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a:solidFill>
                  <a:srgbClr val="000000"/>
                </a:solidFill>
                <a:latin typeface="Arial" charset="0"/>
                <a:ea typeface="宋体" pitchFamily="2" charset="-122"/>
              </a:defRPr>
            </a:lvl1pPr>
          </a:lstStyle>
          <a:p>
            <a:pPr>
              <a:defRPr/>
            </a:pPr>
            <a:r>
              <a:rPr lang="en-US" altLang="zh-CN" sz="1200"/>
              <a:t>Page </a:t>
            </a:r>
            <a:fld id="{CB63803F-6ECF-457D-85FA-10B2E21E6A08}" type="slidenum">
              <a:rPr lang="en-US" altLang="zh-CN" sz="1200"/>
              <a:pPr>
                <a:defRPr/>
              </a:pPr>
              <a:t>‹#›</a:t>
            </a:fld>
            <a:endParaRPr lang="en-US" altLang="zh-CN" sz="1200"/>
          </a:p>
        </p:txBody>
      </p:sp>
      <p:sp>
        <p:nvSpPr>
          <p:cNvPr id="2063" name="Rectangle 207"/>
          <p:cNvSpPr>
            <a:spLocks noGrp="1" noChangeArrowheads="1"/>
          </p:cNvSpPr>
          <p:nvPr>
            <p:ph type="body" idx="1"/>
          </p:nvPr>
        </p:nvSpPr>
        <p:spPr bwMode="auto">
          <a:xfrm>
            <a:off x="429967" y="1350963"/>
            <a:ext cx="11417342" cy="4633912"/>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2064" name="Rectangle 208"/>
          <p:cNvSpPr>
            <a:spLocks noGrp="1" noChangeArrowheads="1"/>
          </p:cNvSpPr>
          <p:nvPr>
            <p:ph type="title"/>
          </p:nvPr>
        </p:nvSpPr>
        <p:spPr bwMode="gray">
          <a:xfrm>
            <a:off x="429962" y="214313"/>
            <a:ext cx="10055157" cy="8382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ltLang="zh-CN"/>
              <a:t>Click to edit Master title style</a:t>
            </a:r>
          </a:p>
        </p:txBody>
      </p:sp>
      <p:pic>
        <p:nvPicPr>
          <p:cNvPr id="2065" name="Picture 210" descr="kh"/>
          <p:cNvPicPr>
            <a:picLocks noChangeAspect="1" noChangeArrowheads="1"/>
          </p:cNvPicPr>
          <p:nvPr/>
        </p:nvPicPr>
        <p:blipFill>
          <a:blip r:embed="rId21" cstate="print"/>
          <a:srcRect/>
          <a:stretch>
            <a:fillRect/>
          </a:stretch>
        </p:blipFill>
        <p:spPr bwMode="auto">
          <a:xfrm>
            <a:off x="539414" y="6236936"/>
            <a:ext cx="2569977"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80" r:id="rId1"/>
    <p:sldLayoutId id="2147484181" r:id="rId2"/>
    <p:sldLayoutId id="2147484182" r:id="rId3"/>
    <p:sldLayoutId id="2147484183" r:id="rId4"/>
    <p:sldLayoutId id="2147484184" r:id="rId5"/>
    <p:sldLayoutId id="2147484185" r:id="rId6"/>
    <p:sldLayoutId id="2147484186" r:id="rId7"/>
    <p:sldLayoutId id="2147484187" r:id="rId8"/>
    <p:sldLayoutId id="2147484188" r:id="rId9"/>
    <p:sldLayoutId id="2147484189" r:id="rId10"/>
    <p:sldLayoutId id="2147484190" r:id="rId11"/>
  </p:sldLayoutIdLst>
  <p:hf hdr="0" ftr="0" dt="0"/>
  <p:txStyles>
    <p:titleStyle>
      <a:lvl1pPr algn="l" defTabSz="801688" rtl="0" eaLnBrk="0" fontAlgn="base" hangingPunct="0">
        <a:spcBef>
          <a:spcPct val="0"/>
        </a:spcBef>
        <a:spcAft>
          <a:spcPct val="0"/>
        </a:spcAft>
        <a:defRPr sz="2000" b="1">
          <a:solidFill>
            <a:srgbClr val="CC3300"/>
          </a:solidFill>
          <a:latin typeface="+mj-lt"/>
          <a:ea typeface="+mj-ea"/>
          <a:cs typeface="+mj-cs"/>
        </a:defRPr>
      </a:lvl1pPr>
      <a:lvl2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2pPr>
      <a:lvl3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3pPr>
      <a:lvl4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4pPr>
      <a:lvl5pPr algn="l" defTabSz="801688" rtl="0" eaLnBrk="0" fontAlgn="base" hangingPunct="0">
        <a:spcBef>
          <a:spcPct val="0"/>
        </a:spcBef>
        <a:spcAft>
          <a:spcPct val="0"/>
        </a:spcAft>
        <a:defRPr sz="2000" b="1">
          <a:solidFill>
            <a:srgbClr val="CC3300"/>
          </a:solidFill>
          <a:latin typeface="Arial" charset="0"/>
          <a:ea typeface="华文细黑" pitchFamily="2" charset="-122"/>
          <a:cs typeface="Arial" charset="0"/>
        </a:defRPr>
      </a:lvl5pPr>
      <a:lvl6pPr marL="457200" algn="l" defTabSz="801688" rtl="0" fontAlgn="base">
        <a:spcBef>
          <a:spcPct val="0"/>
        </a:spcBef>
        <a:spcAft>
          <a:spcPct val="0"/>
        </a:spcAft>
        <a:defRPr sz="2000" b="1">
          <a:solidFill>
            <a:srgbClr val="CC3300"/>
          </a:solidFill>
          <a:latin typeface="Arial" charset="0"/>
          <a:ea typeface="华文细黑" pitchFamily="2" charset="-122"/>
          <a:cs typeface="Arial" charset="0"/>
        </a:defRPr>
      </a:lvl6pPr>
      <a:lvl7pPr marL="914400" algn="l" defTabSz="801688" rtl="0" fontAlgn="base">
        <a:spcBef>
          <a:spcPct val="0"/>
        </a:spcBef>
        <a:spcAft>
          <a:spcPct val="0"/>
        </a:spcAft>
        <a:defRPr sz="2000" b="1">
          <a:solidFill>
            <a:srgbClr val="CC3300"/>
          </a:solidFill>
          <a:latin typeface="Arial" charset="0"/>
          <a:ea typeface="华文细黑" pitchFamily="2" charset="-122"/>
          <a:cs typeface="Arial" charset="0"/>
        </a:defRPr>
      </a:lvl7pPr>
      <a:lvl8pPr marL="1371600" algn="l" defTabSz="801688" rtl="0" fontAlgn="base">
        <a:spcBef>
          <a:spcPct val="0"/>
        </a:spcBef>
        <a:spcAft>
          <a:spcPct val="0"/>
        </a:spcAft>
        <a:defRPr sz="2000" b="1">
          <a:solidFill>
            <a:srgbClr val="CC3300"/>
          </a:solidFill>
          <a:latin typeface="Arial" charset="0"/>
          <a:ea typeface="华文细黑" pitchFamily="2" charset="-122"/>
          <a:cs typeface="Arial" charset="0"/>
        </a:defRPr>
      </a:lvl8pPr>
      <a:lvl9pPr marL="1828800" algn="l" defTabSz="801688" rtl="0" fontAlgn="base">
        <a:spcBef>
          <a:spcPct val="0"/>
        </a:spcBef>
        <a:spcAft>
          <a:spcPct val="0"/>
        </a:spcAft>
        <a:defRPr sz="2000" b="1">
          <a:solidFill>
            <a:srgbClr val="CC3300"/>
          </a:solidFill>
          <a:latin typeface="Arial" charset="0"/>
          <a:ea typeface="华文细黑" pitchFamily="2" charset="-122"/>
          <a:cs typeface="Arial" charset="0"/>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sz="1600">
          <a:solidFill>
            <a:schemeClr val="tx1"/>
          </a:solidFill>
          <a:latin typeface="+mn-lt"/>
          <a:ea typeface="+mn-ea"/>
          <a:cs typeface="+mn-cs"/>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400">
          <a:solidFill>
            <a:schemeClr val="tx1"/>
          </a:solidFill>
          <a:latin typeface="+mn-lt"/>
          <a:ea typeface="+mn-ea"/>
          <a:cs typeface="+mn-cs"/>
        </a:defRPr>
      </a:lvl3pPr>
      <a:lvl4pPr marL="1401763" indent="-200025" algn="l" defTabSz="801688" rtl="0" eaLnBrk="0" fontAlgn="base" hangingPunct="0">
        <a:lnSpc>
          <a:spcPct val="140000"/>
        </a:lnSpc>
        <a:spcBef>
          <a:spcPct val="0"/>
        </a:spcBef>
        <a:spcAft>
          <a:spcPct val="0"/>
        </a:spcAft>
        <a:buChar char="–"/>
        <a:defRPr sz="1200">
          <a:solidFill>
            <a:schemeClr val="tx1"/>
          </a:solidFill>
          <a:latin typeface="+mn-lt"/>
          <a:ea typeface="+mn-ea"/>
          <a:cs typeface="+mn-cs"/>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79" descr="dd"/>
          <p:cNvPicPr>
            <a:picLocks noChangeAspect="1" noChangeArrowheads="1"/>
          </p:cNvPicPr>
          <p:nvPr/>
        </p:nvPicPr>
        <p:blipFill>
          <a:blip r:embed="rId2" cstate="print"/>
          <a:srcRect/>
          <a:stretch>
            <a:fillRect/>
          </a:stretch>
        </p:blipFill>
        <p:spPr bwMode="auto">
          <a:xfrm>
            <a:off x="3" y="6224605"/>
            <a:ext cx="12203644" cy="636587"/>
          </a:xfrm>
          <a:prstGeom prst="rect">
            <a:avLst/>
          </a:prstGeom>
          <a:noFill/>
          <a:ln w="9525">
            <a:noFill/>
            <a:miter lim="800000"/>
            <a:headEnd/>
            <a:tailEnd/>
          </a:ln>
        </p:spPr>
      </p:pic>
      <p:sp>
        <p:nvSpPr>
          <p:cNvPr id="154" name="Text Box 8"/>
          <p:cNvSpPr txBox="1">
            <a:spLocks noChangeArrowheads="1"/>
          </p:cNvSpPr>
          <p:nvPr/>
        </p:nvSpPr>
        <p:spPr bwMode="auto">
          <a:xfrm>
            <a:off x="1007805" y="6451601"/>
            <a:ext cx="3074152" cy="184666"/>
          </a:xfrm>
          <a:prstGeom prst="rect">
            <a:avLst/>
          </a:prstGeom>
          <a:noFill/>
          <a:ln>
            <a:noFill/>
          </a:ln>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8196" name="Picture 9" descr="8"/>
          <p:cNvPicPr>
            <a:picLocks noChangeAspect="1" noChangeArrowheads="1"/>
          </p:cNvPicPr>
          <p:nvPr/>
        </p:nvPicPr>
        <p:blipFill>
          <a:blip r:embed="rId3" cstate="print"/>
          <a:srcRect/>
          <a:stretch>
            <a:fillRect/>
          </a:stretch>
        </p:blipFill>
        <p:spPr bwMode="auto">
          <a:xfrm>
            <a:off x="10014445" y="6386530"/>
            <a:ext cx="1748822" cy="312737"/>
          </a:xfrm>
          <a:prstGeom prst="rect">
            <a:avLst/>
          </a:prstGeom>
          <a:noFill/>
          <a:ln w="9525">
            <a:noFill/>
            <a:miter lim="800000"/>
            <a:headEnd/>
            <a:tailEnd/>
          </a:ln>
        </p:spPr>
      </p:pic>
      <p:sp>
        <p:nvSpPr>
          <p:cNvPr id="8197" name="Rectangle 13"/>
          <p:cNvSpPr>
            <a:spLocks noGrp="1" noChangeArrowheads="1"/>
          </p:cNvSpPr>
          <p:nvPr>
            <p:ph type="title"/>
          </p:nvPr>
        </p:nvSpPr>
        <p:spPr bwMode="auto">
          <a:xfrm>
            <a:off x="1007796" y="325440"/>
            <a:ext cx="10179584" cy="871537"/>
          </a:xfrm>
          <a:prstGeom prst="rect">
            <a:avLst/>
          </a:prstGeom>
          <a:noFill/>
          <a:ln w="9525">
            <a:noFill/>
            <a:miter lim="800000"/>
            <a:headEnd/>
            <a:tailEnd/>
          </a:ln>
        </p:spPr>
        <p:txBody>
          <a:bodyPr vert="horz" wrap="square" lIns="0" tIns="40064" rIns="80129" bIns="40064" numCol="1" anchor="ctr" anchorCtr="0" compatLnSpc="1">
            <a:prstTxWarp prst="textNoShape">
              <a:avLst/>
            </a:prstTxWarp>
          </a:bodyPr>
          <a:lstStyle/>
          <a:p>
            <a:pPr lvl="0"/>
            <a:r>
              <a:rPr lang="zh-CN" altLang="en-US"/>
              <a:t>单击此处编辑母版标题样式</a:t>
            </a:r>
          </a:p>
        </p:txBody>
      </p:sp>
      <p:sp>
        <p:nvSpPr>
          <p:cNvPr id="8199" name="Rectangle 68"/>
          <p:cNvSpPr>
            <a:spLocks noGrp="1" noChangeArrowheads="1"/>
          </p:cNvSpPr>
          <p:nvPr>
            <p:ph type="body" idx="1"/>
          </p:nvPr>
        </p:nvSpPr>
        <p:spPr bwMode="auto">
          <a:xfrm>
            <a:off x="1007796" y="1628779"/>
            <a:ext cx="10179584" cy="4194175"/>
          </a:xfrm>
          <a:prstGeom prst="rect">
            <a:avLst/>
          </a:prstGeom>
          <a:noFill/>
          <a:ln w="9525">
            <a:noFill/>
            <a:miter lim="800000"/>
            <a:headEnd/>
            <a:tailEnd/>
          </a:ln>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69" y="692150"/>
            <a:ext cx="2460207" cy="5500688"/>
          </a:xfrm>
          <a:prstGeom prst="rect">
            <a:avLst/>
          </a:prstGeom>
          <a:noFill/>
          <a:ln w="9525">
            <a:noFill/>
            <a:miter lim="800000"/>
            <a:headEnd/>
            <a:tailEnd/>
          </a:ln>
          <a:effectLst/>
        </p:spPr>
        <p:txBody>
          <a:bodyPr lIns="80124" tIns="40063" rIns="80124" bIns="40063">
            <a:spAutoFit/>
          </a:bodyPr>
          <a:lstStyle/>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英文标题</a:t>
            </a:r>
            <a:r>
              <a:rPr lang="en-US" altLang="zh-CN" sz="1100" dirty="0">
                <a:solidFill>
                  <a:srgbClr val="FFFFFF"/>
                </a:solidFill>
                <a:latin typeface="Calibri" pitchFamily="34" charset="0"/>
                <a:ea typeface="宋体" charset="-122"/>
              </a:rPr>
              <a:t>:32-35pt  </a:t>
            </a: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 R153 G0 B0</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内部使用字体 </a:t>
            </a:r>
            <a:r>
              <a:rPr lang="en-US" altLang="zh-CN" sz="1100" dirty="0">
                <a:solidFill>
                  <a:srgbClr val="FFFFFF"/>
                </a:solidFill>
                <a:latin typeface="Calibri" pitchFamily="34" charset="0"/>
                <a:ea typeface="宋体" charset="-122"/>
              </a:rPr>
              <a:t>:</a:t>
            </a:r>
          </a:p>
          <a:p>
            <a:pPr marL="342900" indent="-342900" algn="r" eaLnBrk="0" hangingPunct="0">
              <a:lnSpc>
                <a:spcPct val="125000"/>
              </a:lnSpc>
              <a:spcBef>
                <a:spcPct val="20000"/>
              </a:spcBef>
              <a:buFont typeface="Arial" charset="0"/>
              <a:buNone/>
              <a:defRPr/>
            </a:pPr>
            <a:r>
              <a:rPr lang="en-US" altLang="zh-CN" sz="1100" dirty="0" err="1">
                <a:solidFill>
                  <a:srgbClr val="FFFFFF"/>
                </a:solidFill>
                <a:latin typeface="Calibri" pitchFamily="34" charset="0"/>
                <a:ea typeface="宋体" charset="-122"/>
              </a:rPr>
              <a:t>FrutigerNext</a:t>
            </a:r>
            <a:r>
              <a:rPr lang="en-US" altLang="zh-CN" sz="1100" dirty="0">
                <a:solidFill>
                  <a:srgbClr val="FFFFFF"/>
                </a:solidFill>
                <a:latin typeface="Calibri" pitchFamily="34" charset="0"/>
                <a:ea typeface="宋体" charset="-122"/>
              </a:rPr>
              <a:t> LT Medium</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外部使用字体 </a:t>
            </a:r>
            <a:r>
              <a:rPr lang="en-US" altLang="zh-CN" sz="1100" dirty="0">
                <a:solidFill>
                  <a:srgbClr val="FFFFFF"/>
                </a:solidFill>
                <a:latin typeface="Calibri" pitchFamily="34" charset="0"/>
                <a:ea typeface="宋体" charset="-122"/>
              </a:rPr>
              <a:t>: Arial</a:t>
            </a:r>
          </a:p>
          <a:p>
            <a:pPr marL="342900" indent="-342900" algn="r" eaLnBrk="0" hangingPunct="0">
              <a:lnSpc>
                <a:spcPct val="75000"/>
              </a:lnSpc>
              <a:spcBef>
                <a:spcPct val="20000"/>
              </a:spcBef>
              <a:buFont typeface="Arial" charset="0"/>
              <a:buNone/>
              <a:defRPr/>
            </a:pPr>
            <a:endParaRPr lang="en-US" altLang="zh-CN"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中文标题</a:t>
            </a:r>
            <a:r>
              <a:rPr lang="en-US" altLang="zh-CN" sz="1100" dirty="0">
                <a:solidFill>
                  <a:srgbClr val="FFFFFF"/>
                </a:solidFill>
                <a:latin typeface="Calibri" pitchFamily="34" charset="0"/>
                <a:ea typeface="宋体" charset="-122"/>
              </a:rPr>
              <a:t>:30-32pt  </a:t>
            </a: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 R153 G0 B0</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字体</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黑体</a:t>
            </a:r>
          </a:p>
          <a:p>
            <a:pPr marL="342900" indent="-342900" algn="r" eaLnBrk="0" hangingPunct="0">
              <a:lnSpc>
                <a:spcPct val="125000"/>
              </a:lnSpc>
              <a:spcBef>
                <a:spcPct val="20000"/>
              </a:spcBef>
              <a:buFont typeface="Arial" charset="0"/>
              <a:buNone/>
              <a:defRPr/>
            </a:pP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英文正文</a:t>
            </a:r>
            <a:r>
              <a:rPr lang="en-US" altLang="zh-CN" sz="1100" dirty="0">
                <a:solidFill>
                  <a:srgbClr val="FFFFFF"/>
                </a:solidFill>
                <a:latin typeface="Calibri" pitchFamily="34" charset="0"/>
                <a:ea typeface="宋体" charset="-122"/>
              </a:rPr>
              <a:t>:20-22pt</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子目录 </a:t>
            </a:r>
            <a:r>
              <a:rPr lang="en-US" altLang="zh-CN" sz="1100" dirty="0">
                <a:solidFill>
                  <a:srgbClr val="FFFFFF"/>
                </a:solidFill>
                <a:latin typeface="Calibri" pitchFamily="34" charset="0"/>
                <a:ea typeface="宋体" charset="-122"/>
              </a:rPr>
              <a:t>(2-5</a:t>
            </a:r>
            <a:r>
              <a:rPr lang="zh-CN" altLang="en-US" sz="1100" dirty="0">
                <a:solidFill>
                  <a:srgbClr val="FFFFFF"/>
                </a:solidFill>
                <a:latin typeface="Calibri" pitchFamily="34" charset="0"/>
                <a:ea typeface="宋体" charset="-122"/>
              </a:rPr>
              <a:t>级</a:t>
            </a:r>
            <a:r>
              <a:rPr lang="en-US" altLang="zh-CN" sz="1100" dirty="0">
                <a:solidFill>
                  <a:srgbClr val="FFFFFF"/>
                </a:solidFill>
                <a:latin typeface="Calibri" pitchFamily="34" charset="0"/>
                <a:ea typeface="宋体" charset="-122"/>
              </a:rPr>
              <a:t>) :18pt  </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黑色</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内部使用字体 </a:t>
            </a:r>
            <a:r>
              <a:rPr lang="en-US" altLang="zh-CN" sz="1100" dirty="0">
                <a:solidFill>
                  <a:srgbClr val="FFFFFF"/>
                </a:solidFill>
                <a:latin typeface="Calibri" pitchFamily="34" charset="0"/>
                <a:ea typeface="宋体" charset="-122"/>
              </a:rPr>
              <a:t>:</a:t>
            </a:r>
          </a:p>
          <a:p>
            <a:pPr marL="342900" indent="-342900" algn="r" eaLnBrk="0" hangingPunct="0">
              <a:lnSpc>
                <a:spcPct val="125000"/>
              </a:lnSpc>
              <a:spcBef>
                <a:spcPct val="20000"/>
              </a:spcBef>
              <a:buFont typeface="Arial" charset="0"/>
              <a:buNone/>
              <a:defRPr/>
            </a:pPr>
            <a:r>
              <a:rPr lang="en-US" altLang="zh-CN" sz="1100" dirty="0" err="1">
                <a:solidFill>
                  <a:srgbClr val="FFFFFF"/>
                </a:solidFill>
                <a:latin typeface="Calibri" pitchFamily="34" charset="0"/>
                <a:ea typeface="宋体" charset="-122"/>
              </a:rPr>
              <a:t>FrutigerNext</a:t>
            </a:r>
            <a:r>
              <a:rPr lang="en-US" altLang="zh-CN" sz="1100" dirty="0">
                <a:solidFill>
                  <a:srgbClr val="FFFFFF"/>
                </a:solidFill>
                <a:latin typeface="Calibri" pitchFamily="34" charset="0"/>
                <a:ea typeface="宋体" charset="-122"/>
              </a:rPr>
              <a:t> LT Regular</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外部使用字体 </a:t>
            </a:r>
            <a:r>
              <a:rPr lang="en-US" altLang="zh-CN" sz="1100" dirty="0">
                <a:solidFill>
                  <a:srgbClr val="FFFFFF"/>
                </a:solidFill>
                <a:latin typeface="Calibri" pitchFamily="34" charset="0"/>
                <a:ea typeface="宋体" charset="-122"/>
              </a:rPr>
              <a:t>: Arial</a:t>
            </a:r>
          </a:p>
          <a:p>
            <a:pPr marL="342900" indent="-342900" algn="r" eaLnBrk="0" hangingPunct="0">
              <a:lnSpc>
                <a:spcPct val="75000"/>
              </a:lnSpc>
              <a:spcBef>
                <a:spcPct val="20000"/>
              </a:spcBef>
              <a:buFont typeface="Arial" charset="0"/>
              <a:buNone/>
              <a:defRPr/>
            </a:pPr>
            <a:endParaRPr lang="en-US" altLang="zh-CN"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中文正文</a:t>
            </a:r>
            <a:r>
              <a:rPr lang="en-US" altLang="zh-CN" sz="1100" dirty="0">
                <a:solidFill>
                  <a:srgbClr val="FFFFFF"/>
                </a:solidFill>
                <a:latin typeface="Calibri" pitchFamily="34" charset="0"/>
                <a:ea typeface="宋体" charset="-122"/>
              </a:rPr>
              <a:t>:18-20pt</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子目录</a:t>
            </a:r>
            <a:r>
              <a:rPr lang="en-US" altLang="zh-CN" sz="1100" dirty="0">
                <a:solidFill>
                  <a:srgbClr val="FFFFFF"/>
                </a:solidFill>
                <a:latin typeface="Calibri" pitchFamily="34" charset="0"/>
                <a:ea typeface="宋体" charset="-122"/>
              </a:rPr>
              <a:t>(2-5</a:t>
            </a:r>
            <a:r>
              <a:rPr lang="zh-CN" altLang="en-US" sz="1100" dirty="0">
                <a:solidFill>
                  <a:srgbClr val="FFFFFF"/>
                </a:solidFill>
                <a:latin typeface="Calibri" pitchFamily="34" charset="0"/>
                <a:ea typeface="宋体" charset="-122"/>
              </a:rPr>
              <a:t>级</a:t>
            </a:r>
            <a:r>
              <a:rPr lang="en-US" altLang="zh-CN" sz="1100" dirty="0">
                <a:solidFill>
                  <a:srgbClr val="FFFFFF"/>
                </a:solidFill>
                <a:latin typeface="Calibri" pitchFamily="34" charset="0"/>
                <a:ea typeface="宋体" charset="-122"/>
              </a:rPr>
              <a:t>):18pt </a:t>
            </a:r>
            <a:endParaRPr lang="zh-CN" altLang="en-US" sz="1100" dirty="0">
              <a:solidFill>
                <a:srgbClr val="FFFFFF"/>
              </a:solidFill>
              <a:latin typeface="Calibri" pitchFamily="34" charset="0"/>
              <a:ea typeface="宋体" charset="-122"/>
            </a:endParaRP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颜色</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黑色</a:t>
            </a:r>
          </a:p>
          <a:p>
            <a:pPr marL="342900" indent="-342900" algn="r" eaLnBrk="0" hangingPunct="0">
              <a:lnSpc>
                <a:spcPct val="125000"/>
              </a:lnSpc>
              <a:spcBef>
                <a:spcPct val="20000"/>
              </a:spcBef>
              <a:buFont typeface="Arial" charset="0"/>
              <a:buNone/>
              <a:defRPr/>
            </a:pPr>
            <a:r>
              <a:rPr lang="zh-CN" altLang="en-US" sz="1100" dirty="0">
                <a:solidFill>
                  <a:srgbClr val="FFFFFF"/>
                </a:solidFill>
                <a:latin typeface="Calibri" pitchFamily="34" charset="0"/>
                <a:ea typeface="宋体" charset="-122"/>
              </a:rPr>
              <a:t>字体</a:t>
            </a:r>
            <a:r>
              <a:rPr lang="en-US" altLang="zh-CN" sz="1100" dirty="0">
                <a:solidFill>
                  <a:srgbClr val="FFFFFF"/>
                </a:solidFill>
                <a:latin typeface="Calibri" pitchFamily="34" charset="0"/>
                <a:ea typeface="宋体" charset="-122"/>
              </a:rPr>
              <a:t>:</a:t>
            </a:r>
            <a:r>
              <a:rPr lang="zh-CN" altLang="en-US" sz="1100" dirty="0">
                <a:solidFill>
                  <a:srgbClr val="FFFFFF"/>
                </a:solidFill>
                <a:latin typeface="Calibri" pitchFamily="34" charset="0"/>
                <a:ea typeface="宋体" charset="-122"/>
              </a:rPr>
              <a:t>细黑体</a:t>
            </a:r>
            <a:r>
              <a:rPr lang="zh-CN" altLang="en-US" sz="1100" b="1" dirty="0">
                <a:solidFill>
                  <a:srgbClr val="FFFFFF"/>
                </a:solidFill>
              </a:rPr>
              <a:t> </a:t>
            </a:r>
          </a:p>
        </p:txBody>
      </p:sp>
      <p:grpSp>
        <p:nvGrpSpPr>
          <p:cNvPr id="2" name="Group 16"/>
          <p:cNvGrpSpPr>
            <a:grpSpLocks/>
          </p:cNvGrpSpPr>
          <p:nvPr/>
        </p:nvGrpSpPr>
        <p:grpSpPr bwMode="auto">
          <a:xfrm>
            <a:off x="12436539"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latin typeface="Calibri" pitchFamily="34" charset="0"/>
                <a:ea typeface="宋体"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a:solidFill>
                    <a:srgbClr val="000000"/>
                  </a:solidFill>
                  <a:latin typeface="Calibri" pitchFamily="34" charset="0"/>
                  <a:ea typeface="宋体" charset="-122"/>
                </a:endParaRPr>
              </a:p>
            </p:txBody>
          </p:sp>
        </p:grpSp>
      </p:grpSp>
      <p:sp>
        <p:nvSpPr>
          <p:cNvPr id="10251" name="Rectangle 83"/>
          <p:cNvSpPr>
            <a:spLocks noChangeArrowheads="1"/>
          </p:cNvSpPr>
          <p:nvPr/>
        </p:nvSpPr>
        <p:spPr bwMode="auto">
          <a:xfrm>
            <a:off x="12339155" y="1341439"/>
            <a:ext cx="1590031" cy="1333559"/>
          </a:xfrm>
          <a:prstGeom prst="rect">
            <a:avLst/>
          </a:prstGeom>
          <a:noFill/>
          <a:ln w="9525">
            <a:noFill/>
            <a:miter lim="800000"/>
            <a:headEnd/>
            <a:tailEnd/>
          </a:ln>
          <a:effectLst/>
        </p:spPr>
        <p:txBody>
          <a:bodyPr lIns="80124" tIns="40063" rIns="80124" bIns="40063">
            <a:spAutoFit/>
          </a:bodyPr>
          <a:lstStyle/>
          <a:p>
            <a:pPr eaLnBrk="0" hangingPunct="0">
              <a:lnSpc>
                <a:spcPct val="120000"/>
              </a:lnSpc>
              <a:spcBef>
                <a:spcPct val="20000"/>
              </a:spcBef>
              <a:buFont typeface="Arial" charset="0"/>
              <a:buNone/>
              <a:defRPr/>
            </a:pPr>
            <a:r>
              <a:rPr lang="zh-CN" altLang="en-US" sz="1100">
                <a:solidFill>
                  <a:srgbClr val="FFFFFF"/>
                </a:solidFill>
                <a:latin typeface="Calibri" pitchFamily="34" charset="0"/>
                <a:ea typeface="宋体" charset="-122"/>
              </a:rPr>
              <a:t>配色参考方案：</a:t>
            </a:r>
          </a:p>
          <a:p>
            <a:pPr eaLnBrk="0" hangingPunct="0">
              <a:lnSpc>
                <a:spcPct val="120000"/>
              </a:lnSpc>
              <a:spcBef>
                <a:spcPct val="20000"/>
              </a:spcBef>
              <a:buFont typeface="Arial" charset="0"/>
              <a:buNone/>
              <a:defRPr/>
            </a:pPr>
            <a:r>
              <a:rPr lang="zh-CN" altLang="en-US" sz="1100">
                <a:solidFill>
                  <a:srgbClr val="FFFFFF"/>
                </a:solidFill>
                <a:latin typeface="Calibri" pitchFamily="34" charset="0"/>
                <a:ea typeface="宋体" charset="-122"/>
              </a:rPr>
              <a:t>建议同一页面内不超过四种颜色，以下是</a:t>
            </a:r>
            <a:r>
              <a:rPr lang="en-US" altLang="zh-CN" sz="1100">
                <a:solidFill>
                  <a:srgbClr val="FFFFFF"/>
                </a:solidFill>
                <a:latin typeface="Calibri" pitchFamily="34" charset="0"/>
                <a:ea typeface="宋体" charset="-122"/>
              </a:rPr>
              <a:t>13</a:t>
            </a:r>
            <a:r>
              <a:rPr lang="zh-CN" altLang="en-US" sz="1100">
                <a:solidFill>
                  <a:srgbClr val="FFFFFF"/>
                </a:solidFill>
                <a:latin typeface="Calibri" pitchFamily="34" charset="0"/>
                <a:ea typeface="宋体" charset="-122"/>
              </a:rPr>
              <a:t>组配色方案，同一页面内只选择一组使用。（仅供参考）</a:t>
            </a:r>
          </a:p>
        </p:txBody>
      </p:sp>
      <p:sp>
        <p:nvSpPr>
          <p:cNvPr id="10252" name="Rectangle 84"/>
          <p:cNvSpPr>
            <a:spLocks noChangeArrowheads="1"/>
          </p:cNvSpPr>
          <p:nvPr/>
        </p:nvSpPr>
        <p:spPr bwMode="auto">
          <a:xfrm>
            <a:off x="12339146" y="7938"/>
            <a:ext cx="1494756" cy="487174"/>
          </a:xfrm>
          <a:prstGeom prst="rect">
            <a:avLst/>
          </a:prstGeom>
          <a:noFill/>
          <a:ln w="9525">
            <a:noFill/>
            <a:miter lim="800000"/>
            <a:headEnd/>
            <a:tailEnd/>
          </a:ln>
          <a:effectLst/>
        </p:spPr>
        <p:txBody>
          <a:bodyPr lIns="80124" tIns="40063" rIns="80124" bIns="40063">
            <a:spAutoFit/>
          </a:bodyPr>
          <a:lstStyle/>
          <a:p>
            <a:pPr>
              <a:lnSpc>
                <a:spcPct val="120000"/>
              </a:lnSpc>
              <a:buClr>
                <a:srgbClr val="777777"/>
              </a:buClr>
              <a:buSzPct val="60000"/>
              <a:buFont typeface="Wingdings" pitchFamily="2" charset="2"/>
              <a:buNone/>
              <a:defRPr/>
            </a:pPr>
            <a:r>
              <a:rPr lang="zh-CN" altLang="en-US" sz="1100">
                <a:solidFill>
                  <a:srgbClr val="FFFFFF"/>
                </a:solidFill>
                <a:latin typeface="Calibri" pitchFamily="34" charset="0"/>
                <a:ea typeface="宋体" charset="-122"/>
              </a:rPr>
              <a:t>客户或者合作伙伴的标志放在右上角</a:t>
            </a:r>
            <a:r>
              <a:rPr lang="en-US" altLang="zh-CN" sz="1100">
                <a:solidFill>
                  <a:srgbClr val="FFFFFF"/>
                </a:solidFill>
                <a:latin typeface="Calibri" pitchFamily="34" charset="0"/>
                <a:ea typeface="宋体" charset="-122"/>
              </a:rPr>
              <a:t>.</a:t>
            </a:r>
            <a:endParaRPr lang="zh-CN" altLang="en-US" sz="1100">
              <a:solidFill>
                <a:srgbClr val="FFFFFF"/>
              </a:solidFill>
              <a:latin typeface="Calibri" pitchFamily="34" charset="0"/>
              <a:ea typeface="宋体" charset="-122"/>
            </a:endParaRPr>
          </a:p>
        </p:txBody>
      </p:sp>
      <p:sp>
        <p:nvSpPr>
          <p:cNvPr id="6149" name="Rectangle 5"/>
          <p:cNvSpPr>
            <a:spLocks noChangeArrowheads="1"/>
          </p:cNvSpPr>
          <p:nvPr/>
        </p:nvSpPr>
        <p:spPr bwMode="auto">
          <a:xfrm>
            <a:off x="8483693" y="6489717"/>
            <a:ext cx="2796844" cy="455613"/>
          </a:xfrm>
          <a:prstGeom prst="rect">
            <a:avLst/>
          </a:prstGeom>
          <a:noFill/>
          <a:ln w="9525">
            <a:noFill/>
            <a:miter lim="800000"/>
            <a:headEnd/>
            <a:tailEnd/>
          </a:ln>
        </p:spPr>
        <p:txBody>
          <a:bodyPr lIns="0" tIns="0" rIns="0" bIns="0"/>
          <a:lstStyle/>
          <a:p>
            <a:pPr eaLnBrk="0" hangingPunct="0">
              <a:lnSpc>
                <a:spcPct val="85000"/>
              </a:lnSpc>
              <a:defRPr/>
            </a:pPr>
            <a:r>
              <a:rPr lang="de-DE" altLang="zh-CN" sz="1200">
                <a:solidFill>
                  <a:srgbClr val="000000"/>
                </a:solidFill>
                <a:latin typeface="FrutigerNext LT Bold" pitchFamily="34" charset="0"/>
                <a:ea typeface="ＭＳ Ｐゴシック" pitchFamily="34" charset="-128"/>
              </a:rPr>
              <a:t>Page </a:t>
            </a:r>
            <a:fld id="{52A5D625-72FF-4364-B088-B7F11232586A}" type="slidenum">
              <a:rPr lang="de-DE" altLang="zh-CN" sz="1200">
                <a:solidFill>
                  <a:srgbClr val="000000"/>
                </a:solidFill>
                <a:latin typeface="FrutigerNext LT Bold" pitchFamily="34" charset="0"/>
                <a:ea typeface="ＭＳ Ｐゴシック" pitchFamily="34" charset="-128"/>
              </a:rPr>
              <a:pPr eaLnBrk="0" hangingPunct="0">
                <a:lnSpc>
                  <a:spcPct val="85000"/>
                </a:lnSpc>
                <a:defRPr/>
              </a:pPr>
              <a:t>‹#›</a:t>
            </a:fld>
            <a:endParaRPr lang="en-GB" altLang="zh-CN" sz="1200">
              <a:solidFill>
                <a:srgbClr val="000000"/>
              </a:solidFill>
              <a:latin typeface="FrutigerNext LT Bold" pitchFamily="34" charset="0"/>
              <a:ea typeface="ＭＳ Ｐゴシック" pitchFamily="34" charset="-128"/>
            </a:endParaRPr>
          </a:p>
        </p:txBody>
      </p:sp>
      <p:sp>
        <p:nvSpPr>
          <p:cNvPr id="79" name="Rectangle 21"/>
          <p:cNvSpPr>
            <a:spLocks noChangeArrowheads="1"/>
          </p:cNvSpPr>
          <p:nvPr/>
        </p:nvSpPr>
        <p:spPr bwMode="auto">
          <a:xfrm>
            <a:off x="4846379" y="6463220"/>
            <a:ext cx="2085332" cy="153888"/>
          </a:xfrm>
          <a:prstGeom prst="rect">
            <a:avLst/>
          </a:prstGeom>
          <a:noFill/>
          <a:ln w="9525" algn="ctr">
            <a:noFill/>
            <a:miter lim="800000"/>
            <a:headEnd/>
            <a:tailEnd/>
          </a:ln>
          <a:effectLst/>
        </p:spPr>
        <p:txBody>
          <a:bodyPr wrap="none" lIns="80082" tIns="0" rIns="80082" bIns="0">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defTabSz="801688" eaLnBrk="0" hangingPunct="0">
              <a:defRPr/>
            </a:pPr>
            <a:r>
              <a:rPr lang="zh-CN" altLang="en-US" sz="1000" dirty="0">
                <a:solidFill>
                  <a:srgbClr val="000000"/>
                </a:solidFill>
                <a:latin typeface="Arial"/>
              </a:rPr>
              <a:t>华为保密信息，未经授权禁止扩散</a:t>
            </a:r>
            <a:endParaRPr lang="en-US" altLang="zh-CN" sz="10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ea"/>
          <a:ea typeface="+mn-ea"/>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ea"/>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ea"/>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ea"/>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mn-ea"/>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79" descr="dd"/>
          <p:cNvPicPr>
            <a:picLocks noChangeAspect="1" noChangeArrowheads="1"/>
          </p:cNvPicPr>
          <p:nvPr/>
        </p:nvPicPr>
        <p:blipFill>
          <a:blip r:embed="rId8" cstate="print"/>
          <a:srcRect/>
          <a:stretch>
            <a:fillRect/>
          </a:stretch>
        </p:blipFill>
        <p:spPr bwMode="auto">
          <a:xfrm>
            <a:off x="3" y="6224675"/>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230"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dirty="0">
                <a:solidFill>
                  <a:srgbClr val="000000"/>
                </a:solidFill>
                <a:latin typeface="FrutigerNext LT Bold" charset="0"/>
                <a:ea typeface="MS PGothic" pitchFamily="34" charset="-128"/>
              </a:rPr>
              <a:t>HUAWEI TECHNOLOGIES (Egypt) CO., LTD.</a:t>
            </a:r>
            <a:endParaRPr lang="en-US" altLang="zh-CN" sz="2200" dirty="0">
              <a:solidFill>
                <a:srgbClr val="000000"/>
              </a:solidFill>
              <a:ea typeface="MS PGothic" pitchFamily="34" charset="-128"/>
            </a:endParaRPr>
          </a:p>
        </p:txBody>
      </p:sp>
      <p:pic>
        <p:nvPicPr>
          <p:cNvPr id="6148" name="Picture 9" descr="8"/>
          <p:cNvPicPr>
            <a:picLocks noChangeAspect="1" noChangeArrowheads="1"/>
          </p:cNvPicPr>
          <p:nvPr/>
        </p:nvPicPr>
        <p:blipFill>
          <a:blip r:embed="rId9" cstate="print"/>
          <a:srcRect/>
          <a:stretch>
            <a:fillRect/>
          </a:stretch>
        </p:blipFill>
        <p:spPr bwMode="auto">
          <a:xfrm>
            <a:off x="10014448" y="6399300"/>
            <a:ext cx="1748822" cy="312737"/>
          </a:xfrm>
          <a:prstGeom prst="rect">
            <a:avLst/>
          </a:prstGeom>
          <a:noFill/>
          <a:ln w="9525">
            <a:noFill/>
            <a:miter lim="800000"/>
            <a:headEnd/>
            <a:tailEnd/>
          </a:ln>
        </p:spPr>
      </p:pic>
      <p:sp>
        <p:nvSpPr>
          <p:cNvPr id="28682" name="Rectangle 10"/>
          <p:cNvSpPr>
            <a:spLocks noGrp="1" noChangeArrowheads="1"/>
          </p:cNvSpPr>
          <p:nvPr>
            <p:ph type="dt" sz="half" idx="2"/>
          </p:nvPr>
        </p:nvSpPr>
        <p:spPr bwMode="auto">
          <a:xfrm>
            <a:off x="8483693" y="6489787"/>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sz="1200">
                <a:solidFill>
                  <a:schemeClr val="tx1"/>
                </a:solidFill>
                <a:latin typeface="FrutigerNext LT Bold" charset="0"/>
              </a:defRPr>
            </a:lvl1pPr>
          </a:lstStyle>
          <a:p>
            <a:pPr>
              <a:defRPr/>
            </a:pPr>
            <a:endParaRPr lang="en-GB" altLang="zh-CN">
              <a:solidFill>
                <a:srgbClr val="000000"/>
              </a:solidFill>
              <a:ea typeface="MS PGothic" pitchFamily="34" charset="-128"/>
            </a:endParaRPr>
          </a:p>
        </p:txBody>
      </p:sp>
      <p:sp>
        <p:nvSpPr>
          <p:cNvPr id="6150" name="Rectangle 13"/>
          <p:cNvSpPr>
            <a:spLocks noGrp="1" noChangeArrowheads="1"/>
          </p:cNvSpPr>
          <p:nvPr>
            <p:ph type="title"/>
          </p:nvPr>
        </p:nvSpPr>
        <p:spPr bwMode="auto">
          <a:xfrm>
            <a:off x="696994" y="430217"/>
            <a:ext cx="10801200" cy="871537"/>
          </a:xfrm>
          <a:prstGeom prst="rect">
            <a:avLst/>
          </a:prstGeom>
          <a:noFill/>
          <a:ln w="9525">
            <a:noFill/>
            <a:miter lim="800000"/>
            <a:headEnd/>
            <a:tailEnd/>
          </a:ln>
        </p:spPr>
        <p:txBody>
          <a:bodyPr vert="horz" wrap="square" lIns="80139" tIns="40069" rIns="80139" bIns="40069" numCol="1" anchor="ctr" anchorCtr="0" compatLnSpc="1">
            <a:prstTxWarp prst="textNoShape">
              <a:avLst/>
            </a:prstTxWarp>
          </a:bodyPr>
          <a:lstStyle/>
          <a:p>
            <a:pPr lvl="0"/>
            <a:r>
              <a:rPr lang="zh-CN" altLang="en-US" dirty="0"/>
              <a:t>单击此处编辑母版标题样式</a:t>
            </a:r>
          </a:p>
        </p:txBody>
      </p:sp>
      <p:sp>
        <p:nvSpPr>
          <p:cNvPr id="28693" name="Rectangle 21"/>
          <p:cNvSpPr>
            <a:spLocks noChangeArrowheads="1"/>
          </p:cNvSpPr>
          <p:nvPr/>
        </p:nvSpPr>
        <p:spPr bwMode="auto">
          <a:xfrm>
            <a:off x="5191472"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28694" name="Rectangle 22"/>
          <p:cNvSpPr>
            <a:spLocks noChangeArrowheads="1"/>
          </p:cNvSpPr>
          <p:nvPr/>
        </p:nvSpPr>
        <p:spPr bwMode="auto">
          <a:xfrm>
            <a:off x="-2544845"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Medium</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Regular</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en-US" altLang="zh-CN" sz="1100">
              <a:solidFill>
                <a:srgbClr val="FFFFFF"/>
              </a:solidFill>
              <a:latin typeface="Arial" pitchFamily="34" charset="0"/>
            </a:endParaRPr>
          </a:p>
          <a:p>
            <a:pPr algn="r" defTabSz="801688">
              <a:lnSpc>
                <a:spcPct val="125000"/>
              </a:lnSpc>
              <a:buClr>
                <a:srgbClr val="777777"/>
              </a:buClr>
              <a:buSzPct val="60000"/>
              <a:buFont typeface="Wingdings" pitchFamily="2" charset="2"/>
              <a:buNone/>
              <a:defRPr/>
            </a:pPr>
            <a:endParaRPr lang="zh-CN" altLang="en-US" sz="1100">
              <a:solidFill>
                <a:srgbClr val="000000"/>
              </a:solidFill>
              <a:latin typeface="Arial" pitchFamily="34" charset="0"/>
            </a:endParaRPr>
          </a:p>
        </p:txBody>
      </p:sp>
      <p:sp>
        <p:nvSpPr>
          <p:cNvPr id="28734" name="Rectangle 62"/>
          <p:cNvSpPr>
            <a:spLocks noChangeArrowheads="1"/>
          </p:cNvSpPr>
          <p:nvPr/>
        </p:nvSpPr>
        <p:spPr bwMode="auto">
          <a:xfrm>
            <a:off x="12269279"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28737" name="Rectangle 65"/>
          <p:cNvSpPr>
            <a:spLocks noChangeArrowheads="1"/>
          </p:cNvSpPr>
          <p:nvPr/>
        </p:nvSpPr>
        <p:spPr bwMode="auto">
          <a:xfrm>
            <a:off x="12269279"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6155" name="Rectangle 68"/>
          <p:cNvSpPr>
            <a:spLocks noGrp="1" noChangeArrowheads="1"/>
          </p:cNvSpPr>
          <p:nvPr>
            <p:ph type="body" idx="1"/>
          </p:nvPr>
        </p:nvSpPr>
        <p:spPr bwMode="auto">
          <a:xfrm>
            <a:off x="624984" y="1641475"/>
            <a:ext cx="10873207" cy="4194175"/>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752" name="Rectangle 80"/>
          <p:cNvSpPr>
            <a:spLocks noChangeArrowheads="1"/>
          </p:cNvSpPr>
          <p:nvPr/>
        </p:nvSpPr>
        <p:spPr bwMode="auto">
          <a:xfrm>
            <a:off x="12362437" y="5020577"/>
            <a:ext cx="1225868" cy="307760"/>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sz="1400">
              <a:solidFill>
                <a:srgbClr val="FFFFFF"/>
              </a:solidFill>
              <a:latin typeface="FrutigerNext LT Regular"/>
              <a:ea typeface="MS PGothic" pitchFamily="34" charset="-128"/>
            </a:endParaRPr>
          </a:p>
        </p:txBody>
      </p:sp>
      <p:grpSp>
        <p:nvGrpSpPr>
          <p:cNvPr id="2" name="Group 81"/>
          <p:cNvGrpSpPr>
            <a:grpSpLocks/>
          </p:cNvGrpSpPr>
          <p:nvPr/>
        </p:nvGrpSpPr>
        <p:grpSpPr bwMode="auto">
          <a:xfrm>
            <a:off x="12476769" y="3789363"/>
            <a:ext cx="986624" cy="182562"/>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3" name="Group 86"/>
          <p:cNvGrpSpPr>
            <a:grpSpLocks/>
          </p:cNvGrpSpPr>
          <p:nvPr/>
        </p:nvGrpSpPr>
        <p:grpSpPr bwMode="auto">
          <a:xfrm>
            <a:off x="12476769" y="4005263"/>
            <a:ext cx="986624" cy="182562"/>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4" name="Group 91"/>
          <p:cNvGrpSpPr>
            <a:grpSpLocks/>
          </p:cNvGrpSpPr>
          <p:nvPr/>
        </p:nvGrpSpPr>
        <p:grpSpPr bwMode="auto">
          <a:xfrm>
            <a:off x="12476769" y="4221163"/>
            <a:ext cx="986624" cy="182562"/>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5" name="Group 96"/>
          <p:cNvGrpSpPr>
            <a:grpSpLocks/>
          </p:cNvGrpSpPr>
          <p:nvPr/>
        </p:nvGrpSpPr>
        <p:grpSpPr bwMode="auto">
          <a:xfrm>
            <a:off x="12476769" y="3573463"/>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6" name="Group 101"/>
          <p:cNvGrpSpPr>
            <a:grpSpLocks/>
          </p:cNvGrpSpPr>
          <p:nvPr/>
        </p:nvGrpSpPr>
        <p:grpSpPr bwMode="auto">
          <a:xfrm>
            <a:off x="12476769" y="4581612"/>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7" name="Group 106"/>
          <p:cNvGrpSpPr>
            <a:grpSpLocks/>
          </p:cNvGrpSpPr>
          <p:nvPr/>
        </p:nvGrpSpPr>
        <p:grpSpPr bwMode="auto">
          <a:xfrm>
            <a:off x="12476769" y="4797512"/>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8" name="Group 111"/>
          <p:cNvGrpSpPr>
            <a:grpSpLocks/>
          </p:cNvGrpSpPr>
          <p:nvPr/>
        </p:nvGrpSpPr>
        <p:grpSpPr bwMode="auto">
          <a:xfrm>
            <a:off x="12476769" y="5013412"/>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9" name="Group 116"/>
          <p:cNvGrpSpPr>
            <a:grpSpLocks/>
          </p:cNvGrpSpPr>
          <p:nvPr/>
        </p:nvGrpSpPr>
        <p:grpSpPr bwMode="auto">
          <a:xfrm>
            <a:off x="12476769" y="5373688"/>
            <a:ext cx="986624" cy="182562"/>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0" name="Group 121"/>
          <p:cNvGrpSpPr>
            <a:grpSpLocks/>
          </p:cNvGrpSpPr>
          <p:nvPr/>
        </p:nvGrpSpPr>
        <p:grpSpPr bwMode="auto">
          <a:xfrm>
            <a:off x="12476769" y="5589588"/>
            <a:ext cx="986624" cy="182562"/>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1" name="Group 126"/>
          <p:cNvGrpSpPr>
            <a:grpSpLocks/>
          </p:cNvGrpSpPr>
          <p:nvPr/>
        </p:nvGrpSpPr>
        <p:grpSpPr bwMode="auto">
          <a:xfrm>
            <a:off x="12476769" y="5805488"/>
            <a:ext cx="986624" cy="182562"/>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2" name="Group 131"/>
          <p:cNvGrpSpPr>
            <a:grpSpLocks/>
          </p:cNvGrpSpPr>
          <p:nvPr/>
        </p:nvGrpSpPr>
        <p:grpSpPr bwMode="auto">
          <a:xfrm>
            <a:off x="12476769" y="6165937"/>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3" name="Group 136"/>
          <p:cNvGrpSpPr>
            <a:grpSpLocks/>
          </p:cNvGrpSpPr>
          <p:nvPr/>
        </p:nvGrpSpPr>
        <p:grpSpPr bwMode="auto">
          <a:xfrm>
            <a:off x="12476769" y="6391362"/>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grpSp>
        <p:nvGrpSpPr>
          <p:cNvPr id="14" name="Group 141"/>
          <p:cNvGrpSpPr>
            <a:grpSpLocks/>
          </p:cNvGrpSpPr>
          <p:nvPr/>
        </p:nvGrpSpPr>
        <p:grpSpPr bwMode="auto">
          <a:xfrm>
            <a:off x="12476769" y="6615113"/>
            <a:ext cx="986624" cy="182562"/>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sz="1400">
                <a:solidFill>
                  <a:srgbClr val="FFFFFF"/>
                </a:solidFill>
                <a:latin typeface="FrutigerNext LT Regular"/>
                <a:ea typeface="MS PGothic" pitchFamily="34" charset="-128"/>
              </a:endParaRPr>
            </a:p>
          </p:txBody>
        </p:sp>
      </p:grpSp>
    </p:spTree>
  </p:cSld>
  <p:clrMap bg1="lt1" tx1="dk1" bg2="lt2" tx2="dk2" accent1="accent1" accent2="accent2" accent3="accent3" accent4="accent4" accent5="accent5" accent6="accent6" hlink="hlink" folHlink="folHlink"/>
  <p:sldLayoutIdLst>
    <p:sldLayoutId id="2147484211" r:id="rId1"/>
    <p:sldLayoutId id="2147484212" r:id="rId2"/>
    <p:sldLayoutId id="2147484213" r:id="rId3"/>
    <p:sldLayoutId id="2147484214" r:id="rId4"/>
    <p:sldLayoutId id="2147484215" r:id="rId5"/>
    <p:sldLayoutId id="2147484216" r:id="rId6"/>
  </p:sldLayoutIdLst>
  <p:hf hdr="0" ftr="0" dt="0"/>
  <p:txStyles>
    <p:titleStyle>
      <a:lvl1pPr algn="l" defTabSz="801688" rtl="0" eaLnBrk="0" fontAlgn="base" hangingPunct="0">
        <a:spcBef>
          <a:spcPct val="0"/>
        </a:spcBef>
        <a:spcAft>
          <a:spcPct val="0"/>
        </a:spcAft>
        <a:defRPr sz="3200" b="1">
          <a:solidFill>
            <a:srgbClr val="990000"/>
          </a:solidFill>
          <a:latin typeface="+mj-lt"/>
          <a:ea typeface="+mj-ea"/>
          <a:cs typeface="+mj-cs"/>
        </a:defRPr>
      </a:lvl1pPr>
      <a:lvl2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4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4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4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4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400">
          <a:solidFill>
            <a:srgbClr val="990000"/>
          </a:solidFill>
          <a:latin typeface="FrutigerNext LT Medium" pitchFamily="34" charset="0"/>
          <a:ea typeface="黑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微软雅黑" pitchFamily="34" charset="-122"/>
          <a:ea typeface="微软雅黑" pitchFamily="34" charset="-122"/>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微软雅黑" pitchFamily="34" charset="-122"/>
          <a:ea typeface="微软雅黑" pitchFamily="34" charset="-122"/>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微软雅黑" pitchFamily="34" charset="-122"/>
          <a:ea typeface="微软雅黑" pitchFamily="34" charset="-122"/>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 y="6224658"/>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35" y="6451601"/>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4448" y="6386583"/>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4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796" y="1628779"/>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37"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ea typeface="华文细黑" pitchFamily="2" charset="-122"/>
              </a:rPr>
              <a:t> </a:t>
            </a:r>
          </a:p>
        </p:txBody>
      </p:sp>
      <p:grpSp>
        <p:nvGrpSpPr>
          <p:cNvPr id="2" name="Group 16"/>
          <p:cNvGrpSpPr>
            <a:grpSpLocks/>
          </p:cNvGrpSpPr>
          <p:nvPr/>
        </p:nvGrpSpPr>
        <p:grpSpPr bwMode="auto">
          <a:xfrm>
            <a:off x="12436546"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190"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50"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79" name="Rectangle 21"/>
          <p:cNvSpPr>
            <a:spLocks noChangeArrowheads="1"/>
          </p:cNvSpPr>
          <p:nvPr userDrawn="1"/>
        </p:nvSpPr>
        <p:spPr bwMode="auto">
          <a:xfrm>
            <a:off x="5048940" y="6465937"/>
            <a:ext cx="1285434"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dirty="0">
                <a:solidFill>
                  <a:srgbClr val="000000"/>
                </a:solidFill>
                <a:latin typeface="Arial Narrow"/>
              </a:rPr>
              <a:t>Huawei Confidential</a:t>
            </a:r>
          </a:p>
        </p:txBody>
      </p:sp>
      <p:sp>
        <p:nvSpPr>
          <p:cNvPr id="81" name="Rectangle 5"/>
          <p:cNvSpPr>
            <a:spLocks noChangeArrowheads="1"/>
          </p:cNvSpPr>
          <p:nvPr userDrawn="1"/>
        </p:nvSpPr>
        <p:spPr bwMode="auto">
          <a:xfrm>
            <a:off x="8463376" y="6489701"/>
            <a:ext cx="240515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6224603"/>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798" y="6451601"/>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14445" y="6386528"/>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4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796" y="1628779"/>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70"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rPr>
              <a:t> </a:t>
            </a:r>
          </a:p>
        </p:txBody>
      </p:sp>
      <p:grpSp>
        <p:nvGrpSpPr>
          <p:cNvPr id="2" name="Group 16"/>
          <p:cNvGrpSpPr>
            <a:grpSpLocks/>
          </p:cNvGrpSpPr>
          <p:nvPr/>
        </p:nvGrpSpPr>
        <p:grpSpPr bwMode="auto">
          <a:xfrm>
            <a:off x="12436543"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151"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50"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6149" name="Rectangle 5"/>
          <p:cNvSpPr>
            <a:spLocks noChangeArrowheads="1"/>
          </p:cNvSpPr>
          <p:nvPr/>
        </p:nvSpPr>
        <p:spPr bwMode="auto">
          <a:xfrm>
            <a:off x="8483696" y="6489701"/>
            <a:ext cx="2799821"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Page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
        <p:nvSpPr>
          <p:cNvPr id="80" name="Rectangle 21"/>
          <p:cNvSpPr>
            <a:spLocks noChangeArrowheads="1"/>
          </p:cNvSpPr>
          <p:nvPr/>
        </p:nvSpPr>
        <p:spPr bwMode="auto">
          <a:xfrm>
            <a:off x="5048939" y="6465937"/>
            <a:ext cx="2085332" cy="153888"/>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zh-CN" altLang="en-US" sz="1000" dirty="0">
                <a:solidFill>
                  <a:srgbClr val="000000"/>
                </a:solidFill>
                <a:latin typeface="华文细黑"/>
              </a:rPr>
              <a:t>华为保密信息，未经授权禁止扩散</a:t>
            </a:r>
            <a:endParaRPr lang="en-US" altLang="zh-CN" sz="1000" dirty="0">
              <a:solidFill>
                <a:srgbClr val="000000"/>
              </a:solidFill>
              <a:latin typeface="华文细黑"/>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2400" b="1">
          <a:solidFill>
            <a:srgbClr val="990000"/>
          </a:solidFill>
          <a:latin typeface="微软雅黑" pitchFamily="34" charset="-122"/>
          <a:ea typeface="微软雅黑" pitchFamily="34"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微软雅黑" pitchFamily="34" charset="-122"/>
          <a:ea typeface="微软雅黑" pitchFamily="34"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微软雅黑" pitchFamily="34" charset="-122"/>
          <a:ea typeface="微软雅黑" pitchFamily="34" charset="-122"/>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微软雅黑" pitchFamily="34" charset="-122"/>
          <a:ea typeface="微软雅黑" pitchFamily="34" charset="-122"/>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 y="6224621"/>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13" y="6451601"/>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14445" y="638654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5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a:t>单击此处编辑母版标题样式</a:t>
            </a:r>
          </a:p>
        </p:txBody>
      </p:sp>
      <p:sp>
        <p:nvSpPr>
          <p:cNvPr id="10248" name="Rectangle 68"/>
          <p:cNvSpPr>
            <a:spLocks noGrp="1" noChangeArrowheads="1"/>
          </p:cNvSpPr>
          <p:nvPr>
            <p:ph type="body" idx="1"/>
          </p:nvPr>
        </p:nvSpPr>
        <p:spPr bwMode="auto">
          <a:xfrm>
            <a:off x="1007796" y="1628781"/>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49" name="Rectangle 15"/>
          <p:cNvSpPr>
            <a:spLocks noChangeArrowheads="1"/>
          </p:cNvSpPr>
          <p:nvPr/>
        </p:nvSpPr>
        <p:spPr bwMode="auto">
          <a:xfrm>
            <a:off x="-2604161"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rPr>
              <a:t> </a:t>
            </a:r>
          </a:p>
        </p:txBody>
      </p:sp>
      <p:grpSp>
        <p:nvGrpSpPr>
          <p:cNvPr id="2" name="Group 16"/>
          <p:cNvGrpSpPr>
            <a:grpSpLocks/>
          </p:cNvGrpSpPr>
          <p:nvPr/>
        </p:nvGrpSpPr>
        <p:grpSpPr bwMode="auto">
          <a:xfrm>
            <a:off x="12436543"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163"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50"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6149" name="Rectangle 5"/>
          <p:cNvSpPr>
            <a:spLocks noChangeArrowheads="1"/>
          </p:cNvSpPr>
          <p:nvPr/>
        </p:nvSpPr>
        <p:spPr bwMode="auto">
          <a:xfrm>
            <a:off x="8483693" y="6489733"/>
            <a:ext cx="2796844"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a:solidFill>
                  <a:srgbClr val="000000"/>
                </a:solidFill>
                <a:latin typeface="FrutigerNext LT Bold" pitchFamily="34" charset="0"/>
                <a:ea typeface="MS PGothic" pitchFamily="34" charset="-128"/>
              </a:rPr>
              <a:t>Page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a:solidFill>
                <a:srgbClr val="000000"/>
              </a:solidFill>
              <a:latin typeface="FrutigerNext LT Bold" pitchFamily="34" charset="0"/>
              <a:ea typeface="MS PGothic" pitchFamily="34" charset="-128"/>
            </a:endParaRPr>
          </a:p>
        </p:txBody>
      </p:sp>
      <p:sp>
        <p:nvSpPr>
          <p:cNvPr id="80" name="Rectangle 21"/>
          <p:cNvSpPr>
            <a:spLocks noChangeArrowheads="1"/>
          </p:cNvSpPr>
          <p:nvPr/>
        </p:nvSpPr>
        <p:spPr bwMode="auto">
          <a:xfrm>
            <a:off x="5048939" y="6465937"/>
            <a:ext cx="2085332" cy="153888"/>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zh-CN" altLang="en-US" sz="1000" dirty="0">
                <a:solidFill>
                  <a:srgbClr val="000000"/>
                </a:solidFill>
                <a:latin typeface="华文细黑"/>
              </a:rPr>
              <a:t>华为保密信息，未经授权禁止扩散</a:t>
            </a:r>
            <a:endParaRPr lang="en-US" altLang="zh-CN" sz="1000" dirty="0">
              <a:solidFill>
                <a:srgbClr val="000000"/>
              </a:solidFill>
              <a:latin typeface="华文细黑"/>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黑体" pitchFamily="49" charset="-122"/>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5" cstate="print"/>
          <a:srcRect/>
          <a:stretch>
            <a:fillRect/>
          </a:stretch>
        </p:blipFill>
        <p:spPr bwMode="auto">
          <a:xfrm>
            <a:off x="1" y="6225276"/>
            <a:ext cx="12204247" cy="635453"/>
          </a:xfrm>
          <a:prstGeom prst="rect">
            <a:avLst/>
          </a:prstGeom>
          <a:noFill/>
          <a:ln w="9525">
            <a:noFill/>
            <a:miter lim="800000"/>
            <a:headEnd/>
            <a:tailEnd/>
          </a:ln>
        </p:spPr>
      </p:pic>
      <p:sp>
        <p:nvSpPr>
          <p:cNvPr id="154" name="Text Box 8"/>
          <p:cNvSpPr txBox="1">
            <a:spLocks noChangeArrowheads="1"/>
          </p:cNvSpPr>
          <p:nvPr/>
        </p:nvSpPr>
        <p:spPr bwMode="auto">
          <a:xfrm>
            <a:off x="1006894" y="6451147"/>
            <a:ext cx="3583790" cy="215444"/>
          </a:xfrm>
          <a:prstGeom prst="rect">
            <a:avLst/>
          </a:prstGeom>
          <a:noFill/>
          <a:ln>
            <a:noFill/>
          </a:ln>
          <a:extLst/>
        </p:spPr>
        <p:txBody>
          <a:bodyPr wrap="none" lIns="0" tIns="0" rIns="93461"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6" cstate="print"/>
          <a:srcRect/>
          <a:stretch>
            <a:fillRect/>
          </a:stretch>
        </p:blipFill>
        <p:spPr bwMode="auto">
          <a:xfrm>
            <a:off x="10014488" y="6387193"/>
            <a:ext cx="1748906" cy="311604"/>
          </a:xfrm>
          <a:prstGeom prst="rect">
            <a:avLst/>
          </a:prstGeom>
          <a:noFill/>
          <a:ln w="9525">
            <a:noFill/>
            <a:miter lim="800000"/>
            <a:headEnd/>
            <a:tailEnd/>
          </a:ln>
        </p:spPr>
      </p:pic>
      <p:sp>
        <p:nvSpPr>
          <p:cNvPr id="10245" name="Rectangle 13"/>
          <p:cNvSpPr>
            <a:spLocks noGrp="1" noChangeArrowheads="1"/>
          </p:cNvSpPr>
          <p:nvPr>
            <p:ph type="title"/>
          </p:nvPr>
        </p:nvSpPr>
        <p:spPr bwMode="auto">
          <a:xfrm>
            <a:off x="1006893" y="325212"/>
            <a:ext cx="10181393" cy="872217"/>
          </a:xfrm>
          <a:prstGeom prst="rect">
            <a:avLst/>
          </a:prstGeom>
          <a:noFill/>
          <a:ln w="9525">
            <a:noFill/>
            <a:miter lim="800000"/>
            <a:headEnd/>
            <a:tailEnd/>
          </a:ln>
        </p:spPr>
        <p:txBody>
          <a:bodyPr vert="horz" wrap="square" lIns="0" tIns="46740" rIns="93479" bIns="46740" numCol="1" anchor="ctr" anchorCtr="0" compatLnSpc="1">
            <a:prstTxWarp prst="textNoShape">
              <a:avLst/>
            </a:prstTxWarp>
          </a:bodyPr>
          <a:lstStyle/>
          <a:p>
            <a:pPr lvl="0"/>
            <a:r>
              <a:rPr lang="zh-CN" altLang="en-US"/>
              <a:t>单击此处编辑母版标题样式</a:t>
            </a:r>
          </a:p>
        </p:txBody>
      </p:sp>
      <p:sp>
        <p:nvSpPr>
          <p:cNvPr id="10246" name="Rectangle 68"/>
          <p:cNvSpPr>
            <a:spLocks noGrp="1" noChangeArrowheads="1"/>
          </p:cNvSpPr>
          <p:nvPr>
            <p:ph type="body" idx="1"/>
          </p:nvPr>
        </p:nvSpPr>
        <p:spPr bwMode="auto">
          <a:xfrm>
            <a:off x="1006893" y="1628780"/>
            <a:ext cx="10181393" cy="4193721"/>
          </a:xfrm>
          <a:prstGeom prst="rect">
            <a:avLst/>
          </a:prstGeom>
          <a:noFill/>
          <a:ln w="9525">
            <a:noFill/>
            <a:miter lim="800000"/>
            <a:headEnd/>
            <a:tailEnd/>
          </a:ln>
        </p:spPr>
        <p:txBody>
          <a:bodyPr vert="horz" wrap="square" lIns="93495" tIns="46747" rIns="93495" bIns="46747"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49" name="Rectangle 15"/>
          <p:cNvSpPr>
            <a:spLocks noChangeArrowheads="1"/>
          </p:cNvSpPr>
          <p:nvPr/>
        </p:nvSpPr>
        <p:spPr bwMode="auto">
          <a:xfrm>
            <a:off x="-2603404" y="692604"/>
            <a:ext cx="2460080" cy="6526152"/>
          </a:xfrm>
          <a:prstGeom prst="rect">
            <a:avLst/>
          </a:prstGeom>
          <a:noFill/>
          <a:ln>
            <a:noFill/>
          </a:ln>
          <a:effectLst/>
          <a:extLst/>
        </p:spPr>
        <p:txBody>
          <a:bodyPr lIns="93474" tIns="46739" rIns="93474" bIns="46739">
            <a:spAutoFit/>
          </a:bodyPr>
          <a:lstStyle/>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英文标题</a:t>
            </a:r>
            <a:r>
              <a:rPr lang="en-US" altLang="zh-CN" sz="1300">
                <a:solidFill>
                  <a:srgbClr val="FFFFFF"/>
                </a:solidFill>
                <a:latin typeface="Calibri" pitchFamily="34" charset="0"/>
                <a:ea typeface="宋体" pitchFamily="2" charset="-122"/>
              </a:rPr>
              <a:t>:32-35pt  </a:t>
            </a: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 R153 G0 B0</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内部使用字体 </a:t>
            </a:r>
            <a:r>
              <a:rPr lang="en-US" altLang="zh-CN" sz="1300">
                <a:solidFill>
                  <a:srgbClr val="FFFFFF"/>
                </a:solidFill>
                <a:latin typeface="Calibri" pitchFamily="34" charset="0"/>
                <a:ea typeface="宋体" pitchFamily="2" charset="-122"/>
              </a:rPr>
              <a:t>:</a:t>
            </a:r>
          </a:p>
          <a:p>
            <a:pPr marL="398463" indent="-398463" algn="r" defTabSz="1065213" eaLnBrk="0" hangingPunct="0">
              <a:lnSpc>
                <a:spcPct val="125000"/>
              </a:lnSpc>
              <a:spcBef>
                <a:spcPct val="20000"/>
              </a:spcBef>
              <a:buFont typeface="Arial" pitchFamily="34" charset="0"/>
              <a:buNone/>
              <a:defRPr/>
            </a:pPr>
            <a:r>
              <a:rPr lang="en-US" altLang="zh-CN" sz="1300">
                <a:solidFill>
                  <a:srgbClr val="FFFFFF"/>
                </a:solidFill>
                <a:latin typeface="Calibri" pitchFamily="34" charset="0"/>
                <a:ea typeface="宋体" pitchFamily="2" charset="-122"/>
              </a:rPr>
              <a:t>FrutigerNext LT Medium</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外部使用字体 </a:t>
            </a:r>
            <a:r>
              <a:rPr lang="en-US" altLang="zh-CN" sz="1300">
                <a:solidFill>
                  <a:srgbClr val="FFFFFF"/>
                </a:solidFill>
                <a:latin typeface="Calibri" pitchFamily="34" charset="0"/>
                <a:ea typeface="宋体" pitchFamily="2" charset="-122"/>
              </a:rPr>
              <a:t>: Arial</a:t>
            </a:r>
          </a:p>
          <a:p>
            <a:pPr marL="398463" indent="-398463" algn="r" defTabSz="1065213" eaLnBrk="0" hangingPunct="0">
              <a:lnSpc>
                <a:spcPct val="75000"/>
              </a:lnSpc>
              <a:spcBef>
                <a:spcPct val="20000"/>
              </a:spcBef>
              <a:buFont typeface="Arial" pitchFamily="34" charset="0"/>
              <a:buNone/>
              <a:defRPr/>
            </a:pPr>
            <a:endParaRPr lang="en-US" altLang="zh-CN"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中文标题</a:t>
            </a:r>
            <a:r>
              <a:rPr lang="en-US" altLang="zh-CN" sz="1300">
                <a:solidFill>
                  <a:srgbClr val="FFFFFF"/>
                </a:solidFill>
                <a:latin typeface="Calibri" pitchFamily="34" charset="0"/>
                <a:ea typeface="宋体" pitchFamily="2" charset="-122"/>
              </a:rPr>
              <a:t>:30-32pt  </a:t>
            </a: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 R153 G0 B0</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字体</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黑体</a:t>
            </a:r>
          </a:p>
          <a:p>
            <a:pPr marL="398463" indent="-398463" algn="r" defTabSz="1065213" eaLnBrk="0" hangingPunct="0">
              <a:lnSpc>
                <a:spcPct val="125000"/>
              </a:lnSpc>
              <a:spcBef>
                <a:spcPct val="20000"/>
              </a:spcBef>
              <a:buFont typeface="Arial" pitchFamily="34" charset="0"/>
              <a:buNone/>
              <a:defRPr/>
            </a:pP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英文正文</a:t>
            </a:r>
            <a:r>
              <a:rPr lang="en-US" altLang="zh-CN" sz="1300">
                <a:solidFill>
                  <a:srgbClr val="FFFFFF"/>
                </a:solidFill>
                <a:latin typeface="Calibri" pitchFamily="34" charset="0"/>
                <a:ea typeface="宋体" pitchFamily="2" charset="-122"/>
              </a:rPr>
              <a:t>:20-22pt</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子目录 </a:t>
            </a:r>
            <a:r>
              <a:rPr lang="en-US" altLang="zh-CN" sz="1300">
                <a:solidFill>
                  <a:srgbClr val="FFFFFF"/>
                </a:solidFill>
                <a:latin typeface="Calibri" pitchFamily="34" charset="0"/>
                <a:ea typeface="宋体" pitchFamily="2" charset="-122"/>
              </a:rPr>
              <a:t>(2-5</a:t>
            </a:r>
            <a:r>
              <a:rPr lang="zh-CN" altLang="en-US" sz="1300">
                <a:solidFill>
                  <a:srgbClr val="FFFFFF"/>
                </a:solidFill>
                <a:latin typeface="Calibri" pitchFamily="34" charset="0"/>
                <a:ea typeface="宋体" pitchFamily="2" charset="-122"/>
              </a:rPr>
              <a:t>级</a:t>
            </a:r>
            <a:r>
              <a:rPr lang="en-US" altLang="zh-CN" sz="1300">
                <a:solidFill>
                  <a:srgbClr val="FFFFFF"/>
                </a:solidFill>
                <a:latin typeface="Calibri" pitchFamily="34" charset="0"/>
                <a:ea typeface="宋体" pitchFamily="2" charset="-122"/>
              </a:rPr>
              <a:t>) :18pt  </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黑色</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内部使用字体 </a:t>
            </a:r>
            <a:r>
              <a:rPr lang="en-US" altLang="zh-CN" sz="1300">
                <a:solidFill>
                  <a:srgbClr val="FFFFFF"/>
                </a:solidFill>
                <a:latin typeface="Calibri" pitchFamily="34" charset="0"/>
                <a:ea typeface="宋体" pitchFamily="2" charset="-122"/>
              </a:rPr>
              <a:t>:</a:t>
            </a:r>
          </a:p>
          <a:p>
            <a:pPr marL="398463" indent="-398463" algn="r" defTabSz="1065213" eaLnBrk="0" hangingPunct="0">
              <a:lnSpc>
                <a:spcPct val="125000"/>
              </a:lnSpc>
              <a:spcBef>
                <a:spcPct val="20000"/>
              </a:spcBef>
              <a:buFont typeface="Arial" pitchFamily="34" charset="0"/>
              <a:buNone/>
              <a:defRPr/>
            </a:pPr>
            <a:r>
              <a:rPr lang="en-US" altLang="zh-CN" sz="1300">
                <a:solidFill>
                  <a:srgbClr val="FFFFFF"/>
                </a:solidFill>
                <a:latin typeface="Calibri" pitchFamily="34" charset="0"/>
                <a:ea typeface="宋体" pitchFamily="2" charset="-122"/>
              </a:rPr>
              <a:t>FrutigerNext LT Regular</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外部使用字体 </a:t>
            </a:r>
            <a:r>
              <a:rPr lang="en-US" altLang="zh-CN" sz="1300">
                <a:solidFill>
                  <a:srgbClr val="FFFFFF"/>
                </a:solidFill>
                <a:latin typeface="Calibri" pitchFamily="34" charset="0"/>
                <a:ea typeface="宋体" pitchFamily="2" charset="-122"/>
              </a:rPr>
              <a:t>: Arial</a:t>
            </a:r>
          </a:p>
          <a:p>
            <a:pPr marL="398463" indent="-398463" algn="r" defTabSz="1065213" eaLnBrk="0" hangingPunct="0">
              <a:lnSpc>
                <a:spcPct val="75000"/>
              </a:lnSpc>
              <a:spcBef>
                <a:spcPct val="20000"/>
              </a:spcBef>
              <a:buFont typeface="Arial" pitchFamily="34" charset="0"/>
              <a:buNone/>
              <a:defRPr/>
            </a:pPr>
            <a:endParaRPr lang="en-US" altLang="zh-CN"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中文正文</a:t>
            </a:r>
            <a:r>
              <a:rPr lang="en-US" altLang="zh-CN" sz="1300">
                <a:solidFill>
                  <a:srgbClr val="FFFFFF"/>
                </a:solidFill>
                <a:latin typeface="Calibri" pitchFamily="34" charset="0"/>
                <a:ea typeface="宋体" pitchFamily="2" charset="-122"/>
              </a:rPr>
              <a:t>:18-20pt</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子目录</a:t>
            </a:r>
            <a:r>
              <a:rPr lang="en-US" altLang="zh-CN" sz="1300">
                <a:solidFill>
                  <a:srgbClr val="FFFFFF"/>
                </a:solidFill>
                <a:latin typeface="Calibri" pitchFamily="34" charset="0"/>
                <a:ea typeface="宋体" pitchFamily="2" charset="-122"/>
              </a:rPr>
              <a:t>(2-5</a:t>
            </a:r>
            <a:r>
              <a:rPr lang="zh-CN" altLang="en-US" sz="1300">
                <a:solidFill>
                  <a:srgbClr val="FFFFFF"/>
                </a:solidFill>
                <a:latin typeface="Calibri" pitchFamily="34" charset="0"/>
                <a:ea typeface="宋体" pitchFamily="2" charset="-122"/>
              </a:rPr>
              <a:t>级</a:t>
            </a:r>
            <a:r>
              <a:rPr lang="en-US" altLang="zh-CN" sz="1300">
                <a:solidFill>
                  <a:srgbClr val="FFFFFF"/>
                </a:solidFill>
                <a:latin typeface="Calibri" pitchFamily="34" charset="0"/>
                <a:ea typeface="宋体" pitchFamily="2" charset="-122"/>
              </a:rPr>
              <a:t>):18pt </a:t>
            </a:r>
            <a:endParaRPr lang="zh-CN" altLang="en-US" sz="1300">
              <a:solidFill>
                <a:srgbClr val="FFFFFF"/>
              </a:solidFill>
              <a:latin typeface="Calibri" pitchFamily="34" charset="0"/>
              <a:ea typeface="宋体" pitchFamily="2" charset="-122"/>
            </a:endParaRP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颜色</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黑色</a:t>
            </a:r>
          </a:p>
          <a:p>
            <a:pPr marL="398463" indent="-398463" algn="r" defTabSz="1065213" eaLnBrk="0" hangingPunct="0">
              <a:lnSpc>
                <a:spcPct val="125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字体</a:t>
            </a:r>
            <a:r>
              <a:rPr lang="en-US" altLang="zh-CN" sz="1300">
                <a:solidFill>
                  <a:srgbClr val="FFFFFF"/>
                </a:solidFill>
                <a:latin typeface="Calibri" pitchFamily="34" charset="0"/>
                <a:ea typeface="宋体" pitchFamily="2" charset="-122"/>
              </a:rPr>
              <a:t>:</a:t>
            </a:r>
            <a:r>
              <a:rPr lang="zh-CN" altLang="en-US" sz="1300">
                <a:solidFill>
                  <a:srgbClr val="FFFFFF"/>
                </a:solidFill>
                <a:latin typeface="Calibri" pitchFamily="34" charset="0"/>
                <a:ea typeface="宋体" pitchFamily="2" charset="-122"/>
              </a:rPr>
              <a:t>细黑体</a:t>
            </a:r>
            <a:r>
              <a:rPr lang="zh-CN" altLang="en-US" sz="1300" b="1">
                <a:solidFill>
                  <a:srgbClr val="FFFFFF"/>
                </a:solidFill>
                <a:latin typeface="Arial" pitchFamily="34" charset="0"/>
                <a:ea typeface="宋体" pitchFamily="2" charset="-122"/>
              </a:rPr>
              <a:t> </a:t>
            </a:r>
          </a:p>
        </p:txBody>
      </p:sp>
      <p:grpSp>
        <p:nvGrpSpPr>
          <p:cNvPr id="2" name="Group 16"/>
          <p:cNvGrpSpPr>
            <a:grpSpLocks/>
          </p:cNvGrpSpPr>
          <p:nvPr/>
        </p:nvGrpSpPr>
        <p:grpSpPr bwMode="auto">
          <a:xfrm>
            <a:off x="12436466" y="3512004"/>
            <a:ext cx="1226413" cy="3223532"/>
            <a:chOff x="5839" y="2251"/>
            <a:chExt cx="579" cy="2031"/>
          </a:xfrm>
        </p:grpSpPr>
        <p:sp>
          <p:nvSpPr>
            <p:cNvPr id="10253" name="Rectangle 17"/>
            <p:cNvSpPr>
              <a:spLocks noChangeArrowheads="1"/>
            </p:cNvSpPr>
            <p:nvPr userDrawn="1"/>
          </p:nvSpPr>
          <p:spPr bwMode="auto">
            <a:xfrm>
              <a:off x="5839" y="3129"/>
              <a:ext cx="579" cy="262"/>
            </a:xfrm>
            <a:prstGeom prst="rect">
              <a:avLst/>
            </a:prstGeom>
            <a:solidFill>
              <a:schemeClr val="bg1"/>
            </a:solidFill>
            <a:ln>
              <a:noFill/>
            </a:ln>
            <a:effectLst/>
            <a:extLst/>
          </p:spPr>
          <p:txBody>
            <a:bodyPr lIns="91425" tIns="45712" rIns="91425" bIns="45712" anchor="ctr">
              <a:spAutoFit/>
            </a:bodyPr>
            <a:lstStyle/>
            <a:p>
              <a:pPr defTabSz="1066741">
                <a:defRPr/>
              </a:pPr>
              <a:endParaRPr lang="zh-CN" altLang="en-US" sz="2100">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7"/>
              </a:xfrm>
              <a:prstGeom prst="rect">
                <a:avLst/>
              </a:prstGeom>
              <a:solidFill>
                <a:srgbClr val="006699"/>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7"/>
              </a:xfrm>
              <a:prstGeom prst="rect">
                <a:avLst/>
              </a:prstGeom>
              <a:solidFill>
                <a:srgbClr val="99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7"/>
              </a:xfrm>
              <a:prstGeom prst="rect">
                <a:avLst/>
              </a:prstGeom>
              <a:solidFill>
                <a:srgbClr val="CCCCFF"/>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7"/>
              </a:xfrm>
              <a:prstGeom prst="rect">
                <a:avLst/>
              </a:prstGeom>
              <a:solidFill>
                <a:schemeClr val="bg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p:spPr>
            <p:txBody>
              <a:bodyPr wrap="none" anchor="ctr"/>
              <a:lstStyle/>
              <a:p>
                <a:pPr defTabSz="1066741">
                  <a:defRPr/>
                </a:pPr>
                <a:endParaRPr lang="zh-CN" altLang="en-US" sz="2100">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8503" y="1341665"/>
            <a:ext cx="1591069" cy="1814862"/>
          </a:xfrm>
          <a:prstGeom prst="rect">
            <a:avLst/>
          </a:prstGeom>
          <a:noFill/>
          <a:ln>
            <a:noFill/>
          </a:ln>
          <a:effectLst/>
          <a:extLst/>
        </p:spPr>
        <p:txBody>
          <a:bodyPr lIns="93474" tIns="46739" rIns="93474" bIns="46739">
            <a:spAutoFit/>
          </a:bodyPr>
          <a:lstStyle/>
          <a:p>
            <a:pPr defTabSz="1066741" eaLnBrk="0" hangingPunct="0">
              <a:lnSpc>
                <a:spcPct val="120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配色参考方案：</a:t>
            </a:r>
          </a:p>
          <a:p>
            <a:pPr defTabSz="1066741" eaLnBrk="0" hangingPunct="0">
              <a:lnSpc>
                <a:spcPct val="120000"/>
              </a:lnSpc>
              <a:spcBef>
                <a:spcPct val="20000"/>
              </a:spcBef>
              <a:buFont typeface="Arial" pitchFamily="34" charset="0"/>
              <a:buNone/>
              <a:defRPr/>
            </a:pPr>
            <a:r>
              <a:rPr lang="zh-CN" altLang="en-US" sz="1300">
                <a:solidFill>
                  <a:srgbClr val="FFFFFF"/>
                </a:solidFill>
                <a:latin typeface="Calibri" pitchFamily="34" charset="0"/>
                <a:ea typeface="宋体" pitchFamily="2" charset="-122"/>
              </a:rPr>
              <a:t>建议同一页面内不超过四种颜色，以下是</a:t>
            </a:r>
            <a:r>
              <a:rPr lang="en-US" altLang="zh-CN" sz="1300">
                <a:solidFill>
                  <a:srgbClr val="FFFFFF"/>
                </a:solidFill>
                <a:latin typeface="Calibri" pitchFamily="34" charset="0"/>
                <a:ea typeface="宋体" pitchFamily="2" charset="-122"/>
              </a:rPr>
              <a:t>13</a:t>
            </a:r>
            <a:r>
              <a:rPr lang="zh-CN" altLang="en-US" sz="13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8502" y="8164"/>
            <a:ext cx="1494916" cy="814588"/>
          </a:xfrm>
          <a:prstGeom prst="rect">
            <a:avLst/>
          </a:prstGeom>
          <a:noFill/>
          <a:ln>
            <a:noFill/>
          </a:ln>
          <a:effectLst/>
          <a:extLst/>
        </p:spPr>
        <p:txBody>
          <a:bodyPr lIns="93474" tIns="46739" rIns="93474" bIns="46739">
            <a:spAutoFit/>
          </a:bodyPr>
          <a:lstStyle/>
          <a:p>
            <a:pPr defTabSz="1066741">
              <a:lnSpc>
                <a:spcPct val="120000"/>
              </a:lnSpc>
              <a:buClr>
                <a:srgbClr val="777777"/>
              </a:buClr>
              <a:buSzPct val="60000"/>
              <a:buFont typeface="Wingdings" pitchFamily="2" charset="2"/>
              <a:buNone/>
              <a:defRPr/>
            </a:pPr>
            <a:r>
              <a:rPr lang="zh-CN" altLang="en-US" sz="1300">
                <a:solidFill>
                  <a:srgbClr val="FFFFFF"/>
                </a:solidFill>
                <a:latin typeface="Calibri" pitchFamily="34" charset="0"/>
                <a:ea typeface="宋体" pitchFamily="2" charset="-122"/>
              </a:rPr>
              <a:t>客户或者合作伙伴的标志放在右上角</a:t>
            </a:r>
            <a:r>
              <a:rPr lang="en-US" altLang="zh-CN" sz="1300">
                <a:solidFill>
                  <a:srgbClr val="FFFFFF"/>
                </a:solidFill>
                <a:latin typeface="Calibri" pitchFamily="34" charset="0"/>
                <a:ea typeface="宋体" pitchFamily="2" charset="-122"/>
              </a:rPr>
              <a:t>.</a:t>
            </a:r>
            <a:endParaRPr lang="zh-CN" altLang="en-US" sz="1300">
              <a:solidFill>
                <a:srgbClr val="FFFFFF"/>
              </a:solidFill>
              <a:latin typeface="Calibri" pitchFamily="34" charset="0"/>
              <a:ea typeface="宋体" pitchFamily="2" charset="-122"/>
            </a:endParaRPr>
          </a:p>
        </p:txBody>
      </p:sp>
      <p:sp>
        <p:nvSpPr>
          <p:cNvPr id="79" name="Rectangle 21"/>
          <p:cNvSpPr>
            <a:spLocks noChangeArrowheads="1"/>
          </p:cNvSpPr>
          <p:nvPr userDrawn="1"/>
        </p:nvSpPr>
        <p:spPr bwMode="auto">
          <a:xfrm>
            <a:off x="5048974" y="6466114"/>
            <a:ext cx="1495123" cy="215444"/>
          </a:xfrm>
          <a:prstGeom prst="rect">
            <a:avLst/>
          </a:prstGeom>
          <a:noFill/>
          <a:ln w="9525" algn="ctr">
            <a:noFill/>
            <a:miter lim="800000"/>
            <a:headEnd/>
            <a:tailEnd/>
          </a:ln>
          <a:effectLst/>
        </p:spPr>
        <p:txBody>
          <a:bodyPr wrap="none" lIns="93425" tIns="0" rIns="93425" bIns="0">
            <a:spAutoFit/>
          </a:bodyPr>
          <a:lstStyle/>
          <a:p>
            <a:pPr defTabSz="935252" eaLnBrk="0" hangingPunct="0">
              <a:defRPr/>
            </a:pPr>
            <a:r>
              <a:rPr lang="en-US" altLang="zh-CN" sz="1400" dirty="0">
                <a:solidFill>
                  <a:srgbClr val="000000"/>
                </a:solidFill>
                <a:latin typeface="Arial Narrow"/>
              </a:rPr>
              <a:t>Huawei Confidential</a:t>
            </a:r>
          </a:p>
        </p:txBody>
      </p:sp>
      <p:sp>
        <p:nvSpPr>
          <p:cNvPr id="81" name="Rectangle 5"/>
          <p:cNvSpPr>
            <a:spLocks noChangeArrowheads="1"/>
          </p:cNvSpPr>
          <p:nvPr userDrawn="1"/>
        </p:nvSpPr>
        <p:spPr bwMode="auto">
          <a:xfrm>
            <a:off x="8463332" y="6489255"/>
            <a:ext cx="2405654" cy="368753"/>
          </a:xfrm>
          <a:prstGeom prst="rect">
            <a:avLst/>
          </a:prstGeom>
          <a:noFill/>
          <a:ln>
            <a:noFill/>
          </a:ln>
          <a:extLst/>
        </p:spPr>
        <p:txBody>
          <a:bodyPr lIns="0" tIns="0" rIns="0" bIns="0"/>
          <a:lstStyle/>
          <a:p>
            <a:pPr defTabSz="1065213" eaLnBrk="0" hangingPunct="0">
              <a:lnSpc>
                <a:spcPct val="85000"/>
              </a:lnSpc>
              <a:defRPr/>
            </a:pPr>
            <a:r>
              <a:rPr lang="de-DE" altLang="zh-CN" sz="1400">
                <a:solidFill>
                  <a:srgbClr val="000000"/>
                </a:solidFill>
                <a:latin typeface="FrutigerNext LT Bold" charset="0"/>
                <a:ea typeface="MS PGothic" pitchFamily="34" charset="-128"/>
              </a:rPr>
              <a:t> </a:t>
            </a:r>
            <a:fld id="{7ECF1E9A-D8E5-4D81-9E98-A1D346CD42AF}" type="slidenum">
              <a:rPr lang="de-DE" altLang="zh-CN" sz="1400">
                <a:solidFill>
                  <a:srgbClr val="000000"/>
                </a:solidFill>
                <a:latin typeface="FrutigerNext LT Bold" charset="0"/>
                <a:ea typeface="MS PGothic" pitchFamily="34" charset="-128"/>
              </a:rPr>
              <a:pPr defTabSz="1065213" eaLnBrk="0" hangingPunct="0">
                <a:lnSpc>
                  <a:spcPct val="85000"/>
                </a:lnSpc>
                <a:defRPr/>
              </a:pPr>
              <a:t>‹#›</a:t>
            </a:fld>
            <a:endParaRPr lang="en-GB" altLang="zh-CN" sz="1400">
              <a:solidFill>
                <a:srgbClr val="000000"/>
              </a:solidFill>
              <a:latin typeface="FrutigerNext LT Bold" charset="0"/>
              <a:ea typeface="MS PGothic" pitchFamily="34" charset="-128"/>
            </a:endParaRPr>
          </a:p>
        </p:txBody>
      </p:sp>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Lst>
  <p:hf hdr="0" ftr="0" dt="0"/>
  <p:txStyles>
    <p:titleStyle>
      <a:lvl1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2pPr>
      <a:lvl3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3pPr>
      <a:lvl4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4pPr>
      <a:lvl5pPr algn="l" rtl="0" eaLnBrk="0" fontAlgn="base" hangingPunct="0">
        <a:spcBef>
          <a:spcPct val="0"/>
        </a:spcBef>
        <a:spcAft>
          <a:spcPct val="0"/>
        </a:spcAft>
        <a:defRPr sz="3700" b="1">
          <a:solidFill>
            <a:srgbClr val="990000"/>
          </a:solidFill>
          <a:latin typeface="Arial" pitchFamily="34" charset="0"/>
          <a:ea typeface="黑体" pitchFamily="49" charset="-122"/>
          <a:cs typeface="Arial" pitchFamily="34" charset="0"/>
        </a:defRPr>
      </a:lvl5pPr>
      <a:lvl6pPr marL="533371"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6pPr>
      <a:lvl7pPr marL="1066741"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7pPr>
      <a:lvl8pPr marL="1600112"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8pPr>
      <a:lvl9pPr marL="2133483" algn="l" rtl="0" eaLnBrk="1" fontAlgn="base" hangingPunct="1">
        <a:spcBef>
          <a:spcPct val="0"/>
        </a:spcBef>
        <a:spcAft>
          <a:spcPct val="0"/>
        </a:spcAft>
        <a:defRPr sz="3700" b="1">
          <a:solidFill>
            <a:srgbClr val="990000"/>
          </a:solidFill>
          <a:latin typeface="FrutigerNext LT Medium" pitchFamily="34" charset="0"/>
          <a:ea typeface="华文细黑" pitchFamily="2" charset="-122"/>
          <a:cs typeface="宋体" charset="-122"/>
        </a:defRPr>
      </a:lvl9pPr>
    </p:titleStyle>
    <p:bodyStyle>
      <a:lvl1pPr marL="398463" indent="-398463" algn="l" rtl="0" eaLnBrk="0" fontAlgn="base" hangingPunct="0">
        <a:lnSpc>
          <a:spcPct val="140000"/>
        </a:lnSpc>
        <a:spcBef>
          <a:spcPct val="0"/>
        </a:spcBef>
        <a:spcAft>
          <a:spcPct val="0"/>
        </a:spcAft>
        <a:buClr>
          <a:srgbClr val="777777"/>
        </a:buClr>
        <a:buSzPct val="60000"/>
        <a:buFont typeface="Wingdings" pitchFamily="2" charset="2"/>
        <a:buChar char="l"/>
        <a:defRPr sz="2300">
          <a:solidFill>
            <a:schemeClr val="tx1"/>
          </a:solidFill>
          <a:latin typeface="+mn-lt"/>
          <a:ea typeface="黑体" pitchFamily="49" charset="-122"/>
          <a:cs typeface="+mn-cs"/>
        </a:defRPr>
      </a:lvl1pPr>
      <a:lvl2pPr marL="865188" indent="-331788"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331913" indent="-265113" algn="l" rtl="0" eaLnBrk="0" fontAlgn="base" hangingPunct="0">
        <a:lnSpc>
          <a:spcPct val="140000"/>
        </a:lnSpc>
        <a:spcBef>
          <a:spcPct val="0"/>
        </a:spcBef>
        <a:spcAft>
          <a:spcPct val="0"/>
        </a:spcAft>
        <a:buSzPct val="50000"/>
        <a:buFont typeface="Wingdings" pitchFamily="2" charset="2"/>
        <a:buChar char="n"/>
        <a:defRPr sz="1900">
          <a:solidFill>
            <a:schemeClr val="tx1"/>
          </a:solidFill>
          <a:latin typeface="+mn-lt"/>
          <a:ea typeface="+mn-ea"/>
          <a:cs typeface="+mn-cs"/>
        </a:defRPr>
      </a:lvl3pPr>
      <a:lvl4pPr marL="1865313" indent="-265113" algn="l" rtl="0" eaLnBrk="0" fontAlgn="base" hangingPunct="0">
        <a:lnSpc>
          <a:spcPct val="140000"/>
        </a:lnSpc>
        <a:spcBef>
          <a:spcPct val="0"/>
        </a:spcBef>
        <a:spcAft>
          <a:spcPct val="0"/>
        </a:spcAft>
        <a:buChar char="–"/>
        <a:defRPr sz="1600">
          <a:solidFill>
            <a:schemeClr val="tx1"/>
          </a:solidFill>
          <a:latin typeface="+mn-lt"/>
          <a:ea typeface="+mn-ea"/>
          <a:cs typeface="+mn-cs"/>
        </a:defRPr>
      </a:lvl4pPr>
      <a:lvl5pPr marL="2398713" indent="-265113" algn="l" rtl="0" eaLnBrk="0" fontAlgn="base" hangingPunct="0">
        <a:lnSpc>
          <a:spcPct val="140000"/>
        </a:lnSpc>
        <a:spcBef>
          <a:spcPct val="0"/>
        </a:spcBef>
        <a:spcAft>
          <a:spcPct val="0"/>
        </a:spcAft>
        <a:buFont typeface="Arial" pitchFamily="34" charset="0"/>
        <a:buChar char="~"/>
        <a:defRPr sz="1400">
          <a:solidFill>
            <a:schemeClr val="tx1"/>
          </a:solidFill>
          <a:latin typeface="+mn-lt"/>
          <a:ea typeface="+mn-ea"/>
          <a:cs typeface="+mn-cs"/>
        </a:defRPr>
      </a:lvl5pPr>
      <a:lvl6pPr marL="2933539"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6pPr>
      <a:lvl7pPr marL="3466909"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7pPr>
      <a:lvl8pPr marL="4000280"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8pPr>
      <a:lvl9pPr marL="4533652" indent="-266685" algn="l" rtl="0" eaLnBrk="1" fontAlgn="base" hangingPunct="1">
        <a:spcBef>
          <a:spcPct val="20000"/>
        </a:spcBef>
        <a:spcAft>
          <a:spcPct val="0"/>
        </a:spcAft>
        <a:buFont typeface="Arial" charset="0"/>
        <a:buChar char="~"/>
        <a:defRPr sz="1900">
          <a:solidFill>
            <a:schemeClr val="tx1"/>
          </a:solidFill>
          <a:latin typeface="+mn-lt"/>
          <a:ea typeface="+mn-ea"/>
          <a:cs typeface="+mn-cs"/>
        </a:defRPr>
      </a:lvl9pPr>
    </p:bodyStyle>
    <p:otherStyle>
      <a:defPPr>
        <a:defRPr lang="zh-CN"/>
      </a:defPPr>
      <a:lvl1pPr marL="0" algn="l" defTabSz="1066741" rtl="0" eaLnBrk="1" latinLnBrk="0" hangingPunct="1">
        <a:defRPr sz="2100" kern="1200">
          <a:solidFill>
            <a:schemeClr val="tx1"/>
          </a:solidFill>
          <a:latin typeface="+mn-lt"/>
          <a:ea typeface="+mn-ea"/>
          <a:cs typeface="+mn-cs"/>
        </a:defRPr>
      </a:lvl1pPr>
      <a:lvl2pPr marL="533371" algn="l" defTabSz="1066741" rtl="0" eaLnBrk="1" latinLnBrk="0" hangingPunct="1">
        <a:defRPr sz="2100" kern="1200">
          <a:solidFill>
            <a:schemeClr val="tx1"/>
          </a:solidFill>
          <a:latin typeface="+mn-lt"/>
          <a:ea typeface="+mn-ea"/>
          <a:cs typeface="+mn-cs"/>
        </a:defRPr>
      </a:lvl2pPr>
      <a:lvl3pPr marL="1066741" algn="l" defTabSz="1066741" rtl="0" eaLnBrk="1" latinLnBrk="0" hangingPunct="1">
        <a:defRPr sz="2100" kern="1200">
          <a:solidFill>
            <a:schemeClr val="tx1"/>
          </a:solidFill>
          <a:latin typeface="+mn-lt"/>
          <a:ea typeface="+mn-ea"/>
          <a:cs typeface="+mn-cs"/>
        </a:defRPr>
      </a:lvl3pPr>
      <a:lvl4pPr marL="1600112" algn="l" defTabSz="1066741" rtl="0" eaLnBrk="1" latinLnBrk="0" hangingPunct="1">
        <a:defRPr sz="2100" kern="1200">
          <a:solidFill>
            <a:schemeClr val="tx1"/>
          </a:solidFill>
          <a:latin typeface="+mn-lt"/>
          <a:ea typeface="+mn-ea"/>
          <a:cs typeface="+mn-cs"/>
        </a:defRPr>
      </a:lvl4pPr>
      <a:lvl5pPr marL="2133483" algn="l" defTabSz="1066741" rtl="0" eaLnBrk="1" latinLnBrk="0" hangingPunct="1">
        <a:defRPr sz="2100" kern="1200">
          <a:solidFill>
            <a:schemeClr val="tx1"/>
          </a:solidFill>
          <a:latin typeface="+mn-lt"/>
          <a:ea typeface="+mn-ea"/>
          <a:cs typeface="+mn-cs"/>
        </a:defRPr>
      </a:lvl5pPr>
      <a:lvl6pPr marL="2666854" algn="l" defTabSz="1066741" rtl="0" eaLnBrk="1" latinLnBrk="0" hangingPunct="1">
        <a:defRPr sz="2100" kern="1200">
          <a:solidFill>
            <a:schemeClr val="tx1"/>
          </a:solidFill>
          <a:latin typeface="+mn-lt"/>
          <a:ea typeface="+mn-ea"/>
          <a:cs typeface="+mn-cs"/>
        </a:defRPr>
      </a:lvl6pPr>
      <a:lvl7pPr marL="3200224" algn="l" defTabSz="1066741" rtl="0" eaLnBrk="1" latinLnBrk="0" hangingPunct="1">
        <a:defRPr sz="2100" kern="1200">
          <a:solidFill>
            <a:schemeClr val="tx1"/>
          </a:solidFill>
          <a:latin typeface="+mn-lt"/>
          <a:ea typeface="+mn-ea"/>
          <a:cs typeface="+mn-cs"/>
        </a:defRPr>
      </a:lvl7pPr>
      <a:lvl8pPr marL="3733595" algn="l" defTabSz="1066741" rtl="0" eaLnBrk="1" latinLnBrk="0" hangingPunct="1">
        <a:defRPr sz="2100" kern="1200">
          <a:solidFill>
            <a:schemeClr val="tx1"/>
          </a:solidFill>
          <a:latin typeface="+mn-lt"/>
          <a:ea typeface="+mn-ea"/>
          <a:cs typeface="+mn-cs"/>
        </a:defRPr>
      </a:lvl8pPr>
      <a:lvl9pPr marL="4266967" algn="l" defTabSz="1066741" rtl="0" eaLnBrk="1" latinLnBrk="0" hangingPunct="1">
        <a:defRPr sz="21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79" descr="dd"/>
          <p:cNvPicPr>
            <a:picLocks noChangeAspect="1" noChangeArrowheads="1"/>
          </p:cNvPicPr>
          <p:nvPr/>
        </p:nvPicPr>
        <p:blipFill>
          <a:blip r:embed="rId16" cstate="print"/>
          <a:srcRect/>
          <a:stretch>
            <a:fillRect/>
          </a:stretch>
        </p:blipFill>
        <p:spPr bwMode="auto">
          <a:xfrm>
            <a:off x="3" y="6224657"/>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216"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dirty="0">
                <a:solidFill>
                  <a:srgbClr val="000000"/>
                </a:solidFill>
                <a:latin typeface="FrutigerNext LT Bold" charset="0"/>
                <a:ea typeface="ＭＳ Ｐゴシック" pitchFamily="34" charset="-128"/>
              </a:rPr>
              <a:t>HUAWEI TECHNOLOGIES (Egypt) CO., LTD.</a:t>
            </a:r>
            <a:endParaRPr lang="en-US" altLang="zh-CN" sz="2200" dirty="0">
              <a:solidFill>
                <a:srgbClr val="000000"/>
              </a:solidFill>
              <a:ea typeface="ＭＳ Ｐゴシック" pitchFamily="34" charset="-128"/>
            </a:endParaRPr>
          </a:p>
        </p:txBody>
      </p:sp>
      <p:pic>
        <p:nvPicPr>
          <p:cNvPr id="6148" name="Picture 9" descr="8"/>
          <p:cNvPicPr>
            <a:picLocks noChangeAspect="1" noChangeArrowheads="1"/>
          </p:cNvPicPr>
          <p:nvPr/>
        </p:nvPicPr>
        <p:blipFill>
          <a:blip r:embed="rId17" cstate="print"/>
          <a:srcRect/>
          <a:stretch>
            <a:fillRect/>
          </a:stretch>
        </p:blipFill>
        <p:spPr bwMode="auto">
          <a:xfrm>
            <a:off x="10014448" y="6399282"/>
            <a:ext cx="1748822" cy="312737"/>
          </a:xfrm>
          <a:prstGeom prst="rect">
            <a:avLst/>
          </a:prstGeom>
          <a:noFill/>
          <a:ln w="9525">
            <a:noFill/>
            <a:miter lim="800000"/>
            <a:headEnd/>
            <a:tailEnd/>
          </a:ln>
        </p:spPr>
      </p:pic>
      <p:sp>
        <p:nvSpPr>
          <p:cNvPr id="28682" name="Rectangle 10"/>
          <p:cNvSpPr>
            <a:spLocks noGrp="1" noChangeArrowheads="1"/>
          </p:cNvSpPr>
          <p:nvPr>
            <p:ph type="dt" sz="half" idx="2"/>
          </p:nvPr>
        </p:nvSpPr>
        <p:spPr bwMode="auto">
          <a:xfrm>
            <a:off x="8483693" y="6489769"/>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sz="1200">
                <a:latin typeface="FrutigerNext LT Bold" charset="0"/>
              </a:defRPr>
            </a:lvl1pPr>
          </a:lstStyle>
          <a:p>
            <a:pPr>
              <a:defRPr/>
            </a:pPr>
            <a:endParaRPr lang="en-GB" altLang="zh-CN">
              <a:solidFill>
                <a:srgbClr val="000000"/>
              </a:solidFill>
              <a:ea typeface="ＭＳ Ｐゴシック" pitchFamily="34" charset="-128"/>
            </a:endParaRPr>
          </a:p>
        </p:txBody>
      </p:sp>
      <p:sp>
        <p:nvSpPr>
          <p:cNvPr id="6150" name="Rectangle 13"/>
          <p:cNvSpPr>
            <a:spLocks noGrp="1" noChangeArrowheads="1"/>
          </p:cNvSpPr>
          <p:nvPr>
            <p:ph type="title"/>
          </p:nvPr>
        </p:nvSpPr>
        <p:spPr bwMode="auto">
          <a:xfrm>
            <a:off x="912527" y="430213"/>
            <a:ext cx="10287561" cy="622300"/>
          </a:xfrm>
          <a:prstGeom prst="rect">
            <a:avLst/>
          </a:prstGeom>
          <a:noFill/>
          <a:ln w="9525">
            <a:noFill/>
            <a:miter lim="800000"/>
            <a:headEnd/>
            <a:tailEnd/>
          </a:ln>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28693" name="Rectangle 21"/>
          <p:cNvSpPr>
            <a:spLocks noChangeArrowheads="1"/>
          </p:cNvSpPr>
          <p:nvPr/>
        </p:nvSpPr>
        <p:spPr bwMode="auto">
          <a:xfrm>
            <a:off x="5191462"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28694" name="Rectangle 22"/>
          <p:cNvSpPr>
            <a:spLocks noChangeArrowheads="1"/>
          </p:cNvSpPr>
          <p:nvPr/>
        </p:nvSpPr>
        <p:spPr bwMode="auto">
          <a:xfrm>
            <a:off x="-2544855"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defRPr/>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Medium</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英文正文</a:t>
            </a:r>
            <a:r>
              <a:rPr lang="en-US" altLang="zh-CN" sz="1100">
                <a:solidFill>
                  <a:srgbClr val="FFFFFF"/>
                </a:solidFill>
              </a:rPr>
              <a:t>:20-22pt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内部使用字体 </a:t>
            </a:r>
            <a:r>
              <a:rPr lang="en-US" altLang="zh-CN" sz="1100">
                <a:solidFill>
                  <a:srgbClr val="FFFFFF"/>
                </a:solidFill>
                <a:latin typeface="FrutigerNext LT Regular"/>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a:rPr>
              <a:t>FrutigerNext LT Regular</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a:rPr>
              <a:t>外部使用字体 </a:t>
            </a:r>
            <a:r>
              <a:rPr lang="en-US" altLang="zh-CN" sz="1100">
                <a:solidFill>
                  <a:srgbClr val="FFFFFF"/>
                </a:solidFill>
                <a:latin typeface="FrutigerNext LT Regular"/>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中文正文</a:t>
            </a:r>
            <a:r>
              <a:rPr lang="en-US" altLang="zh-CN" sz="1100">
                <a:solidFill>
                  <a:srgbClr val="FFFFFF"/>
                </a:solidFill>
              </a:rPr>
              <a:t>:18-20pt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000000"/>
              </a:solidFill>
            </a:endParaRPr>
          </a:p>
        </p:txBody>
      </p:sp>
      <p:sp>
        <p:nvSpPr>
          <p:cNvPr id="28734" name="Rectangle 62"/>
          <p:cNvSpPr>
            <a:spLocks noChangeArrowheads="1"/>
          </p:cNvSpPr>
          <p:nvPr/>
        </p:nvSpPr>
        <p:spPr bwMode="auto">
          <a:xfrm>
            <a:off x="12269279"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28737" name="Rectangle 65"/>
          <p:cNvSpPr>
            <a:spLocks noChangeArrowheads="1"/>
          </p:cNvSpPr>
          <p:nvPr/>
        </p:nvSpPr>
        <p:spPr bwMode="auto">
          <a:xfrm>
            <a:off x="12269279"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6155" name="Rectangle 68"/>
          <p:cNvSpPr>
            <a:spLocks noGrp="1" noChangeArrowheads="1"/>
          </p:cNvSpPr>
          <p:nvPr>
            <p:ph type="body" idx="1"/>
          </p:nvPr>
        </p:nvSpPr>
        <p:spPr bwMode="auto">
          <a:xfrm>
            <a:off x="870180" y="1641475"/>
            <a:ext cx="10575503" cy="4194175"/>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52" name="Rectangle 80"/>
          <p:cNvSpPr>
            <a:spLocks noChangeArrowheads="1"/>
          </p:cNvSpPr>
          <p:nvPr/>
        </p:nvSpPr>
        <p:spPr bwMode="auto">
          <a:xfrm>
            <a:off x="12362437" y="4989799"/>
            <a:ext cx="1225868" cy="369316"/>
          </a:xfrm>
          <a:prstGeom prst="rect">
            <a:avLst/>
          </a:prstGeom>
          <a:solidFill>
            <a:schemeClr val="bg1"/>
          </a:solidFill>
          <a:ln w="9525" algn="ctr">
            <a:noFill/>
            <a:miter lim="800000"/>
            <a:headEnd/>
            <a:tailEnd/>
          </a:ln>
          <a:effectLst/>
        </p:spPr>
        <p:txBody>
          <a:bodyPr lIns="91425" tIns="45712" rIns="91425" bIns="45712" anchor="ctr">
            <a:spAutoFit/>
          </a:bodyPr>
          <a:lstStyle/>
          <a:p>
            <a:pPr algn="ctr">
              <a:defRPr/>
            </a:pPr>
            <a:endParaRPr lang="zh-CN" altLang="en-US">
              <a:solidFill>
                <a:srgbClr val="000000"/>
              </a:solidFill>
              <a:latin typeface="FrutigerNext LT Regular"/>
              <a:ea typeface="ＭＳ Ｐゴシック" pitchFamily="34" charset="-128"/>
            </a:endParaRPr>
          </a:p>
        </p:txBody>
      </p:sp>
      <p:grpSp>
        <p:nvGrpSpPr>
          <p:cNvPr id="2" name="Group 81"/>
          <p:cNvGrpSpPr>
            <a:grpSpLocks/>
          </p:cNvGrpSpPr>
          <p:nvPr/>
        </p:nvGrpSpPr>
        <p:grpSpPr bwMode="auto">
          <a:xfrm>
            <a:off x="12476769" y="3789363"/>
            <a:ext cx="986624" cy="182562"/>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3" name="Group 86"/>
          <p:cNvGrpSpPr>
            <a:grpSpLocks/>
          </p:cNvGrpSpPr>
          <p:nvPr/>
        </p:nvGrpSpPr>
        <p:grpSpPr bwMode="auto">
          <a:xfrm>
            <a:off x="12476769" y="4005263"/>
            <a:ext cx="986624" cy="182562"/>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4" name="Group 91"/>
          <p:cNvGrpSpPr>
            <a:grpSpLocks/>
          </p:cNvGrpSpPr>
          <p:nvPr/>
        </p:nvGrpSpPr>
        <p:grpSpPr bwMode="auto">
          <a:xfrm>
            <a:off x="12476769" y="4221163"/>
            <a:ext cx="986624" cy="182562"/>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5" name="Group 96"/>
          <p:cNvGrpSpPr>
            <a:grpSpLocks/>
          </p:cNvGrpSpPr>
          <p:nvPr/>
        </p:nvGrpSpPr>
        <p:grpSpPr bwMode="auto">
          <a:xfrm>
            <a:off x="12476769" y="3573463"/>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6" name="Group 101"/>
          <p:cNvGrpSpPr>
            <a:grpSpLocks/>
          </p:cNvGrpSpPr>
          <p:nvPr/>
        </p:nvGrpSpPr>
        <p:grpSpPr bwMode="auto">
          <a:xfrm>
            <a:off x="12476769" y="4581594"/>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7" name="Group 106"/>
          <p:cNvGrpSpPr>
            <a:grpSpLocks/>
          </p:cNvGrpSpPr>
          <p:nvPr/>
        </p:nvGrpSpPr>
        <p:grpSpPr bwMode="auto">
          <a:xfrm>
            <a:off x="12476769" y="4797494"/>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8" name="Group 111"/>
          <p:cNvGrpSpPr>
            <a:grpSpLocks/>
          </p:cNvGrpSpPr>
          <p:nvPr/>
        </p:nvGrpSpPr>
        <p:grpSpPr bwMode="auto">
          <a:xfrm>
            <a:off x="12476769" y="5013394"/>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9" name="Group 116"/>
          <p:cNvGrpSpPr>
            <a:grpSpLocks/>
          </p:cNvGrpSpPr>
          <p:nvPr/>
        </p:nvGrpSpPr>
        <p:grpSpPr bwMode="auto">
          <a:xfrm>
            <a:off x="12476769" y="5373688"/>
            <a:ext cx="986624" cy="182562"/>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0" name="Group 121"/>
          <p:cNvGrpSpPr>
            <a:grpSpLocks/>
          </p:cNvGrpSpPr>
          <p:nvPr/>
        </p:nvGrpSpPr>
        <p:grpSpPr bwMode="auto">
          <a:xfrm>
            <a:off x="12476769" y="5589588"/>
            <a:ext cx="986624" cy="182562"/>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1" name="Group 126"/>
          <p:cNvGrpSpPr>
            <a:grpSpLocks/>
          </p:cNvGrpSpPr>
          <p:nvPr/>
        </p:nvGrpSpPr>
        <p:grpSpPr bwMode="auto">
          <a:xfrm>
            <a:off x="12476769" y="5805488"/>
            <a:ext cx="986624" cy="182562"/>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2" name="Group 131"/>
          <p:cNvGrpSpPr>
            <a:grpSpLocks/>
          </p:cNvGrpSpPr>
          <p:nvPr/>
        </p:nvGrpSpPr>
        <p:grpSpPr bwMode="auto">
          <a:xfrm>
            <a:off x="12476769" y="6165919"/>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3" name="Group 136"/>
          <p:cNvGrpSpPr>
            <a:grpSpLocks/>
          </p:cNvGrpSpPr>
          <p:nvPr/>
        </p:nvGrpSpPr>
        <p:grpSpPr bwMode="auto">
          <a:xfrm>
            <a:off x="12476769" y="6391344"/>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grpSp>
        <p:nvGrpSpPr>
          <p:cNvPr id="14" name="Group 141"/>
          <p:cNvGrpSpPr>
            <a:grpSpLocks/>
          </p:cNvGrpSpPr>
          <p:nvPr/>
        </p:nvGrpSpPr>
        <p:grpSpPr bwMode="auto">
          <a:xfrm>
            <a:off x="12476769" y="6615113"/>
            <a:ext cx="986624" cy="182562"/>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latin typeface="FrutigerNext LT Regular"/>
                <a:ea typeface="ＭＳ Ｐゴシック" pitchFamily="34" charset="-128"/>
              </a:endParaRPr>
            </a:p>
          </p:txBody>
        </p:sp>
      </p:grpSp>
    </p:spTree>
  </p:cSld>
  <p:clrMap bg1="lt1" tx1="dk1" bg2="lt2" tx2="dk2" accent1="accent1" accent2="accent2" accent3="accent3" accent4="accent4" accent5="accent5" accent6="accent6" hlink="hlink" folHlink="folHlink"/>
  <p:sldLayoutIdLst>
    <p:sldLayoutId id="2147484229" r:id="rId1"/>
    <p:sldLayoutId id="2147484230" r:id="rId2"/>
    <p:sldLayoutId id="2147484231" r:id="rId3"/>
    <p:sldLayoutId id="2147484232" r:id="rId4"/>
    <p:sldLayoutId id="2147484233" r:id="rId5"/>
    <p:sldLayoutId id="2147484234" r:id="rId6"/>
    <p:sldLayoutId id="2147484235" r:id="rId7"/>
    <p:sldLayoutId id="2147484236" r:id="rId8"/>
    <p:sldLayoutId id="2147484237" r:id="rId9"/>
    <p:sldLayoutId id="2147484238" r:id="rId10"/>
    <p:sldLayoutId id="2147484239" r:id="rId11"/>
    <p:sldLayoutId id="2147484240" r:id="rId12"/>
    <p:sldLayoutId id="2147484241" r:id="rId13"/>
    <p:sldLayoutId id="2147484242" r:id="rId14"/>
  </p:sldLayoutIdLst>
  <p:hf hdr="0" ftr="0" dt="0"/>
  <p:txStyles>
    <p:titleStyle>
      <a:lvl1pPr algn="l" defTabSz="801688" rtl="0" eaLnBrk="0" fontAlgn="base" hangingPunct="0">
        <a:spcBef>
          <a:spcPct val="0"/>
        </a:spcBef>
        <a:spcAft>
          <a:spcPct val="0"/>
        </a:spcAft>
        <a:defRPr sz="3000">
          <a:solidFill>
            <a:srgbClr val="990000"/>
          </a:solidFill>
          <a:latin typeface="+mj-lt"/>
          <a:ea typeface="+mj-ea"/>
          <a:cs typeface="+mj-cs"/>
        </a:defRPr>
      </a:lvl1pPr>
      <a:lvl2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0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0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0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0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000">
          <a:solidFill>
            <a:srgbClr val="990000"/>
          </a:solidFill>
          <a:latin typeface="FrutigerNext LT Medium" pitchFamily="34" charset="0"/>
          <a:ea typeface="黑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Light" pitchFamily="34" charset="0"/>
          <a:ea typeface="+mn-ea"/>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mj-lt"/>
          <a:ea typeface="+mn-ea"/>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mj-lt"/>
          <a:ea typeface="+mn-ea"/>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751" name="Picture 79" descr="dd"/>
          <p:cNvPicPr>
            <a:picLocks noChangeAspect="1" noChangeArrowheads="1"/>
          </p:cNvPicPr>
          <p:nvPr/>
        </p:nvPicPr>
        <p:blipFill>
          <a:blip r:embed="rId13" cstate="print"/>
          <a:srcRect/>
          <a:stretch>
            <a:fillRect/>
          </a:stretch>
        </p:blipFill>
        <p:spPr bwMode="auto">
          <a:xfrm>
            <a:off x="3" y="6224615"/>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194"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TECHNOLOGIES (Egypt) CO., LTD.</a:t>
            </a:r>
            <a:endParaRPr lang="en-US" altLang="zh-CN" sz="2200" dirty="0">
              <a:solidFill>
                <a:srgbClr val="000000"/>
              </a:solidFill>
              <a:ea typeface="ＭＳ Ｐゴシック" pitchFamily="34" charset="-128"/>
            </a:endParaRPr>
          </a:p>
        </p:txBody>
      </p:sp>
      <p:pic>
        <p:nvPicPr>
          <p:cNvPr id="28681" name="Picture 9" descr="8"/>
          <p:cNvPicPr>
            <a:picLocks noChangeAspect="1" noChangeArrowheads="1"/>
          </p:cNvPicPr>
          <p:nvPr/>
        </p:nvPicPr>
        <p:blipFill>
          <a:blip r:embed="rId14" cstate="print"/>
          <a:srcRect/>
          <a:stretch>
            <a:fillRect/>
          </a:stretch>
        </p:blipFill>
        <p:spPr bwMode="auto">
          <a:xfrm>
            <a:off x="10014445" y="6399240"/>
            <a:ext cx="1748822" cy="312737"/>
          </a:xfrm>
          <a:prstGeom prst="rect">
            <a:avLst/>
          </a:prstGeom>
          <a:noFill/>
        </p:spPr>
      </p:pic>
      <p:sp>
        <p:nvSpPr>
          <p:cNvPr id="28682" name="Rectangle 10"/>
          <p:cNvSpPr>
            <a:spLocks noGrp="1" noChangeArrowheads="1"/>
          </p:cNvSpPr>
          <p:nvPr>
            <p:ph type="dt" sz="half" idx="2"/>
          </p:nvPr>
        </p:nvSpPr>
        <p:spPr bwMode="auto">
          <a:xfrm>
            <a:off x="8483693" y="6489727"/>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801688" eaLnBrk="0" hangingPunct="0">
              <a:lnSpc>
                <a:spcPct val="85000"/>
              </a:lnSpc>
              <a:defRPr sz="1200">
                <a:solidFill>
                  <a:schemeClr val="tx1"/>
                </a:solidFill>
                <a:latin typeface="FrutigerNext LT Bold" pitchFamily="1" charset="0"/>
              </a:defRPr>
            </a:lvl1pPr>
          </a:lstStyle>
          <a:p>
            <a:endParaRPr lang="en-GB">
              <a:solidFill>
                <a:srgbClr val="000000"/>
              </a:solidFill>
              <a:ea typeface="ＭＳ Ｐゴシック" pitchFamily="34" charset="-128"/>
            </a:endParaRPr>
          </a:p>
        </p:txBody>
      </p:sp>
      <p:sp>
        <p:nvSpPr>
          <p:cNvPr id="28685" name="Rectangle 13"/>
          <p:cNvSpPr>
            <a:spLocks noGrp="1" noChangeArrowheads="1"/>
          </p:cNvSpPr>
          <p:nvPr>
            <p:ph type="title"/>
          </p:nvPr>
        </p:nvSpPr>
        <p:spPr bwMode="auto">
          <a:xfrm>
            <a:off x="870180" y="430214"/>
            <a:ext cx="10329906" cy="871537"/>
          </a:xfrm>
          <a:prstGeom prst="rect">
            <a:avLst/>
          </a:prstGeom>
          <a:noFill/>
          <a:ln w="9525">
            <a:noFill/>
            <a:miter lim="800000"/>
            <a:headEnd/>
            <a:tailEnd/>
          </a:ln>
          <a:effectLst/>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28693" name="Rectangle 21"/>
          <p:cNvSpPr>
            <a:spLocks noChangeArrowheads="1"/>
          </p:cNvSpPr>
          <p:nvPr/>
        </p:nvSpPr>
        <p:spPr bwMode="auto">
          <a:xfrm>
            <a:off x="5191434"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r>
              <a:rPr lang="en-US" altLang="zh-CN" sz="1200" dirty="0">
                <a:solidFill>
                  <a:srgbClr val="000000"/>
                </a:solidFill>
                <a:latin typeface="FrutigerNext LT Bold" pitchFamily="1" charset="0"/>
                <a:ea typeface="ＭＳ Ｐゴシック" pitchFamily="34" charset="-128"/>
              </a:rPr>
              <a:t>Huawei Confidential </a:t>
            </a:r>
          </a:p>
        </p:txBody>
      </p:sp>
      <p:sp>
        <p:nvSpPr>
          <p:cNvPr id="28694" name="Rectangle 22"/>
          <p:cNvSpPr>
            <a:spLocks noChangeArrowheads="1"/>
          </p:cNvSpPr>
          <p:nvPr/>
        </p:nvSpPr>
        <p:spPr bwMode="auto">
          <a:xfrm>
            <a:off x="-2544882"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pPr>
            <a:r>
              <a:rPr lang="en-US" altLang="zh-CN" sz="1100">
                <a:solidFill>
                  <a:srgbClr val="FFFFFF"/>
                </a:solidFill>
                <a:latin typeface="FrutigerNext LT Regular" pitchFamily="34" charset="0"/>
              </a:rPr>
              <a:t>FrutigerNext LT Medium</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英文正文</a:t>
            </a:r>
            <a:r>
              <a:rPr lang="en-US" altLang="zh-CN" sz="1100">
                <a:solidFill>
                  <a:srgbClr val="FFFFFF"/>
                </a:solidFill>
              </a:rPr>
              <a:t>:20-22pt</a:t>
            </a:r>
          </a:p>
          <a:p>
            <a:pPr algn="r" defTabSz="801688">
              <a:lnSpc>
                <a:spcPct val="125000"/>
              </a:lnSpc>
              <a:buClr>
                <a:srgbClr val="777777"/>
              </a:buClr>
              <a:buSzPct val="60000"/>
              <a:buFont typeface="Wingdings" pitchFamily="2" charset="2"/>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pPr>
            <a:r>
              <a:rPr lang="en-US" altLang="zh-CN" sz="1100">
                <a:solidFill>
                  <a:srgbClr val="FFFFFF"/>
                </a:solidFill>
                <a:latin typeface="FrutigerNext LT Regular" pitchFamily="34" charset="0"/>
              </a:rPr>
              <a:t>FrutigerNext LT Regular</a:t>
            </a:r>
          </a:p>
          <a:p>
            <a:pPr algn="r" defTabSz="801688">
              <a:lnSpc>
                <a:spcPct val="125000"/>
              </a:lnSpc>
              <a:buClr>
                <a:srgbClr val="777777"/>
              </a:buClr>
              <a:buSzPct val="60000"/>
              <a:buFont typeface="Wingdings" pitchFamily="2" charset="2"/>
              <a:buNone/>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中文正文</a:t>
            </a:r>
            <a:r>
              <a:rPr lang="en-US" altLang="zh-CN" sz="1100">
                <a:solidFill>
                  <a:srgbClr val="FFFFFF"/>
                </a:solidFill>
              </a:rPr>
              <a:t>:18-20pt</a:t>
            </a:r>
          </a:p>
          <a:p>
            <a:pPr algn="r" defTabSz="801688">
              <a:lnSpc>
                <a:spcPct val="125000"/>
              </a:lnSpc>
              <a:buClr>
                <a:srgbClr val="777777"/>
              </a:buClr>
              <a:buSzPct val="60000"/>
              <a:buFont typeface="Wingdings" pitchFamily="2" charset="2"/>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algn="r" defTabSz="801688">
              <a:lnSpc>
                <a:spcPct val="125000"/>
              </a:lnSpc>
              <a:buClr>
                <a:srgbClr val="777777"/>
              </a:buClr>
              <a:buSzPct val="60000"/>
              <a:buFont typeface="Wingdings" pitchFamily="2" charset="2"/>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FFFFFF"/>
              </a:solidFill>
            </a:endParaRPr>
          </a:p>
          <a:p>
            <a:pPr algn="r" defTabSz="801688">
              <a:lnSpc>
                <a:spcPct val="12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endParaRPr lang="en-US" altLang="zh-CN" sz="1100">
              <a:solidFill>
                <a:srgbClr val="FFFFFF"/>
              </a:solidFill>
            </a:endParaRPr>
          </a:p>
          <a:p>
            <a:pPr algn="r" defTabSz="801688">
              <a:lnSpc>
                <a:spcPct val="125000"/>
              </a:lnSpc>
              <a:buClr>
                <a:srgbClr val="777777"/>
              </a:buClr>
              <a:buSzPct val="60000"/>
              <a:buFont typeface="Wingdings" pitchFamily="2" charset="2"/>
              <a:buNone/>
            </a:pPr>
            <a:endParaRPr lang="zh-CN" altLang="en-US" sz="1100">
              <a:solidFill>
                <a:srgbClr val="000000"/>
              </a:solidFill>
            </a:endParaRPr>
          </a:p>
        </p:txBody>
      </p:sp>
      <p:sp>
        <p:nvSpPr>
          <p:cNvPr id="28734" name="Rectangle 62"/>
          <p:cNvSpPr>
            <a:spLocks noChangeArrowheads="1"/>
          </p:cNvSpPr>
          <p:nvPr/>
        </p:nvSpPr>
        <p:spPr bwMode="auto">
          <a:xfrm>
            <a:off x="12269279"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zh-CN" altLang="en-US" sz="1100">
              <a:solidFill>
                <a:srgbClr val="FFFFFF"/>
              </a:solidFill>
              <a:latin typeface="华文细黑" pitchFamily="2" charset="-122"/>
            </a:endParaRPr>
          </a:p>
        </p:txBody>
      </p:sp>
      <p:sp>
        <p:nvSpPr>
          <p:cNvPr id="28737" name="Rectangle 65"/>
          <p:cNvSpPr>
            <a:spLocks noChangeArrowheads="1"/>
          </p:cNvSpPr>
          <p:nvPr/>
        </p:nvSpPr>
        <p:spPr bwMode="auto">
          <a:xfrm>
            <a:off x="12269279"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pPr>
            <a:endParaRPr lang="zh-CN" altLang="en-US" sz="1100">
              <a:solidFill>
                <a:srgbClr val="FFFFFF"/>
              </a:solidFill>
              <a:latin typeface="华文细黑" pitchFamily="2" charset="-122"/>
            </a:endParaRPr>
          </a:p>
        </p:txBody>
      </p:sp>
      <p:sp>
        <p:nvSpPr>
          <p:cNvPr id="28740" name="Rectangle 68"/>
          <p:cNvSpPr>
            <a:spLocks noGrp="1" noChangeArrowheads="1"/>
          </p:cNvSpPr>
          <p:nvPr>
            <p:ph type="body" idx="1"/>
          </p:nvPr>
        </p:nvSpPr>
        <p:spPr bwMode="auto">
          <a:xfrm>
            <a:off x="870180" y="1641475"/>
            <a:ext cx="10575503" cy="4194175"/>
          </a:xfrm>
          <a:prstGeom prst="rect">
            <a:avLst/>
          </a:prstGeom>
          <a:noFill/>
          <a:ln w="9525">
            <a:noFill/>
            <a:miter lim="800000"/>
            <a:headEnd/>
            <a:tailEnd/>
          </a:ln>
          <a:effectLst/>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52" name="Rectangle 80"/>
          <p:cNvSpPr>
            <a:spLocks noChangeArrowheads="1"/>
          </p:cNvSpPr>
          <p:nvPr/>
        </p:nvSpPr>
        <p:spPr bwMode="auto">
          <a:xfrm>
            <a:off x="12362437" y="5020577"/>
            <a:ext cx="1225868" cy="307760"/>
          </a:xfrm>
          <a:prstGeom prst="rect">
            <a:avLst/>
          </a:prstGeom>
          <a:solidFill>
            <a:schemeClr val="bg1"/>
          </a:solidFill>
          <a:ln w="9525" algn="ctr">
            <a:noFill/>
            <a:miter lim="800000"/>
            <a:headEnd/>
            <a:tailEnd/>
          </a:ln>
          <a:effectLst/>
        </p:spPr>
        <p:txBody>
          <a:bodyPr lIns="91425" tIns="45712" rIns="91425" bIns="45712" anchor="ctr">
            <a:spAutoFit/>
          </a:bodyPr>
          <a:lstStyle/>
          <a:p>
            <a:endParaRPr lang="zh-CN" altLang="en-US" sz="1400">
              <a:solidFill>
                <a:srgbClr val="FFFFFF"/>
              </a:solidFill>
              <a:latin typeface="FrutigerNext LT Regular" pitchFamily="34" charset="0"/>
              <a:ea typeface="ＭＳ Ｐゴシック" pitchFamily="34" charset="-128"/>
            </a:endParaRPr>
          </a:p>
        </p:txBody>
      </p:sp>
      <p:grpSp>
        <p:nvGrpSpPr>
          <p:cNvPr id="2" name="Group 81"/>
          <p:cNvGrpSpPr>
            <a:grpSpLocks/>
          </p:cNvGrpSpPr>
          <p:nvPr/>
        </p:nvGrpSpPr>
        <p:grpSpPr bwMode="auto">
          <a:xfrm>
            <a:off x="12476769" y="3789363"/>
            <a:ext cx="986624" cy="182562"/>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3" name="Group 86"/>
          <p:cNvGrpSpPr>
            <a:grpSpLocks/>
          </p:cNvGrpSpPr>
          <p:nvPr/>
        </p:nvGrpSpPr>
        <p:grpSpPr bwMode="auto">
          <a:xfrm>
            <a:off x="12476769" y="4005263"/>
            <a:ext cx="986624" cy="182562"/>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4" name="Group 91"/>
          <p:cNvGrpSpPr>
            <a:grpSpLocks/>
          </p:cNvGrpSpPr>
          <p:nvPr/>
        </p:nvGrpSpPr>
        <p:grpSpPr bwMode="auto">
          <a:xfrm>
            <a:off x="12476769" y="4221163"/>
            <a:ext cx="986624" cy="182562"/>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5" name="Group 96"/>
          <p:cNvGrpSpPr>
            <a:grpSpLocks/>
          </p:cNvGrpSpPr>
          <p:nvPr/>
        </p:nvGrpSpPr>
        <p:grpSpPr bwMode="auto">
          <a:xfrm>
            <a:off x="12476769" y="3573463"/>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6" name="Group 101"/>
          <p:cNvGrpSpPr>
            <a:grpSpLocks/>
          </p:cNvGrpSpPr>
          <p:nvPr/>
        </p:nvGrpSpPr>
        <p:grpSpPr bwMode="auto">
          <a:xfrm>
            <a:off x="12476769" y="4581552"/>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7" name="Group 106"/>
          <p:cNvGrpSpPr>
            <a:grpSpLocks/>
          </p:cNvGrpSpPr>
          <p:nvPr/>
        </p:nvGrpSpPr>
        <p:grpSpPr bwMode="auto">
          <a:xfrm>
            <a:off x="12476769" y="4797452"/>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8" name="Group 111"/>
          <p:cNvGrpSpPr>
            <a:grpSpLocks/>
          </p:cNvGrpSpPr>
          <p:nvPr/>
        </p:nvGrpSpPr>
        <p:grpSpPr bwMode="auto">
          <a:xfrm>
            <a:off x="12476769" y="5013352"/>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9" name="Group 116"/>
          <p:cNvGrpSpPr>
            <a:grpSpLocks/>
          </p:cNvGrpSpPr>
          <p:nvPr/>
        </p:nvGrpSpPr>
        <p:grpSpPr bwMode="auto">
          <a:xfrm>
            <a:off x="12476769" y="5373688"/>
            <a:ext cx="986624" cy="182562"/>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0" name="Group 121"/>
          <p:cNvGrpSpPr>
            <a:grpSpLocks/>
          </p:cNvGrpSpPr>
          <p:nvPr/>
        </p:nvGrpSpPr>
        <p:grpSpPr bwMode="auto">
          <a:xfrm>
            <a:off x="12476769" y="5589588"/>
            <a:ext cx="986624" cy="182562"/>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1" name="Group 126"/>
          <p:cNvGrpSpPr>
            <a:grpSpLocks/>
          </p:cNvGrpSpPr>
          <p:nvPr/>
        </p:nvGrpSpPr>
        <p:grpSpPr bwMode="auto">
          <a:xfrm>
            <a:off x="12476769" y="5805488"/>
            <a:ext cx="986624" cy="182562"/>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2" name="Group 131"/>
          <p:cNvGrpSpPr>
            <a:grpSpLocks/>
          </p:cNvGrpSpPr>
          <p:nvPr/>
        </p:nvGrpSpPr>
        <p:grpSpPr bwMode="auto">
          <a:xfrm>
            <a:off x="12476769" y="6165877"/>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3" name="Group 136"/>
          <p:cNvGrpSpPr>
            <a:grpSpLocks/>
          </p:cNvGrpSpPr>
          <p:nvPr/>
        </p:nvGrpSpPr>
        <p:grpSpPr bwMode="auto">
          <a:xfrm>
            <a:off x="12476769" y="6391302"/>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grpSp>
        <p:nvGrpSpPr>
          <p:cNvPr id="14" name="Group 141"/>
          <p:cNvGrpSpPr>
            <a:grpSpLocks/>
          </p:cNvGrpSpPr>
          <p:nvPr/>
        </p:nvGrpSpPr>
        <p:grpSpPr bwMode="auto">
          <a:xfrm>
            <a:off x="12476769" y="6615113"/>
            <a:ext cx="986624" cy="182562"/>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endParaRPr lang="zh-CN" altLang="en-US" sz="1400">
                <a:solidFill>
                  <a:srgbClr val="FFFFFF"/>
                </a:solidFill>
                <a:latin typeface="FrutigerNext LT Regular" pitchFamily="34" charset="0"/>
                <a:ea typeface="ＭＳ Ｐゴシック" pitchFamily="34" charset="-128"/>
              </a:endParaRPr>
            </a:p>
          </p:txBody>
        </p:sp>
      </p:grpSp>
    </p:spTree>
  </p:cSld>
  <p:clrMap bg1="lt1" tx1="dk1" bg2="lt2" tx2="dk2" accent1="accent1" accent2="accent2" accent3="accent3" accent4="accent4" accent5="accent5" accent6="accent6" hlink="hlink" folHlink="folHlink"/>
  <p:sldLayoutIdLst>
    <p:sldLayoutId id="2147484252" r:id="rId1"/>
    <p:sldLayoutId id="2147484253" r:id="rId2"/>
    <p:sldLayoutId id="2147484254" r:id="rId3"/>
    <p:sldLayoutId id="2147484255" r:id="rId4"/>
    <p:sldLayoutId id="2147484256" r:id="rId5"/>
    <p:sldLayoutId id="2147484257" r:id="rId6"/>
    <p:sldLayoutId id="2147484258" r:id="rId7"/>
    <p:sldLayoutId id="2147484259" r:id="rId8"/>
    <p:sldLayoutId id="2147484260" r:id="rId9"/>
    <p:sldLayoutId id="2147484261" r:id="rId10"/>
    <p:sldLayoutId id="2147484262" r:id="rId11"/>
  </p:sldLayoutIdLst>
  <p:hf hdr="0" ftr="0" dt="0"/>
  <p:txStyles>
    <p:titleStyle>
      <a:lvl1pPr algn="l" defTabSz="801688" rtl="0" eaLnBrk="1" fontAlgn="base" hangingPunct="1">
        <a:spcBef>
          <a:spcPct val="0"/>
        </a:spcBef>
        <a:spcAft>
          <a:spcPct val="0"/>
        </a:spcAft>
        <a:defRPr sz="3400">
          <a:solidFill>
            <a:srgbClr val="990000"/>
          </a:solidFill>
          <a:latin typeface="+mj-lt"/>
          <a:ea typeface="+mj-ea"/>
          <a:cs typeface="+mj-cs"/>
        </a:defRPr>
      </a:lvl1pPr>
      <a:lvl2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2pPr>
      <a:lvl3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3pPr>
      <a:lvl4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4pPr>
      <a:lvl5pPr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5pPr>
      <a:lvl6pPr marL="4572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6pPr>
      <a:lvl7pPr marL="9144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7pPr>
      <a:lvl8pPr marL="13716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8pPr>
      <a:lvl9pPr marL="1828800" algn="l" defTabSz="801688" rtl="0" eaLnBrk="1" fontAlgn="base" hangingPunct="1">
        <a:spcBef>
          <a:spcPct val="0"/>
        </a:spcBef>
        <a:spcAft>
          <a:spcPct val="0"/>
        </a:spcAft>
        <a:defRPr sz="3400">
          <a:solidFill>
            <a:srgbClr val="990000"/>
          </a:solidFill>
          <a:latin typeface="FrutigerNext LT Medium" pitchFamily="34" charset="0"/>
          <a:ea typeface="黑体" pitchFamily="2" charset="-122"/>
        </a:defRPr>
      </a:lvl9pPr>
    </p:titleStyle>
    <p:bodyStyle>
      <a:lvl1pPr marL="300038" indent="-300038" algn="l" defTabSz="801688" rtl="0" eaLnBrk="1" fontAlgn="base" hangingPunct="1">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1" fontAlgn="base" hangingPunct="1">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1" fontAlgn="base" hangingPunct="1">
        <a:lnSpc>
          <a:spcPct val="140000"/>
        </a:lnSpc>
        <a:spcBef>
          <a:spcPct val="0"/>
        </a:spcBef>
        <a:spcAft>
          <a:spcPct val="0"/>
        </a:spcAft>
        <a:buSzPct val="50000"/>
        <a:buFont typeface="Wingdings" pitchFamily="2" charset="2"/>
        <a:buChar char="n"/>
        <a:defRPr sz="1600">
          <a:solidFill>
            <a:schemeClr val="tx1"/>
          </a:solidFill>
          <a:latin typeface="FrutigerNext LT Light" pitchFamily="34" charset="0"/>
          <a:ea typeface="+mn-ea"/>
        </a:defRPr>
      </a:lvl3pPr>
      <a:lvl4pPr marL="1401763" indent="-200025" algn="l" defTabSz="801688" rtl="0" eaLnBrk="1" fontAlgn="base" hangingPunct="1">
        <a:lnSpc>
          <a:spcPct val="140000"/>
        </a:lnSpc>
        <a:spcBef>
          <a:spcPct val="0"/>
        </a:spcBef>
        <a:spcAft>
          <a:spcPct val="0"/>
        </a:spcAft>
        <a:buChar char="–"/>
        <a:defRPr sz="1400">
          <a:solidFill>
            <a:schemeClr val="tx1"/>
          </a:solidFill>
          <a:latin typeface="+mj-lt"/>
          <a:ea typeface="+mn-ea"/>
        </a:defRPr>
      </a:lvl4pPr>
      <a:lvl5pPr marL="18034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5pPr>
      <a:lvl6pPr marL="22606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6pPr>
      <a:lvl7pPr marL="27178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7pPr>
      <a:lvl8pPr marL="31750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8pPr>
      <a:lvl9pPr marL="3632200" indent="-201613" algn="l" defTabSz="801688" rtl="0" eaLnBrk="1" fontAlgn="base" hangingPunct="1">
        <a:lnSpc>
          <a:spcPct val="140000"/>
        </a:lnSpc>
        <a:spcBef>
          <a:spcPct val="0"/>
        </a:spcBef>
        <a:spcAft>
          <a:spcPct val="0"/>
        </a:spcAft>
        <a:buFont typeface="FrutigerNext LT Medium" pitchFamily="34" charset="0"/>
        <a:buChar char="~"/>
        <a:defRPr sz="12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 y="6224627"/>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22" y="6451602"/>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0014445" y="638662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514"/>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858"/>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63" y="3832304"/>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2" y="1330404"/>
            <a:ext cx="3703014"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1"/>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6"/>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65"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703"/>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4264" r:id="rId1"/>
    <p:sldLayoutId id="2147484265" r:id="rId2"/>
    <p:sldLayoutId id="2147484266" r:id="rId3"/>
    <p:sldLayoutId id="2147484267" r:id="rId4"/>
    <p:sldLayoutId id="2147484268" r:id="rId5"/>
  </p:sldLayoutIdLst>
  <p:hf hdr="0" ftr="0" dt="0"/>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 y="6224627"/>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22" y="6451602"/>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0014445" y="638662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514"/>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858"/>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63" y="3832304"/>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2" y="1330404"/>
            <a:ext cx="3703014"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1"/>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6"/>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65"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703"/>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4271" r:id="rId1"/>
    <p:sldLayoutId id="2147484272" r:id="rId2"/>
    <p:sldLayoutId id="2147484274" r:id="rId3"/>
    <p:sldLayoutId id="2147484275" r:id="rId4"/>
    <p:sldLayoutId id="2147484276" r:id="rId5"/>
  </p:sldLayoutIdLst>
  <p:hf hdr="0" ftr="0" dt="0"/>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Picture 2" descr="dd"/>
          <p:cNvPicPr>
            <a:picLocks noChangeAspect="1" noChangeArrowheads="1"/>
          </p:cNvPicPr>
          <p:nvPr/>
        </p:nvPicPr>
        <p:blipFill>
          <a:blip r:embed="rId14" cstate="print"/>
          <a:srcRect/>
          <a:stretch>
            <a:fillRect/>
          </a:stretch>
        </p:blipFill>
        <p:spPr bwMode="auto">
          <a:xfrm>
            <a:off x="4" y="6224604"/>
            <a:ext cx="12203644" cy="636587"/>
          </a:xfrm>
          <a:prstGeom prst="rect">
            <a:avLst/>
          </a:prstGeom>
          <a:noFill/>
          <a:ln w="9525">
            <a:noFill/>
            <a:miter lim="800000"/>
            <a:headEnd/>
            <a:tailEnd/>
          </a:ln>
        </p:spPr>
      </p:pic>
      <p:sp>
        <p:nvSpPr>
          <p:cNvPr id="590851" name="Text Box 3"/>
          <p:cNvSpPr txBox="1">
            <a:spLocks noChangeArrowheads="1"/>
          </p:cNvSpPr>
          <p:nvPr/>
        </p:nvSpPr>
        <p:spPr bwMode="auto">
          <a:xfrm>
            <a:off x="870184" y="6438900"/>
            <a:ext cx="3155068" cy="265574"/>
          </a:xfrm>
          <a:prstGeom prst="rect">
            <a:avLst/>
          </a:prstGeom>
          <a:noFill/>
          <a:ln w="9525">
            <a:noFill/>
            <a:miter lim="800000"/>
            <a:headEnd/>
            <a:tailEnd/>
          </a:ln>
        </p:spPr>
        <p:txBody>
          <a:bodyPr wrap="none" lIns="80124" tIns="40063" rIns="80124" bIns="40063">
            <a:spAutoFit/>
          </a:bodyPr>
          <a:lstStyle/>
          <a:p>
            <a:pPr defTabSz="801688" eaLnBrk="0" hangingPunct="0">
              <a:defRPr/>
            </a:pPr>
            <a:r>
              <a:rPr lang="en-US" altLang="zh-CN" sz="1200" dirty="0">
                <a:solidFill>
                  <a:srgbClr val="000000"/>
                </a:solidFill>
                <a:latin typeface="FrutigerNext LT Bold" pitchFamily="34" charset="0"/>
                <a:ea typeface="MS PGothic" pitchFamily="34" charset="-128"/>
              </a:rPr>
              <a:t>HUAWEI TECHNOLOGIES (Egypt) CO., LTD.</a:t>
            </a:r>
            <a:endParaRPr lang="en-US" altLang="zh-CN" sz="2200" dirty="0">
              <a:solidFill>
                <a:srgbClr val="000000"/>
              </a:solidFill>
              <a:latin typeface="Arial" pitchFamily="34" charset="0"/>
              <a:ea typeface="MS PGothic" pitchFamily="34" charset="-128"/>
            </a:endParaRPr>
          </a:p>
        </p:txBody>
      </p:sp>
      <p:pic>
        <p:nvPicPr>
          <p:cNvPr id="4100" name="Picture 4" descr="8"/>
          <p:cNvPicPr>
            <a:picLocks noChangeAspect="1" noChangeArrowheads="1"/>
          </p:cNvPicPr>
          <p:nvPr/>
        </p:nvPicPr>
        <p:blipFill>
          <a:blip r:embed="rId15" cstate="print"/>
          <a:srcRect/>
          <a:stretch>
            <a:fillRect/>
          </a:stretch>
        </p:blipFill>
        <p:spPr bwMode="auto">
          <a:xfrm>
            <a:off x="10014448" y="6399229"/>
            <a:ext cx="1748822" cy="312737"/>
          </a:xfrm>
          <a:prstGeom prst="rect">
            <a:avLst/>
          </a:prstGeom>
          <a:noFill/>
          <a:ln w="9525">
            <a:noFill/>
            <a:miter lim="800000"/>
            <a:headEnd/>
            <a:tailEnd/>
          </a:ln>
        </p:spPr>
      </p:pic>
      <p:sp>
        <p:nvSpPr>
          <p:cNvPr id="590853" name="Rectangle 5"/>
          <p:cNvSpPr>
            <a:spLocks noGrp="1" noChangeArrowheads="1"/>
          </p:cNvSpPr>
          <p:nvPr>
            <p:ph type="dt" sz="half" idx="2"/>
          </p:nvPr>
        </p:nvSpPr>
        <p:spPr bwMode="auto">
          <a:xfrm>
            <a:off x="8483698" y="6489716"/>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a:latin typeface="FrutigerNext LT Bold" pitchFamily="34" charset="0"/>
                <a:ea typeface="MS PGothic" pitchFamily="34" charset="-128"/>
              </a:defRPr>
            </a:lvl1pPr>
          </a:lstStyle>
          <a:p>
            <a:pPr>
              <a:defRPr/>
            </a:pPr>
            <a:endParaRPr lang="en-GB" altLang="zh-CN" sz="1200">
              <a:solidFill>
                <a:srgbClr val="000000"/>
              </a:solidFill>
            </a:endParaRPr>
          </a:p>
        </p:txBody>
      </p:sp>
      <p:sp>
        <p:nvSpPr>
          <p:cNvPr id="4102" name="Rectangle 6"/>
          <p:cNvSpPr>
            <a:spLocks noGrp="1" noChangeArrowheads="1"/>
          </p:cNvSpPr>
          <p:nvPr>
            <p:ph type="title"/>
          </p:nvPr>
        </p:nvSpPr>
        <p:spPr bwMode="auto">
          <a:xfrm>
            <a:off x="870182" y="430214"/>
            <a:ext cx="10329906" cy="871537"/>
          </a:xfrm>
          <a:prstGeom prst="rect">
            <a:avLst/>
          </a:prstGeom>
          <a:noFill/>
          <a:ln w="9525">
            <a:noFill/>
            <a:miter lim="800000"/>
            <a:headEnd/>
            <a:tailEnd/>
          </a:ln>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590855" name="Rectangle 7"/>
          <p:cNvSpPr>
            <a:spLocks noChangeArrowheads="1"/>
          </p:cNvSpPr>
          <p:nvPr/>
        </p:nvSpPr>
        <p:spPr bwMode="auto">
          <a:xfrm>
            <a:off x="5191427" y="6438900"/>
            <a:ext cx="1642923" cy="265536"/>
          </a:xfrm>
          <a:prstGeom prst="rect">
            <a:avLst/>
          </a:prstGeom>
          <a:noFill/>
          <a:ln w="9525" algn="ctr">
            <a:noFill/>
            <a:miter lim="800000"/>
            <a:headEnd/>
            <a:tailEnd/>
          </a:ln>
          <a:effectLst/>
        </p:spPr>
        <p:txBody>
          <a:bodyPr wrap="none" lIns="80092" tIns="40044" rIns="80092" bIns="40044">
            <a:spAutoFit/>
          </a:bodyPr>
          <a:lstStyle/>
          <a:p>
            <a:pPr defTabSz="801688" eaLnBrk="0" hangingPunct="0">
              <a:defRPr/>
            </a:pPr>
            <a:r>
              <a:rPr lang="en-US" altLang="zh-CN" sz="1200">
                <a:solidFill>
                  <a:srgbClr val="000000"/>
                </a:solidFill>
                <a:latin typeface="FrutigerNext LT Bold" pitchFamily="1" charset="0"/>
                <a:ea typeface="ＭＳ Ｐゴシック" pitchFamily="34" charset="-128"/>
              </a:rPr>
              <a:t>Huawei Confidential </a:t>
            </a:r>
          </a:p>
        </p:txBody>
      </p:sp>
      <p:sp>
        <p:nvSpPr>
          <p:cNvPr id="590856" name="Rectangle 8"/>
          <p:cNvSpPr>
            <a:spLocks noChangeArrowheads="1"/>
          </p:cNvSpPr>
          <p:nvPr/>
        </p:nvSpPr>
        <p:spPr bwMode="auto">
          <a:xfrm>
            <a:off x="-2544890" y="528638"/>
            <a:ext cx="2460207" cy="5307012"/>
          </a:xfrm>
          <a:prstGeom prst="rect">
            <a:avLst/>
          </a:prstGeom>
          <a:noFill/>
          <a:ln w="9525">
            <a:noFill/>
            <a:miter lim="800000"/>
            <a:headEnd/>
            <a:tailEnd/>
          </a:ln>
          <a:effectLst/>
        </p:spPr>
        <p:txBody>
          <a:bodyPr lIns="80124" tIns="40063" rIns="80124" bIns="40063"/>
          <a:lstStyle/>
          <a:p>
            <a:pPr algn="r" defTabSz="801688">
              <a:lnSpc>
                <a:spcPct val="125000"/>
              </a:lnSpc>
              <a:buClr>
                <a:srgbClr val="777777"/>
              </a:buClr>
              <a:buSzPct val="60000"/>
              <a:buFont typeface="Wingdings" pitchFamily="2" charset="2"/>
              <a:buNone/>
              <a:defRPr/>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pitchFamily="34" charset="0"/>
              </a:rPr>
              <a:t>FrutigerNext LT Medium</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 R153 G0 B0</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英文正文</a:t>
            </a:r>
            <a:r>
              <a:rPr lang="en-US" altLang="zh-CN" sz="1100">
                <a:solidFill>
                  <a:srgbClr val="FFFFFF"/>
                </a:solidFill>
              </a:rPr>
              <a:t>:20-22pt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内部使用字体 </a:t>
            </a:r>
            <a:r>
              <a:rPr lang="en-US" altLang="zh-CN" sz="1100">
                <a:solidFill>
                  <a:srgbClr val="FFFFFF"/>
                </a:solidFill>
                <a:latin typeface="FrutigerNext LT Regular" pitchFamily="34" charset="0"/>
              </a:rPr>
              <a:t>:</a:t>
            </a:r>
          </a:p>
          <a:p>
            <a:pPr algn="r" defTabSz="801688">
              <a:lnSpc>
                <a:spcPct val="125000"/>
              </a:lnSpc>
              <a:buClr>
                <a:srgbClr val="777777"/>
              </a:buClr>
              <a:buSzPct val="60000"/>
              <a:buFont typeface="Wingdings" pitchFamily="2" charset="2"/>
              <a:buNone/>
              <a:defRPr/>
            </a:pPr>
            <a:r>
              <a:rPr lang="en-US" altLang="zh-CN" sz="1100">
                <a:solidFill>
                  <a:srgbClr val="FFFFFF"/>
                </a:solidFill>
                <a:latin typeface="FrutigerNext LT Regular" pitchFamily="34" charset="0"/>
              </a:rPr>
              <a:t>FrutigerNext LT Regular</a:t>
            </a:r>
          </a:p>
          <a:p>
            <a:pPr algn="r" defTabSz="801688">
              <a:lnSpc>
                <a:spcPct val="125000"/>
              </a:lnSpc>
              <a:buClr>
                <a:srgbClr val="777777"/>
              </a:buClr>
              <a:buSzPct val="60000"/>
              <a:buFont typeface="Wingdings" pitchFamily="2" charset="2"/>
              <a:buNone/>
              <a:defRPr/>
            </a:pPr>
            <a:r>
              <a:rPr lang="zh-CN" altLang="en-US" sz="1100">
                <a:solidFill>
                  <a:srgbClr val="FFFFFF"/>
                </a:solidFill>
                <a:latin typeface="FrutigerNext LT Regular" pitchFamily="34" charset="0"/>
              </a:rPr>
              <a:t>外部使用字体 </a:t>
            </a:r>
            <a:r>
              <a:rPr lang="en-US" altLang="zh-CN" sz="1100">
                <a:solidFill>
                  <a:srgbClr val="FFFFFF"/>
                </a:solidFill>
                <a:latin typeface="FrutigerNext LT Regular" pitchFamily="34" charset="0"/>
              </a:rPr>
              <a:t>: Arial</a:t>
            </a:r>
          </a:p>
          <a:p>
            <a:pPr algn="r" defTabSz="801688">
              <a:lnSpc>
                <a:spcPct val="7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中文正文</a:t>
            </a:r>
            <a:r>
              <a:rPr lang="en-US" altLang="zh-CN" sz="1100">
                <a:solidFill>
                  <a:srgbClr val="FFFFFF"/>
                </a:solidFill>
              </a:rPr>
              <a:t>:18-20pt</a:t>
            </a:r>
          </a:p>
          <a:p>
            <a:pPr algn="r" defTabSz="801688">
              <a:lnSpc>
                <a:spcPct val="125000"/>
              </a:lnSpc>
              <a:buClr>
                <a:srgbClr val="777777"/>
              </a:buClr>
              <a:buSzPct val="60000"/>
              <a:buFont typeface="Wingdings" pitchFamily="2" charset="2"/>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defTabSz="801688">
              <a:lnSpc>
                <a:spcPct val="125000"/>
              </a:lnSpc>
              <a:buClr>
                <a:srgbClr val="777777"/>
              </a:buClr>
              <a:buSzPct val="60000"/>
              <a:buFont typeface="Wingdings" pitchFamily="2" charset="2"/>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en-US" altLang="zh-CN" sz="1100">
              <a:solidFill>
                <a:srgbClr val="FFFFFF"/>
              </a:solidFill>
            </a:endParaRPr>
          </a:p>
          <a:p>
            <a:pPr algn="r" defTabSz="801688">
              <a:lnSpc>
                <a:spcPct val="125000"/>
              </a:lnSpc>
              <a:buClr>
                <a:srgbClr val="777777"/>
              </a:buClr>
              <a:buSzPct val="60000"/>
              <a:buFont typeface="Wingdings" pitchFamily="2" charset="2"/>
              <a:buNone/>
              <a:defRPr/>
            </a:pPr>
            <a:endParaRPr lang="zh-CN" altLang="en-US" sz="1100">
              <a:solidFill>
                <a:srgbClr val="000000"/>
              </a:solidFill>
            </a:endParaRPr>
          </a:p>
        </p:txBody>
      </p:sp>
      <p:sp>
        <p:nvSpPr>
          <p:cNvPr id="590857" name="Rectangle 9"/>
          <p:cNvSpPr>
            <a:spLocks noChangeArrowheads="1"/>
          </p:cNvSpPr>
          <p:nvPr/>
        </p:nvSpPr>
        <p:spPr bwMode="auto">
          <a:xfrm>
            <a:off x="12269285" y="1423988"/>
            <a:ext cx="1399480" cy="2005012"/>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配色参考方案：</a:t>
            </a:r>
          </a:p>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建议同一页面内不超过四种颜色，以下是</a:t>
            </a:r>
            <a:r>
              <a:rPr lang="en-US" altLang="zh-CN" sz="1100">
                <a:solidFill>
                  <a:srgbClr val="FFFFFF"/>
                </a:solidFill>
                <a:latin typeface="华文细黑" pitchFamily="2" charset="-122"/>
              </a:rPr>
              <a:t>13</a:t>
            </a:r>
            <a:r>
              <a:rPr lang="zh-CN" altLang="en-US" sz="1100">
                <a:solidFill>
                  <a:srgbClr val="FFFFFF"/>
                </a:solidFill>
                <a:latin typeface="华文细黑" pitchFamily="2" charset="-122"/>
              </a:rPr>
              <a:t>组配色方案，同一页面内只选择一组使用。（仅供参考）</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590858" name="Rectangle 10"/>
          <p:cNvSpPr>
            <a:spLocks noChangeArrowheads="1"/>
          </p:cNvSpPr>
          <p:nvPr/>
        </p:nvSpPr>
        <p:spPr bwMode="auto">
          <a:xfrm>
            <a:off x="12269285" y="-61913"/>
            <a:ext cx="1399480" cy="838201"/>
          </a:xfrm>
          <a:prstGeom prst="rect">
            <a:avLst/>
          </a:prstGeom>
          <a:noFill/>
          <a:ln w="9525">
            <a:noFill/>
            <a:miter lim="800000"/>
            <a:headEnd/>
            <a:tailEnd/>
          </a:ln>
          <a:effectLst/>
        </p:spPr>
        <p:txBody>
          <a:bodyPr lIns="80124" tIns="40063" rIns="80124" bIns="40063"/>
          <a:lstStyle/>
          <a:p>
            <a:pPr defTabSz="801688">
              <a:lnSpc>
                <a:spcPct val="120000"/>
              </a:lnSpc>
              <a:buClr>
                <a:srgbClr val="777777"/>
              </a:buClr>
              <a:buSzPct val="60000"/>
              <a:buFont typeface="Wingdings" pitchFamily="2" charset="2"/>
              <a:buNone/>
              <a:defRPr/>
            </a:pPr>
            <a:r>
              <a:rPr lang="zh-CN" altLang="en-US" sz="1100">
                <a:solidFill>
                  <a:srgbClr val="FFFFFF"/>
                </a:solidFill>
                <a:latin typeface="华文细黑" pitchFamily="2" charset="-122"/>
              </a:rPr>
              <a:t>客户或者合作伙伴的标志放在右上角</a:t>
            </a:r>
            <a:r>
              <a:rPr lang="en-US" altLang="zh-CN" sz="1100">
                <a:solidFill>
                  <a:srgbClr val="FFFFFF"/>
                </a:solidFill>
                <a:latin typeface="华文细黑" pitchFamily="2" charset="-122"/>
              </a:rPr>
              <a:t>.</a:t>
            </a:r>
          </a:p>
          <a:p>
            <a:pPr defTabSz="801688">
              <a:lnSpc>
                <a:spcPct val="125000"/>
              </a:lnSpc>
              <a:buClr>
                <a:srgbClr val="777777"/>
              </a:buClr>
              <a:buSzPct val="60000"/>
              <a:buFont typeface="Wingdings" pitchFamily="2" charset="2"/>
              <a:buNone/>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en-US" altLang="zh-CN" sz="1100">
              <a:solidFill>
                <a:srgbClr val="FFFFFF"/>
              </a:solidFill>
              <a:latin typeface="华文细黑" pitchFamily="2" charset="-122"/>
            </a:endParaRPr>
          </a:p>
          <a:p>
            <a:pPr defTabSz="801688">
              <a:lnSpc>
                <a:spcPct val="125000"/>
              </a:lnSpc>
              <a:buClr>
                <a:srgbClr val="777777"/>
              </a:buClr>
              <a:buSzPct val="60000"/>
              <a:buFont typeface="Wingdings" pitchFamily="2" charset="2"/>
              <a:buChar char="l"/>
              <a:defRPr/>
            </a:pPr>
            <a:endParaRPr lang="zh-CN" altLang="en-US" sz="1100">
              <a:solidFill>
                <a:srgbClr val="FFFFFF"/>
              </a:solidFill>
              <a:latin typeface="华文细黑" pitchFamily="2" charset="-122"/>
            </a:endParaRPr>
          </a:p>
        </p:txBody>
      </p:sp>
      <p:sp>
        <p:nvSpPr>
          <p:cNvPr id="4107" name="Rectangle 11"/>
          <p:cNvSpPr>
            <a:spLocks noGrp="1" noChangeArrowheads="1"/>
          </p:cNvSpPr>
          <p:nvPr>
            <p:ph type="body" idx="1"/>
          </p:nvPr>
        </p:nvSpPr>
        <p:spPr bwMode="auto">
          <a:xfrm>
            <a:off x="870180" y="1641475"/>
            <a:ext cx="10575503" cy="4194175"/>
          </a:xfrm>
          <a:prstGeom prst="rect">
            <a:avLst/>
          </a:prstGeom>
          <a:noFill/>
          <a:ln w="9525">
            <a:noFill/>
            <a:miter lim="800000"/>
            <a:headEnd/>
            <a:tailEnd/>
          </a:ln>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90860" name="Rectangle 12"/>
          <p:cNvSpPr>
            <a:spLocks noChangeArrowheads="1"/>
          </p:cNvSpPr>
          <p:nvPr/>
        </p:nvSpPr>
        <p:spPr bwMode="auto">
          <a:xfrm>
            <a:off x="12362439" y="5035981"/>
            <a:ext cx="1225869" cy="276983"/>
          </a:xfrm>
          <a:prstGeom prst="rect">
            <a:avLst/>
          </a:prstGeom>
          <a:solidFill>
            <a:schemeClr val="bg1"/>
          </a:solidFill>
          <a:ln w="9525" algn="ctr">
            <a:noFill/>
            <a:miter lim="800000"/>
            <a:headEnd/>
            <a:tailEnd/>
          </a:ln>
          <a:effectLst/>
        </p:spPr>
        <p:txBody>
          <a:bodyPr lIns="91425" tIns="45712" rIns="91425" bIns="45712" anchor="ctr">
            <a:spAutoFit/>
          </a:bodyPr>
          <a:lstStyle/>
          <a:p>
            <a:pPr>
              <a:defRPr/>
            </a:pPr>
            <a:endParaRPr lang="zh-CN" altLang="en-US" sz="1200">
              <a:solidFill>
                <a:srgbClr val="000000"/>
              </a:solidFill>
              <a:ea typeface="黑体" pitchFamily="2" charset="-122"/>
            </a:endParaRPr>
          </a:p>
        </p:txBody>
      </p:sp>
      <p:grpSp>
        <p:nvGrpSpPr>
          <p:cNvPr id="2" name="Group 13"/>
          <p:cNvGrpSpPr>
            <a:grpSpLocks/>
          </p:cNvGrpSpPr>
          <p:nvPr/>
        </p:nvGrpSpPr>
        <p:grpSpPr bwMode="auto">
          <a:xfrm>
            <a:off x="12476773" y="3789363"/>
            <a:ext cx="986624" cy="182562"/>
            <a:chOff x="5893" y="2387"/>
            <a:chExt cx="466" cy="115"/>
          </a:xfrm>
        </p:grpSpPr>
        <p:sp>
          <p:nvSpPr>
            <p:cNvPr id="590862" name="Rectangle 14"/>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3" name="Rectangle 15"/>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4" name="Rectangle 16"/>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5" name="Rectangle 17"/>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3" name="Group 18"/>
          <p:cNvGrpSpPr>
            <a:grpSpLocks/>
          </p:cNvGrpSpPr>
          <p:nvPr/>
        </p:nvGrpSpPr>
        <p:grpSpPr bwMode="auto">
          <a:xfrm>
            <a:off x="12476773" y="4005263"/>
            <a:ext cx="986624" cy="182562"/>
            <a:chOff x="5893" y="2523"/>
            <a:chExt cx="466" cy="115"/>
          </a:xfrm>
        </p:grpSpPr>
        <p:sp>
          <p:nvSpPr>
            <p:cNvPr id="590867" name="Rectangle 19"/>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8" name="Rectangle 20"/>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69" name="Rectangle 21"/>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0" name="Rectangle 22"/>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4" name="Group 23"/>
          <p:cNvGrpSpPr>
            <a:grpSpLocks/>
          </p:cNvGrpSpPr>
          <p:nvPr/>
        </p:nvGrpSpPr>
        <p:grpSpPr bwMode="auto">
          <a:xfrm>
            <a:off x="12476773" y="4221163"/>
            <a:ext cx="986624" cy="182562"/>
            <a:chOff x="5893" y="2659"/>
            <a:chExt cx="466" cy="115"/>
          </a:xfrm>
        </p:grpSpPr>
        <p:sp>
          <p:nvSpPr>
            <p:cNvPr id="590872" name="Rectangle 24"/>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3" name="Rectangle 25"/>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4" name="Rectangle 26"/>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5" name="Rectangle 27"/>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5" name="Group 28"/>
          <p:cNvGrpSpPr>
            <a:grpSpLocks/>
          </p:cNvGrpSpPr>
          <p:nvPr/>
        </p:nvGrpSpPr>
        <p:grpSpPr bwMode="auto">
          <a:xfrm>
            <a:off x="12476773" y="3573463"/>
            <a:ext cx="986624" cy="188912"/>
            <a:chOff x="5893" y="2251"/>
            <a:chExt cx="466" cy="119"/>
          </a:xfrm>
        </p:grpSpPr>
        <p:sp>
          <p:nvSpPr>
            <p:cNvPr id="590877" name="Rectangle 29"/>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8" name="Rectangle 30"/>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79" name="Rectangle 31"/>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0" name="Rectangle 32"/>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6" name="Group 33"/>
          <p:cNvGrpSpPr>
            <a:grpSpLocks/>
          </p:cNvGrpSpPr>
          <p:nvPr/>
        </p:nvGrpSpPr>
        <p:grpSpPr bwMode="auto">
          <a:xfrm>
            <a:off x="12476773" y="4581541"/>
            <a:ext cx="986624" cy="182563"/>
            <a:chOff x="5893" y="2886"/>
            <a:chExt cx="466" cy="115"/>
          </a:xfrm>
        </p:grpSpPr>
        <p:sp>
          <p:nvSpPr>
            <p:cNvPr id="590882" name="Rectangle 34"/>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3" name="Rectangle 35"/>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4" name="Rectangle 36"/>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5" name="Rectangle 37"/>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7" name="Group 38"/>
          <p:cNvGrpSpPr>
            <a:grpSpLocks/>
          </p:cNvGrpSpPr>
          <p:nvPr/>
        </p:nvGrpSpPr>
        <p:grpSpPr bwMode="auto">
          <a:xfrm>
            <a:off x="12476773" y="4797441"/>
            <a:ext cx="986624" cy="182563"/>
            <a:chOff x="5893" y="3022"/>
            <a:chExt cx="466" cy="115"/>
          </a:xfrm>
        </p:grpSpPr>
        <p:sp>
          <p:nvSpPr>
            <p:cNvPr id="590887" name="Rectangle 39"/>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8" name="Rectangle 40"/>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89" name="Rectangle 41"/>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0" name="Rectangle 42"/>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8" name="Group 43"/>
          <p:cNvGrpSpPr>
            <a:grpSpLocks/>
          </p:cNvGrpSpPr>
          <p:nvPr/>
        </p:nvGrpSpPr>
        <p:grpSpPr bwMode="auto">
          <a:xfrm>
            <a:off x="12476773" y="5013341"/>
            <a:ext cx="986624" cy="182563"/>
            <a:chOff x="5893" y="3158"/>
            <a:chExt cx="466" cy="115"/>
          </a:xfrm>
        </p:grpSpPr>
        <p:sp>
          <p:nvSpPr>
            <p:cNvPr id="590892" name="Rectangle 44"/>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3" name="Rectangle 45"/>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4" name="Rectangle 46"/>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5" name="Rectangle 47"/>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9" name="Group 48"/>
          <p:cNvGrpSpPr>
            <a:grpSpLocks/>
          </p:cNvGrpSpPr>
          <p:nvPr/>
        </p:nvGrpSpPr>
        <p:grpSpPr bwMode="auto">
          <a:xfrm>
            <a:off x="12476773" y="5373688"/>
            <a:ext cx="986624" cy="182562"/>
            <a:chOff x="5893" y="3385"/>
            <a:chExt cx="466" cy="115"/>
          </a:xfrm>
        </p:grpSpPr>
        <p:sp>
          <p:nvSpPr>
            <p:cNvPr id="590897" name="Rectangle 49"/>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8" name="Rectangle 50"/>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899" name="Rectangle 51"/>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0" name="Rectangle 52"/>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0" name="Group 53"/>
          <p:cNvGrpSpPr>
            <a:grpSpLocks/>
          </p:cNvGrpSpPr>
          <p:nvPr/>
        </p:nvGrpSpPr>
        <p:grpSpPr bwMode="auto">
          <a:xfrm>
            <a:off x="12476773" y="5589588"/>
            <a:ext cx="986624" cy="182562"/>
            <a:chOff x="5893" y="3521"/>
            <a:chExt cx="466" cy="115"/>
          </a:xfrm>
        </p:grpSpPr>
        <p:sp>
          <p:nvSpPr>
            <p:cNvPr id="590902" name="Rectangle 54"/>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3" name="Rectangle 55"/>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4" name="Rectangle 56"/>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5" name="Rectangle 57"/>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1" name="Group 58"/>
          <p:cNvGrpSpPr>
            <a:grpSpLocks/>
          </p:cNvGrpSpPr>
          <p:nvPr/>
        </p:nvGrpSpPr>
        <p:grpSpPr bwMode="auto">
          <a:xfrm>
            <a:off x="12476773" y="5805488"/>
            <a:ext cx="986624" cy="182562"/>
            <a:chOff x="5893" y="3657"/>
            <a:chExt cx="466" cy="115"/>
          </a:xfrm>
        </p:grpSpPr>
        <p:sp>
          <p:nvSpPr>
            <p:cNvPr id="590907" name="Rectangle 59"/>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8" name="Rectangle 60"/>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09" name="Rectangle 61"/>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0" name="Rectangle 62"/>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2" name="Group 63"/>
          <p:cNvGrpSpPr>
            <a:grpSpLocks/>
          </p:cNvGrpSpPr>
          <p:nvPr/>
        </p:nvGrpSpPr>
        <p:grpSpPr bwMode="auto">
          <a:xfrm>
            <a:off x="12476773" y="6165866"/>
            <a:ext cx="986624" cy="182563"/>
            <a:chOff x="5893" y="3884"/>
            <a:chExt cx="466" cy="115"/>
          </a:xfrm>
        </p:grpSpPr>
        <p:sp>
          <p:nvSpPr>
            <p:cNvPr id="590912" name="Rectangle 64"/>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3" name="Rectangle 65"/>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4" name="Rectangle 66"/>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5" name="Rectangle 67"/>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3" name="Group 68"/>
          <p:cNvGrpSpPr>
            <a:grpSpLocks/>
          </p:cNvGrpSpPr>
          <p:nvPr/>
        </p:nvGrpSpPr>
        <p:grpSpPr bwMode="auto">
          <a:xfrm>
            <a:off x="12476773" y="6391291"/>
            <a:ext cx="986624" cy="182563"/>
            <a:chOff x="5893" y="4026"/>
            <a:chExt cx="466" cy="115"/>
          </a:xfrm>
        </p:grpSpPr>
        <p:sp>
          <p:nvSpPr>
            <p:cNvPr id="590917" name="Rectangle 69"/>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8" name="Rectangle 70"/>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19" name="Rectangle 71"/>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0" name="Rectangle 72"/>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grpSp>
        <p:nvGrpSpPr>
          <p:cNvPr id="14" name="Group 73"/>
          <p:cNvGrpSpPr>
            <a:grpSpLocks/>
          </p:cNvGrpSpPr>
          <p:nvPr/>
        </p:nvGrpSpPr>
        <p:grpSpPr bwMode="auto">
          <a:xfrm>
            <a:off x="12476773" y="6615113"/>
            <a:ext cx="986624" cy="182562"/>
            <a:chOff x="5893" y="4167"/>
            <a:chExt cx="466" cy="115"/>
          </a:xfrm>
        </p:grpSpPr>
        <p:sp>
          <p:nvSpPr>
            <p:cNvPr id="590922" name="Rectangle 74"/>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3" name="Rectangle 75"/>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4" name="Rectangle 76"/>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sp>
          <p:nvSpPr>
            <p:cNvPr id="590925" name="Rectangle 77"/>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a:defRPr/>
              </a:pPr>
              <a:endParaRPr lang="zh-CN" altLang="en-US" sz="1200">
                <a:solidFill>
                  <a:srgbClr val="000000"/>
                </a:solidFill>
                <a:ea typeface="黑体" pitchFamily="2" charset="-122"/>
              </a:endParaRPr>
            </a:p>
          </p:txBody>
        </p:sp>
      </p:grpSp>
    </p:spTree>
  </p:cSld>
  <p:clrMap bg1="lt1" tx1="dk1" bg2="lt2" tx2="dk2" accent1="accent1" accent2="accent2" accent3="accent3" accent4="accent4" accent5="accent5" accent6="accent6" hlink="hlink" folHlink="folHlink"/>
  <p:sldLayoutIdLst>
    <p:sldLayoutId id="2147484278" r:id="rId1"/>
    <p:sldLayoutId id="2147484279" r:id="rId2"/>
    <p:sldLayoutId id="2147484280" r:id="rId3"/>
    <p:sldLayoutId id="2147484281" r:id="rId4"/>
    <p:sldLayoutId id="2147484282" r:id="rId5"/>
    <p:sldLayoutId id="2147484283" r:id="rId6"/>
    <p:sldLayoutId id="2147484284" r:id="rId7"/>
    <p:sldLayoutId id="2147484285" r:id="rId8"/>
    <p:sldLayoutId id="2147484286" r:id="rId9"/>
    <p:sldLayoutId id="2147484287" r:id="rId10"/>
    <p:sldLayoutId id="2147484288" r:id="rId11"/>
    <p:sldLayoutId id="2147484289" r:id="rId12"/>
  </p:sldLayoutIdLst>
  <p:hf hdr="0" ftr="0" dt="0"/>
  <p:txStyles>
    <p:titleStyle>
      <a:lvl1pPr algn="l" defTabSz="801688" rtl="0" eaLnBrk="0" fontAlgn="base" hangingPunct="0">
        <a:spcBef>
          <a:spcPct val="0"/>
        </a:spcBef>
        <a:spcAft>
          <a:spcPct val="0"/>
        </a:spcAft>
        <a:defRPr sz="2800" b="1">
          <a:solidFill>
            <a:srgbClr val="990000"/>
          </a:solidFill>
          <a:latin typeface="+mj-lt"/>
          <a:ea typeface="+mj-ea"/>
          <a:cs typeface="+mj-cs"/>
        </a:defRPr>
      </a:lvl1pPr>
      <a:lvl2pPr algn="l" defTabSz="801688" rtl="0" eaLnBrk="0" fontAlgn="base" hangingPunct="0">
        <a:spcBef>
          <a:spcPct val="0"/>
        </a:spcBef>
        <a:spcAft>
          <a:spcPct val="0"/>
        </a:spcAft>
        <a:defRPr sz="2800" b="1">
          <a:solidFill>
            <a:srgbClr val="990000"/>
          </a:solidFill>
          <a:latin typeface="Arial" charset="0"/>
          <a:ea typeface="宋体" pitchFamily="2" charset="-122"/>
        </a:defRPr>
      </a:lvl2pPr>
      <a:lvl3pPr algn="l" defTabSz="801688" rtl="0" eaLnBrk="0" fontAlgn="base" hangingPunct="0">
        <a:spcBef>
          <a:spcPct val="0"/>
        </a:spcBef>
        <a:spcAft>
          <a:spcPct val="0"/>
        </a:spcAft>
        <a:defRPr sz="2800" b="1">
          <a:solidFill>
            <a:srgbClr val="990000"/>
          </a:solidFill>
          <a:latin typeface="Arial" charset="0"/>
          <a:ea typeface="宋体" pitchFamily="2" charset="-122"/>
        </a:defRPr>
      </a:lvl3pPr>
      <a:lvl4pPr algn="l" defTabSz="801688" rtl="0" eaLnBrk="0" fontAlgn="base" hangingPunct="0">
        <a:spcBef>
          <a:spcPct val="0"/>
        </a:spcBef>
        <a:spcAft>
          <a:spcPct val="0"/>
        </a:spcAft>
        <a:defRPr sz="2800" b="1">
          <a:solidFill>
            <a:srgbClr val="990000"/>
          </a:solidFill>
          <a:latin typeface="Arial" charset="0"/>
          <a:ea typeface="宋体" pitchFamily="2" charset="-122"/>
        </a:defRPr>
      </a:lvl4pPr>
      <a:lvl5pPr algn="l" defTabSz="801688" rtl="0" eaLnBrk="0" fontAlgn="base" hangingPunct="0">
        <a:spcBef>
          <a:spcPct val="0"/>
        </a:spcBef>
        <a:spcAft>
          <a:spcPct val="0"/>
        </a:spcAft>
        <a:defRPr sz="2800" b="1">
          <a:solidFill>
            <a:srgbClr val="990000"/>
          </a:solidFill>
          <a:latin typeface="Arial" charset="0"/>
          <a:ea typeface="宋体" pitchFamily="2" charset="-122"/>
        </a:defRPr>
      </a:lvl5pPr>
      <a:lvl6pPr marL="457200" algn="l" defTabSz="801688" rtl="0" fontAlgn="base">
        <a:spcBef>
          <a:spcPct val="0"/>
        </a:spcBef>
        <a:spcAft>
          <a:spcPct val="0"/>
        </a:spcAft>
        <a:defRPr sz="2800" b="1">
          <a:solidFill>
            <a:srgbClr val="990000"/>
          </a:solidFill>
          <a:latin typeface="Arial" charset="0"/>
          <a:ea typeface="宋体" pitchFamily="2" charset="-122"/>
        </a:defRPr>
      </a:lvl6pPr>
      <a:lvl7pPr marL="914400" algn="l" defTabSz="801688" rtl="0" fontAlgn="base">
        <a:spcBef>
          <a:spcPct val="0"/>
        </a:spcBef>
        <a:spcAft>
          <a:spcPct val="0"/>
        </a:spcAft>
        <a:defRPr sz="2800" b="1">
          <a:solidFill>
            <a:srgbClr val="990000"/>
          </a:solidFill>
          <a:latin typeface="Arial" charset="0"/>
          <a:ea typeface="宋体" pitchFamily="2" charset="-122"/>
        </a:defRPr>
      </a:lvl7pPr>
      <a:lvl8pPr marL="1371600" algn="l" defTabSz="801688" rtl="0" fontAlgn="base">
        <a:spcBef>
          <a:spcPct val="0"/>
        </a:spcBef>
        <a:spcAft>
          <a:spcPct val="0"/>
        </a:spcAft>
        <a:defRPr sz="2800" b="1">
          <a:solidFill>
            <a:srgbClr val="990000"/>
          </a:solidFill>
          <a:latin typeface="Arial" charset="0"/>
          <a:ea typeface="宋体" pitchFamily="2" charset="-122"/>
        </a:defRPr>
      </a:lvl8pPr>
      <a:lvl9pPr marL="1828800" algn="l" defTabSz="801688" rtl="0" fontAlgn="base">
        <a:spcBef>
          <a:spcPct val="0"/>
        </a:spcBef>
        <a:spcAft>
          <a:spcPct val="0"/>
        </a:spcAft>
        <a:defRPr sz="2800" b="1">
          <a:solidFill>
            <a:srgbClr val="990000"/>
          </a:solidFill>
          <a:latin typeface="Arial" charset="0"/>
          <a:ea typeface="宋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Light" pitchFamily="34" charset="0"/>
          <a:ea typeface="+mn-ea"/>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FrutigerNext LT Medium" pitchFamily="34" charset="0"/>
          <a:ea typeface="+mn-ea"/>
        </a:defRPr>
      </a:lvl4pPr>
      <a:lvl5pPr marL="1803400" indent="-201613" algn="l" defTabSz="801688" rtl="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3" y="6224627"/>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22" y="6451602"/>
            <a:ext cx="3074152"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(Egypt) CO., LTD.</a:t>
            </a:r>
          </a:p>
        </p:txBody>
      </p:sp>
      <p:pic>
        <p:nvPicPr>
          <p:cNvPr id="10244" name="Picture 9" descr="8"/>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014445" y="6386626"/>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514"/>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858"/>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63" y="3832304"/>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2" y="1330404"/>
            <a:ext cx="3703014"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1"/>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6"/>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65"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703"/>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4299" r:id="rId1"/>
    <p:sldLayoutId id="2147484300" r:id="rId2"/>
    <p:sldLayoutId id="2147484302" r:id="rId3"/>
  </p:sldLayoutIdLst>
  <p:hf hdr="0" ftr="0" dt="0"/>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78" descr="内页元素3-1"/>
          <p:cNvPicPr>
            <a:picLocks noChangeAspect="1" noChangeArrowheads="1"/>
          </p:cNvPicPr>
          <p:nvPr/>
        </p:nvPicPr>
        <p:blipFill>
          <a:blip r:embed="rId15" cstate="print"/>
          <a:srcRect/>
          <a:stretch>
            <a:fillRect/>
          </a:stretch>
        </p:blipFill>
        <p:spPr bwMode="auto">
          <a:xfrm>
            <a:off x="1" y="7"/>
            <a:ext cx="12193587" cy="6492875"/>
          </a:xfrm>
          <a:prstGeom prst="rect">
            <a:avLst/>
          </a:prstGeom>
          <a:noFill/>
          <a:ln w="9525">
            <a:noFill/>
            <a:miter lim="800000"/>
            <a:headEnd/>
            <a:tailEnd/>
          </a:ln>
        </p:spPr>
      </p:pic>
      <p:sp>
        <p:nvSpPr>
          <p:cNvPr id="1470543" name="文本框 79"/>
          <p:cNvSpPr txBox="1">
            <a:spLocks noChangeArrowheads="1"/>
          </p:cNvSpPr>
          <p:nvPr/>
        </p:nvSpPr>
        <p:spPr bwMode="auto">
          <a:xfrm>
            <a:off x="869949" y="6467594"/>
            <a:ext cx="221022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a:solidFill>
                  <a:srgbClr val="000000"/>
                </a:solidFill>
                <a:latin typeface="FrutigerNext LT Bold" pitchFamily="1" charset="0"/>
                <a:ea typeface="ＭＳ Ｐゴシック" pitchFamily="34" charset="-128"/>
              </a:rPr>
              <a:t>HISILICON SEMICONDUCTOR</a:t>
            </a:r>
          </a:p>
        </p:txBody>
      </p:sp>
      <p:sp>
        <p:nvSpPr>
          <p:cNvPr id="1470544" name="矩形 80"/>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en-GB">
              <a:solidFill>
                <a:srgbClr val="000000"/>
              </a:solidFill>
              <a:latin typeface="FrutigerNext LT Medium" pitchFamily="34" charset="0"/>
            </a:endParaRPr>
          </a:p>
        </p:txBody>
      </p:sp>
      <p:grpSp>
        <p:nvGrpSpPr>
          <p:cNvPr id="2" name="组合 81"/>
          <p:cNvGrpSpPr>
            <a:grpSpLocks/>
          </p:cNvGrpSpPr>
          <p:nvPr/>
        </p:nvGrpSpPr>
        <p:grpSpPr bwMode="auto">
          <a:xfrm>
            <a:off x="1" y="6216650"/>
            <a:ext cx="12195175" cy="635000"/>
            <a:chOff x="0" y="3920"/>
            <a:chExt cx="7682" cy="400"/>
          </a:xfrm>
        </p:grpSpPr>
        <p:pic>
          <p:nvPicPr>
            <p:cNvPr id="1084" name="图片 82" descr="图片1"/>
            <p:cNvPicPr>
              <a:picLocks noChangeAspect="1" noChangeArrowheads="1"/>
            </p:cNvPicPr>
            <p:nvPr userDrawn="1"/>
          </p:nvPicPr>
          <p:blipFill>
            <a:blip r:embed="rId16" cstate="print"/>
            <a:srcRect/>
            <a:stretch>
              <a:fillRect/>
            </a:stretch>
          </p:blipFill>
          <p:spPr bwMode="auto">
            <a:xfrm>
              <a:off x="0" y="3920"/>
              <a:ext cx="5760" cy="400"/>
            </a:xfrm>
            <a:prstGeom prst="rect">
              <a:avLst/>
            </a:prstGeom>
            <a:noFill/>
            <a:ln w="9525">
              <a:noFill/>
              <a:miter lim="800000"/>
              <a:headEnd/>
              <a:tailEnd/>
            </a:ln>
          </p:spPr>
        </p:pic>
        <p:pic>
          <p:nvPicPr>
            <p:cNvPr id="1085" name="图片 83" descr="图片1"/>
            <p:cNvPicPr>
              <a:picLocks noChangeAspect="1" noChangeArrowheads="1"/>
            </p:cNvPicPr>
            <p:nvPr userDrawn="1"/>
          </p:nvPicPr>
          <p:blipFill>
            <a:blip r:embed="rId16" cstate="print"/>
            <a:srcRect/>
            <a:stretch>
              <a:fillRect/>
            </a:stretch>
          </p:blipFill>
          <p:spPr bwMode="auto">
            <a:xfrm>
              <a:off x="1539" y="3920"/>
              <a:ext cx="5760" cy="400"/>
            </a:xfrm>
            <a:prstGeom prst="rect">
              <a:avLst/>
            </a:prstGeom>
            <a:noFill/>
            <a:ln w="9525">
              <a:noFill/>
              <a:miter lim="800000"/>
              <a:headEnd/>
              <a:tailEnd/>
            </a:ln>
          </p:spPr>
        </p:pic>
        <p:pic>
          <p:nvPicPr>
            <p:cNvPr id="1086" name="图片 84" descr="图片1"/>
            <p:cNvPicPr>
              <a:picLocks noChangeAspect="1" noChangeArrowheads="1"/>
            </p:cNvPicPr>
            <p:nvPr userDrawn="1"/>
          </p:nvPicPr>
          <p:blipFill>
            <a:blip r:embed="rId16" cstate="print"/>
            <a:srcRect/>
            <a:stretch>
              <a:fillRect/>
            </a:stretch>
          </p:blipFill>
          <p:spPr bwMode="auto">
            <a:xfrm rot="10800000">
              <a:off x="6619" y="3920"/>
              <a:ext cx="1063" cy="400"/>
            </a:xfrm>
            <a:prstGeom prst="rect">
              <a:avLst/>
            </a:prstGeom>
            <a:noFill/>
            <a:ln w="9525">
              <a:noFill/>
              <a:miter lim="800000"/>
              <a:headEnd/>
              <a:tailEnd/>
            </a:ln>
          </p:spPr>
        </p:pic>
      </p:grpSp>
      <p:sp>
        <p:nvSpPr>
          <p:cNvPr id="1470549" name="文本框 85"/>
          <p:cNvSpPr txBox="1">
            <a:spLocks noChangeArrowheads="1"/>
          </p:cNvSpPr>
          <p:nvPr/>
        </p:nvSpPr>
        <p:spPr bwMode="auto">
          <a:xfrm>
            <a:off x="869949" y="6458069"/>
            <a:ext cx="3358807"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b="1" dirty="0">
                <a:solidFill>
                  <a:srgbClr val="000000"/>
                </a:solidFill>
                <a:ea typeface="ＭＳ Ｐゴシック" pitchFamily="34" charset="-128"/>
              </a:rPr>
              <a:t>HUAWEI TECHNOLOGIES (Egypt) CO., LTD.</a:t>
            </a:r>
          </a:p>
        </p:txBody>
      </p:sp>
      <p:sp>
        <p:nvSpPr>
          <p:cNvPr id="1031" name="矩形 86"/>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1032" name="图片 87" descr="图片3副本"/>
          <p:cNvPicPr>
            <a:picLocks noChangeAspect="1" noChangeArrowheads="1"/>
          </p:cNvPicPr>
          <p:nvPr/>
        </p:nvPicPr>
        <p:blipFill>
          <a:blip r:embed="rId17" cstate="print"/>
          <a:srcRect/>
          <a:stretch>
            <a:fillRect/>
          </a:stretch>
        </p:blipFill>
        <p:spPr bwMode="auto">
          <a:xfrm>
            <a:off x="10182229" y="6386633"/>
            <a:ext cx="1295399" cy="307975"/>
          </a:xfrm>
          <a:prstGeom prst="rect">
            <a:avLst/>
          </a:prstGeom>
          <a:noFill/>
          <a:ln w="9525">
            <a:noFill/>
            <a:miter lim="800000"/>
            <a:headEnd/>
            <a:tailEnd/>
          </a:ln>
        </p:spPr>
      </p:pic>
      <p:sp>
        <p:nvSpPr>
          <p:cNvPr id="1033" name="矩形 88"/>
          <p:cNvSpPr>
            <a:spLocks noGrp="1" noChangeArrowheads="1"/>
          </p:cNvSpPr>
          <p:nvPr>
            <p:ph type="title"/>
          </p:nvPr>
        </p:nvSpPr>
        <p:spPr bwMode="auto">
          <a:xfrm>
            <a:off x="781053"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4" name="矩形 89"/>
          <p:cNvSpPr>
            <a:spLocks noGrp="1" noChangeArrowheads="1"/>
          </p:cNvSpPr>
          <p:nvPr>
            <p:ph type="body" idx="1"/>
          </p:nvPr>
        </p:nvSpPr>
        <p:spPr bwMode="auto">
          <a:xfrm>
            <a:off x="781053"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矩形 138"/>
          <p:cNvSpPr>
            <a:spLocks noChangeArrowheads="1"/>
          </p:cNvSpPr>
          <p:nvPr/>
        </p:nvSpPr>
        <p:spPr bwMode="auto">
          <a:xfrm>
            <a:off x="-2460621"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036" name="矩形 139"/>
          <p:cNvSpPr>
            <a:spLocks noChangeArrowheads="1"/>
          </p:cNvSpPr>
          <p:nvPr/>
        </p:nvSpPr>
        <p:spPr bwMode="auto">
          <a:xfrm>
            <a:off x="12361940" y="5444802"/>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40"/>
          <p:cNvGrpSpPr>
            <a:grpSpLocks/>
          </p:cNvGrpSpPr>
          <p:nvPr/>
        </p:nvGrpSpPr>
        <p:grpSpPr bwMode="auto">
          <a:xfrm>
            <a:off x="12472987" y="5278438"/>
            <a:ext cx="989012" cy="184150"/>
            <a:chOff x="6657" y="3492"/>
            <a:chExt cx="527" cy="121"/>
          </a:xfrm>
        </p:grpSpPr>
        <p:sp>
          <p:nvSpPr>
            <p:cNvPr id="1080" name="矩形 141"/>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1" name="矩形 142"/>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2" name="矩形 143"/>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3" name="矩形 144"/>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145"/>
          <p:cNvGrpSpPr>
            <a:grpSpLocks/>
          </p:cNvGrpSpPr>
          <p:nvPr/>
        </p:nvGrpSpPr>
        <p:grpSpPr bwMode="auto">
          <a:xfrm>
            <a:off x="12472987" y="6204070"/>
            <a:ext cx="989012" cy="182563"/>
            <a:chOff x="6657" y="4103"/>
            <a:chExt cx="527" cy="121"/>
          </a:xfrm>
        </p:grpSpPr>
        <p:sp>
          <p:nvSpPr>
            <p:cNvPr id="1076" name="矩形 146"/>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7" name="矩形 147"/>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8" name="矩形 148"/>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9" name="矩形 149"/>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150"/>
          <p:cNvGrpSpPr>
            <a:grpSpLocks/>
          </p:cNvGrpSpPr>
          <p:nvPr/>
        </p:nvGrpSpPr>
        <p:grpSpPr bwMode="auto">
          <a:xfrm>
            <a:off x="12472987" y="6450013"/>
            <a:ext cx="989012" cy="182562"/>
            <a:chOff x="6657" y="4266"/>
            <a:chExt cx="527" cy="121"/>
          </a:xfrm>
        </p:grpSpPr>
        <p:sp>
          <p:nvSpPr>
            <p:cNvPr id="1072" name="矩形 151"/>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3" name="矩形 152"/>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4" name="矩形 153"/>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5" name="矩形 154"/>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155"/>
          <p:cNvGrpSpPr>
            <a:grpSpLocks/>
          </p:cNvGrpSpPr>
          <p:nvPr/>
        </p:nvGrpSpPr>
        <p:grpSpPr bwMode="auto">
          <a:xfrm>
            <a:off x="12472987" y="5527795"/>
            <a:ext cx="989012" cy="182563"/>
            <a:chOff x="6657" y="3656"/>
            <a:chExt cx="527" cy="121"/>
          </a:xfrm>
        </p:grpSpPr>
        <p:sp>
          <p:nvSpPr>
            <p:cNvPr id="1068" name="矩形 156"/>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9" name="矩形 157"/>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0" name="矩形 158"/>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1" name="矩形 159"/>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160"/>
          <p:cNvGrpSpPr>
            <a:grpSpLocks/>
          </p:cNvGrpSpPr>
          <p:nvPr/>
        </p:nvGrpSpPr>
        <p:grpSpPr bwMode="auto">
          <a:xfrm>
            <a:off x="12472987" y="5957888"/>
            <a:ext cx="989012" cy="182562"/>
            <a:chOff x="6657" y="3941"/>
            <a:chExt cx="527" cy="121"/>
          </a:xfrm>
        </p:grpSpPr>
        <p:sp>
          <p:nvSpPr>
            <p:cNvPr id="1064" name="矩形 161"/>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5" name="矩形 162"/>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6" name="矩形 163"/>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7" name="矩形 164"/>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165"/>
          <p:cNvGrpSpPr>
            <a:grpSpLocks/>
          </p:cNvGrpSpPr>
          <p:nvPr/>
        </p:nvGrpSpPr>
        <p:grpSpPr bwMode="auto">
          <a:xfrm>
            <a:off x="12472987" y="6697663"/>
            <a:ext cx="989012" cy="182562"/>
            <a:chOff x="6657" y="4430"/>
            <a:chExt cx="527" cy="121"/>
          </a:xfrm>
        </p:grpSpPr>
        <p:sp>
          <p:nvSpPr>
            <p:cNvPr id="1060" name="矩形 166"/>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1" name="矩形 167"/>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2" name="矩形 168"/>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3" name="矩形 169"/>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170"/>
          <p:cNvGrpSpPr>
            <a:grpSpLocks/>
          </p:cNvGrpSpPr>
          <p:nvPr/>
        </p:nvGrpSpPr>
        <p:grpSpPr bwMode="auto">
          <a:xfrm>
            <a:off x="12472987" y="5032375"/>
            <a:ext cx="989012" cy="184150"/>
            <a:chOff x="6657" y="3329"/>
            <a:chExt cx="527" cy="122"/>
          </a:xfrm>
        </p:grpSpPr>
        <p:sp>
          <p:nvSpPr>
            <p:cNvPr id="1056" name="矩形 171"/>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7" name="矩形 172"/>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8" name="矩形 173"/>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9" name="矩形 174"/>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0" name="组合 175"/>
          <p:cNvGrpSpPr>
            <a:grpSpLocks/>
          </p:cNvGrpSpPr>
          <p:nvPr/>
        </p:nvGrpSpPr>
        <p:grpSpPr bwMode="auto">
          <a:xfrm>
            <a:off x="12472987" y="4600695"/>
            <a:ext cx="989012" cy="182563"/>
            <a:chOff x="6657" y="3043"/>
            <a:chExt cx="527" cy="121"/>
          </a:xfrm>
        </p:grpSpPr>
        <p:sp>
          <p:nvSpPr>
            <p:cNvPr id="1052" name="矩形 176"/>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3" name="矩形 177"/>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4" name="矩形 178"/>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5" name="矩形 179"/>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1" name="组合 180"/>
          <p:cNvGrpSpPr>
            <a:grpSpLocks/>
          </p:cNvGrpSpPr>
          <p:nvPr/>
        </p:nvGrpSpPr>
        <p:grpSpPr bwMode="auto">
          <a:xfrm>
            <a:off x="12472987" y="4354513"/>
            <a:ext cx="989012" cy="184150"/>
            <a:chOff x="6657" y="2881"/>
            <a:chExt cx="527" cy="121"/>
          </a:xfrm>
        </p:grpSpPr>
        <p:sp>
          <p:nvSpPr>
            <p:cNvPr id="1048" name="矩形 181"/>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49" name="矩形 182"/>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0" name="矩形 183"/>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1" name="矩形 184"/>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1046" name="矩形 185"/>
          <p:cNvSpPr>
            <a:spLocks noChangeArrowheads="1"/>
          </p:cNvSpPr>
          <p:nvPr/>
        </p:nvSpPr>
        <p:spPr bwMode="auto">
          <a:xfrm>
            <a:off x="12269791"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1047" name="矩形 186"/>
          <p:cNvSpPr>
            <a:spLocks noChangeArrowheads="1"/>
          </p:cNvSpPr>
          <p:nvPr/>
        </p:nvSpPr>
        <p:spPr bwMode="auto">
          <a:xfrm>
            <a:off x="12269791"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4310" r:id="rId1"/>
    <p:sldLayoutId id="2147484311" r:id="rId2"/>
    <p:sldLayoutId id="2147484312" r:id="rId3"/>
    <p:sldLayoutId id="2147484313" r:id="rId4"/>
    <p:sldLayoutId id="2147484314" r:id="rId5"/>
    <p:sldLayoutId id="2147484315" r:id="rId6"/>
    <p:sldLayoutId id="2147484316" r:id="rId7"/>
    <p:sldLayoutId id="2147484317" r:id="rId8"/>
    <p:sldLayoutId id="2147484318" r:id="rId9"/>
    <p:sldLayoutId id="2147484319" r:id="rId10"/>
    <p:sldLayoutId id="2147484320" r:id="rId11"/>
    <p:sldLayoutId id="2147484321" r:id="rId12"/>
    <p:sldLayoutId id="2147484322" r:id="rId13"/>
  </p:sldLayoutIdLst>
  <p:hf hdr="0" ftr="0" dt="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cs typeface="+mn-cs"/>
        </a:defRPr>
      </a:lvl5pPr>
      <a:lvl6pPr marL="2514600" indent="-228600" algn="l" rtl="0" fontAlgn="base">
        <a:spcBef>
          <a:spcPct val="20000"/>
        </a:spcBef>
        <a:spcAft>
          <a:spcPct val="0"/>
        </a:spcAft>
        <a:buFont typeface="Arial" charset="0"/>
        <a:buChar char="~"/>
        <a:defRPr sz="1600">
          <a:solidFill>
            <a:schemeClr val="tx1"/>
          </a:solidFill>
          <a:latin typeface="+mn-lt"/>
          <a:ea typeface="+mn-ea"/>
          <a:cs typeface="+mn-cs"/>
        </a:defRPr>
      </a:lvl6pPr>
      <a:lvl7pPr marL="2971800" indent="-228600" algn="l" rtl="0" fontAlgn="base">
        <a:spcBef>
          <a:spcPct val="20000"/>
        </a:spcBef>
        <a:spcAft>
          <a:spcPct val="0"/>
        </a:spcAft>
        <a:buFont typeface="Arial" charset="0"/>
        <a:buChar char="~"/>
        <a:defRPr sz="1600">
          <a:solidFill>
            <a:schemeClr val="tx1"/>
          </a:solidFill>
          <a:latin typeface="+mn-lt"/>
          <a:ea typeface="+mn-ea"/>
          <a:cs typeface="+mn-cs"/>
        </a:defRPr>
      </a:lvl7pPr>
      <a:lvl8pPr marL="3429000" indent="-228600" algn="l" rtl="0" fontAlgn="base">
        <a:spcBef>
          <a:spcPct val="20000"/>
        </a:spcBef>
        <a:spcAft>
          <a:spcPct val="0"/>
        </a:spcAft>
        <a:buFont typeface="Arial" charset="0"/>
        <a:buChar char="~"/>
        <a:defRPr sz="1600">
          <a:solidFill>
            <a:schemeClr val="tx1"/>
          </a:solidFill>
          <a:latin typeface="+mn-lt"/>
          <a:ea typeface="+mn-ea"/>
          <a:cs typeface="+mn-cs"/>
        </a:defRPr>
      </a:lvl8pPr>
      <a:lvl9pPr marL="3886200" indent="-228600" algn="l" rtl="0" fontAlgn="base">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3" name="矩形 2"/>
          <p:cNvSpPr/>
          <p:nvPr/>
        </p:nvSpPr>
        <p:spPr bwMode="auto">
          <a:xfrm>
            <a:off x="6357" y="0"/>
            <a:ext cx="12188823" cy="6858000"/>
          </a:xfrm>
          <a:prstGeom prst="rect">
            <a:avLst/>
          </a:prstGeom>
          <a:solidFill>
            <a:schemeClr val="bg1">
              <a:lumMod val="95000"/>
            </a:schemeClr>
          </a:solidFill>
          <a:ln>
            <a:noFill/>
          </a:ln>
          <a:effectLst/>
          <a:extLst/>
        </p:spPr>
        <p:txBody>
          <a:bodyPr lIns="121935" tIns="60968" rIns="121935" bIns="60968"/>
          <a:lstStyle/>
          <a:p>
            <a:pPr>
              <a:buClr>
                <a:srgbClr val="CC9900"/>
              </a:buClr>
              <a:buFont typeface="Wingdings" pitchFamily="2" charset="2"/>
              <a:buChar char="n"/>
              <a:defRPr/>
            </a:pPr>
            <a:endParaRPr lang="zh-CN" altLang="en-US">
              <a:solidFill>
                <a:prstClr val="black"/>
              </a:solidFill>
              <a:ea typeface="宋体" charset="-122"/>
            </a:endParaRPr>
          </a:p>
        </p:txBody>
      </p:sp>
      <p:grpSp>
        <p:nvGrpSpPr>
          <p:cNvPr id="2" name="组合 3"/>
          <p:cNvGrpSpPr>
            <a:grpSpLocks/>
          </p:cNvGrpSpPr>
          <p:nvPr/>
        </p:nvGrpSpPr>
        <p:grpSpPr bwMode="auto">
          <a:xfrm>
            <a:off x="1" y="6783925"/>
            <a:ext cx="12195175" cy="74083"/>
            <a:chOff x="0" y="5087938"/>
            <a:chExt cx="9144000" cy="55562"/>
          </a:xfrm>
        </p:grpSpPr>
        <p:pic>
          <p:nvPicPr>
            <p:cNvPr id="15369" name="Picture 2" descr="E:\01 日常工作\10 多媒体\PPT内部汇报用模板\红条.jpg"/>
            <p:cNvPicPr>
              <a:picLocks noChangeAspect="1" noChangeArrowheads="1"/>
            </p:cNvPicPr>
            <p:nvPr userDrawn="1"/>
          </p:nvPicPr>
          <p:blipFill>
            <a:blip r:embed="rId7" cstate="print"/>
            <a:srcRect r="5814"/>
            <a:stretch>
              <a:fillRect/>
            </a:stretch>
          </p:blipFill>
          <p:spPr bwMode="auto">
            <a:xfrm>
              <a:off x="0" y="5087938"/>
              <a:ext cx="8616950" cy="55562"/>
            </a:xfrm>
            <a:prstGeom prst="rect">
              <a:avLst/>
            </a:prstGeom>
            <a:noFill/>
            <a:ln w="9525">
              <a:noFill/>
              <a:miter lim="800000"/>
              <a:headEnd/>
              <a:tailEnd/>
            </a:ln>
          </p:spPr>
        </p:pic>
        <p:pic>
          <p:nvPicPr>
            <p:cNvPr id="15370" name="Picture 2" descr="E:\01 日常工作\10 多媒体\PPT内部汇报用模板\红条.jpg"/>
            <p:cNvPicPr>
              <a:picLocks noChangeAspect="1" noChangeArrowheads="1"/>
            </p:cNvPicPr>
            <p:nvPr userDrawn="1"/>
          </p:nvPicPr>
          <p:blipFill>
            <a:blip r:embed="rId7" cstate="print"/>
            <a:srcRect r="5814"/>
            <a:stretch>
              <a:fillRect/>
            </a:stretch>
          </p:blipFill>
          <p:spPr bwMode="auto">
            <a:xfrm>
              <a:off x="527050" y="5087938"/>
              <a:ext cx="8616950" cy="55562"/>
            </a:xfrm>
            <a:prstGeom prst="rect">
              <a:avLst/>
            </a:prstGeom>
            <a:noFill/>
            <a:ln w="9525">
              <a:noFill/>
              <a:miter lim="800000"/>
              <a:headEnd/>
              <a:tailEnd/>
            </a:ln>
          </p:spPr>
        </p:pic>
      </p:grpSp>
      <p:pic>
        <p:nvPicPr>
          <p:cNvPr id="15364" name="Picture 2" descr="C:\Users\z00124665\Desktop\HW LOGO(横版）.png"/>
          <p:cNvPicPr>
            <a:picLocks noChangeAspect="1" noChangeArrowheads="1"/>
          </p:cNvPicPr>
          <p:nvPr/>
        </p:nvPicPr>
        <p:blipFill>
          <a:blip r:embed="rId8" cstate="print"/>
          <a:srcRect/>
          <a:stretch>
            <a:fillRect/>
          </a:stretch>
        </p:blipFill>
        <p:spPr bwMode="auto">
          <a:xfrm>
            <a:off x="10090661" y="6250517"/>
            <a:ext cx="1668368" cy="406400"/>
          </a:xfrm>
          <a:prstGeom prst="rect">
            <a:avLst/>
          </a:prstGeom>
          <a:noFill/>
          <a:ln w="9525">
            <a:noFill/>
            <a:miter lim="800000"/>
            <a:headEnd/>
            <a:tailEnd/>
          </a:ln>
        </p:spPr>
      </p:pic>
      <p:sp>
        <p:nvSpPr>
          <p:cNvPr id="9" name="Rectangle 5"/>
          <p:cNvSpPr>
            <a:spLocks noChangeArrowheads="1"/>
          </p:cNvSpPr>
          <p:nvPr/>
        </p:nvSpPr>
        <p:spPr bwMode="auto">
          <a:xfrm>
            <a:off x="4054474" y="6500292"/>
            <a:ext cx="364161" cy="262467"/>
          </a:xfrm>
          <a:prstGeom prst="rect">
            <a:avLst/>
          </a:prstGeom>
          <a:noFill/>
          <a:ln w="9525">
            <a:noFill/>
            <a:miter lim="800000"/>
            <a:headEnd/>
            <a:tailEnd/>
          </a:ln>
        </p:spPr>
        <p:txBody>
          <a:bodyPr lIns="0" tIns="0" rIns="0" bIns="0"/>
          <a:lstStyle/>
          <a:p>
            <a:pPr eaLnBrk="0" hangingPunct="0">
              <a:lnSpc>
                <a:spcPct val="85000"/>
              </a:lnSpc>
              <a:defRPr/>
            </a:pPr>
            <a:fld id="{300114A3-7E2F-4A79-A903-D2D3C674AC83}" type="slidenum">
              <a:rPr lang="de-DE" altLang="zh-CN" sz="1200">
                <a:solidFill>
                  <a:prstClr val="white">
                    <a:lumMod val="65000"/>
                  </a:prstClr>
                </a:solidFill>
                <a:latin typeface="FrutigerNext LT Medium"/>
              </a:rPr>
              <a:pPr eaLnBrk="0" hangingPunct="0">
                <a:lnSpc>
                  <a:spcPct val="85000"/>
                </a:lnSpc>
                <a:defRPr/>
              </a:pPr>
              <a:t>‹#›</a:t>
            </a:fld>
            <a:endParaRPr lang="en-GB" altLang="zh-CN" sz="1200" dirty="0">
              <a:solidFill>
                <a:prstClr val="white">
                  <a:lumMod val="65000"/>
                </a:prstClr>
              </a:solidFill>
              <a:latin typeface="FrutigerNext LT Medium"/>
            </a:endParaRPr>
          </a:p>
        </p:txBody>
      </p:sp>
      <p:pic>
        <p:nvPicPr>
          <p:cNvPr id="15366" name="Picture 2" descr="C:\Users\z00124665\Desktop\图形1.wmf"/>
          <p:cNvPicPr>
            <a:picLocks noChangeAspect="1" noChangeArrowheads="1"/>
          </p:cNvPicPr>
          <p:nvPr/>
        </p:nvPicPr>
        <p:blipFill>
          <a:blip r:embed="rId9" cstate="print"/>
          <a:srcRect/>
          <a:stretch>
            <a:fillRect/>
          </a:stretch>
        </p:blipFill>
        <p:spPr bwMode="auto">
          <a:xfrm>
            <a:off x="429801" y="6483359"/>
            <a:ext cx="3542105" cy="160867"/>
          </a:xfrm>
          <a:prstGeom prst="rect">
            <a:avLst/>
          </a:prstGeom>
          <a:noFill/>
          <a:ln w="9525">
            <a:noFill/>
            <a:miter lim="800000"/>
            <a:headEnd/>
            <a:tailEnd/>
          </a:ln>
        </p:spPr>
      </p:pic>
      <p:pic>
        <p:nvPicPr>
          <p:cNvPr id="15367" name="Picture 2" descr="C:\Users\z00124665\Desktop\A BETTER WAY SOLUTIONS.wmf"/>
          <p:cNvPicPr>
            <a:picLocks noChangeAspect="1" noChangeArrowheads="1"/>
          </p:cNvPicPr>
          <p:nvPr/>
        </p:nvPicPr>
        <p:blipFill>
          <a:blip r:embed="rId10" cstate="print"/>
          <a:srcRect/>
          <a:stretch>
            <a:fillRect/>
          </a:stretch>
        </p:blipFill>
        <p:spPr bwMode="auto">
          <a:xfrm>
            <a:off x="7425088" y="237069"/>
            <a:ext cx="4361469" cy="120651"/>
          </a:xfrm>
          <a:prstGeom prst="rect">
            <a:avLst/>
          </a:prstGeom>
          <a:noFill/>
          <a:ln w="9525">
            <a:noFill/>
            <a:miter lim="800000"/>
            <a:headEnd/>
            <a:tailEnd/>
          </a:ln>
        </p:spPr>
      </p:pic>
      <p:sp>
        <p:nvSpPr>
          <p:cNvPr id="15368" name="文本占位符 11"/>
          <p:cNvSpPr>
            <a:spLocks noGrp="1"/>
          </p:cNvSpPr>
          <p:nvPr>
            <p:ph type="body" idx="1"/>
          </p:nvPr>
        </p:nvSpPr>
        <p:spPr bwMode="auto">
          <a:xfrm>
            <a:off x="609759" y="1600204"/>
            <a:ext cx="10975658" cy="4525433"/>
          </a:xfrm>
          <a:prstGeom prst="rect">
            <a:avLst/>
          </a:prstGeom>
          <a:noFill/>
          <a:ln w="9525">
            <a:noFill/>
            <a:miter lim="800000"/>
            <a:headEnd/>
            <a:tailEnd/>
          </a:ln>
        </p:spPr>
        <p:txBody>
          <a:bodyPr vert="horz" wrap="square" lIns="121935" tIns="60968" rIns="121935" bIns="60968"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4325" r:id="rId1"/>
    <p:sldLayoutId id="2147484326" r:id="rId2"/>
    <p:sldLayoutId id="2147484327" r:id="rId3"/>
    <p:sldLayoutId id="2147484328" r:id="rId4"/>
    <p:sldLayoutId id="2147484329" r:id="rId5"/>
  </p:sldLayoutIdLst>
  <p:hf hdr="0" ftr="0" dt="0"/>
  <p:txStyles>
    <p:titleStyle>
      <a:lvl1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5pPr>
      <a:lvl6pPr marL="609676"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352"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902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705"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257" indent="-457257" algn="l" rtl="0" eaLnBrk="0" fontAlgn="base" hangingPunct="0">
        <a:lnSpc>
          <a:spcPct val="140000"/>
        </a:lnSpc>
        <a:spcBef>
          <a:spcPct val="0"/>
        </a:spcBef>
        <a:spcAft>
          <a:spcPct val="0"/>
        </a:spcAft>
        <a:buClr>
          <a:srgbClr val="808080"/>
        </a:buClr>
        <a:buSzPct val="60000"/>
        <a:buFont typeface="Wingdings" pitchFamily="2" charset="2"/>
        <a:buChar char="l"/>
        <a:defRPr sz="3200" b="1">
          <a:solidFill>
            <a:schemeClr val="bg1"/>
          </a:solidFill>
          <a:latin typeface="FrutigerNext LT Regular" pitchFamily="34" charset="0"/>
          <a:ea typeface="黑体" pitchFamily="49" charset="-122"/>
          <a:cs typeface="+mn-cs"/>
        </a:defRPr>
      </a:lvl1pPr>
      <a:lvl2pPr marL="990724" indent="-381048"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524191" indent="-304838" algn="l" rtl="0" eaLnBrk="0" fontAlgn="base" hangingPunct="0">
        <a:lnSpc>
          <a:spcPct val="140000"/>
        </a:lnSpc>
        <a:spcBef>
          <a:spcPct val="0"/>
        </a:spcBef>
        <a:spcAft>
          <a:spcPct val="0"/>
        </a:spcAft>
        <a:buSzPct val="50000"/>
        <a:buFont typeface="Wingdings" pitchFamily="2" charset="2"/>
        <a:buChar char="n"/>
        <a:defRPr sz="2100">
          <a:solidFill>
            <a:schemeClr val="bg1"/>
          </a:solidFill>
          <a:latin typeface="FrutigerNext LT Regular" pitchFamily="34" charset="0"/>
          <a:ea typeface="+mn-ea"/>
          <a:cs typeface="+mn-cs"/>
        </a:defRPr>
      </a:lvl3pPr>
      <a:lvl4pPr marL="2133867" indent="-304838" algn="l" rtl="0" eaLnBrk="0" fontAlgn="base" hangingPunct="0">
        <a:lnSpc>
          <a:spcPct val="140000"/>
        </a:lnSpc>
        <a:spcBef>
          <a:spcPct val="0"/>
        </a:spcBef>
        <a:spcAft>
          <a:spcPct val="0"/>
        </a:spcAft>
        <a:buChar char="–"/>
        <a:defRPr sz="1900">
          <a:solidFill>
            <a:schemeClr val="bg1"/>
          </a:solidFill>
          <a:latin typeface="FrutigerNext LT Regular" pitchFamily="34" charset="0"/>
          <a:ea typeface="+mn-ea"/>
          <a:cs typeface="+mn-cs"/>
        </a:defRPr>
      </a:lvl4pPr>
      <a:lvl5pPr marL="2743543" indent="-304838" algn="l" rtl="0" eaLnBrk="0" fontAlgn="base" hangingPunct="0">
        <a:lnSpc>
          <a:spcPct val="140000"/>
        </a:lnSpc>
        <a:spcBef>
          <a:spcPct val="0"/>
        </a:spcBef>
        <a:spcAft>
          <a:spcPct val="0"/>
        </a:spcAft>
        <a:buFont typeface="Arial" charset="0"/>
        <a:buChar char="~"/>
        <a:defRPr sz="1600">
          <a:solidFill>
            <a:schemeClr val="bg1"/>
          </a:solidFill>
          <a:latin typeface="FrutigerNext LT Regular" pitchFamily="34" charset="0"/>
          <a:ea typeface="+mn-ea"/>
          <a:cs typeface="+mn-cs"/>
        </a:defRPr>
      </a:lvl5pPr>
      <a:lvl6pPr marL="3353219"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2895"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2572"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2248"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352" rtl="0" eaLnBrk="1" latinLnBrk="0" hangingPunct="1">
        <a:defRPr sz="2400" kern="1200">
          <a:solidFill>
            <a:schemeClr val="tx1"/>
          </a:solidFill>
          <a:latin typeface="+mn-lt"/>
          <a:ea typeface="+mn-ea"/>
          <a:cs typeface="+mn-cs"/>
        </a:defRPr>
      </a:lvl1pPr>
      <a:lvl2pPr marL="609676" algn="l" defTabSz="1219352" rtl="0" eaLnBrk="1" latinLnBrk="0" hangingPunct="1">
        <a:defRPr sz="2400" kern="1200">
          <a:solidFill>
            <a:schemeClr val="tx1"/>
          </a:solidFill>
          <a:latin typeface="+mn-lt"/>
          <a:ea typeface="+mn-ea"/>
          <a:cs typeface="+mn-cs"/>
        </a:defRPr>
      </a:lvl2pPr>
      <a:lvl3pPr marL="1219352" algn="l" defTabSz="1219352" rtl="0" eaLnBrk="1" latinLnBrk="0" hangingPunct="1">
        <a:defRPr sz="2400" kern="1200">
          <a:solidFill>
            <a:schemeClr val="tx1"/>
          </a:solidFill>
          <a:latin typeface="+mn-lt"/>
          <a:ea typeface="+mn-ea"/>
          <a:cs typeface="+mn-cs"/>
        </a:defRPr>
      </a:lvl3pPr>
      <a:lvl4pPr marL="1829029" algn="l" defTabSz="1219352" rtl="0" eaLnBrk="1" latinLnBrk="0" hangingPunct="1">
        <a:defRPr sz="2400" kern="1200">
          <a:solidFill>
            <a:schemeClr val="tx1"/>
          </a:solidFill>
          <a:latin typeface="+mn-lt"/>
          <a:ea typeface="+mn-ea"/>
          <a:cs typeface="+mn-cs"/>
        </a:defRPr>
      </a:lvl4pPr>
      <a:lvl5pPr marL="2438705" algn="l" defTabSz="1219352" rtl="0" eaLnBrk="1" latinLnBrk="0" hangingPunct="1">
        <a:defRPr sz="2400" kern="1200">
          <a:solidFill>
            <a:schemeClr val="tx1"/>
          </a:solidFill>
          <a:latin typeface="+mn-lt"/>
          <a:ea typeface="+mn-ea"/>
          <a:cs typeface="+mn-cs"/>
        </a:defRPr>
      </a:lvl5pPr>
      <a:lvl6pPr marL="3048381" algn="l" defTabSz="1219352" rtl="0" eaLnBrk="1" latinLnBrk="0" hangingPunct="1">
        <a:defRPr sz="2400" kern="1200">
          <a:solidFill>
            <a:schemeClr val="tx1"/>
          </a:solidFill>
          <a:latin typeface="+mn-lt"/>
          <a:ea typeface="+mn-ea"/>
          <a:cs typeface="+mn-cs"/>
        </a:defRPr>
      </a:lvl6pPr>
      <a:lvl7pPr marL="3658057" algn="l" defTabSz="1219352" rtl="0" eaLnBrk="1" latinLnBrk="0" hangingPunct="1">
        <a:defRPr sz="2400" kern="1200">
          <a:solidFill>
            <a:schemeClr val="tx1"/>
          </a:solidFill>
          <a:latin typeface="+mn-lt"/>
          <a:ea typeface="+mn-ea"/>
          <a:cs typeface="+mn-cs"/>
        </a:defRPr>
      </a:lvl7pPr>
      <a:lvl8pPr marL="4267733" algn="l" defTabSz="1219352" rtl="0" eaLnBrk="1" latinLnBrk="0" hangingPunct="1">
        <a:defRPr sz="2400" kern="1200">
          <a:solidFill>
            <a:schemeClr val="tx1"/>
          </a:solidFill>
          <a:latin typeface="+mn-lt"/>
          <a:ea typeface="+mn-ea"/>
          <a:cs typeface="+mn-cs"/>
        </a:defRPr>
      </a:lvl8pPr>
      <a:lvl9pPr marL="4877410" algn="l" defTabSz="1219352" rtl="0" eaLnBrk="1" latinLnBrk="0" hangingPunct="1">
        <a:defRPr sz="24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 y="6224703"/>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871" y="6451601"/>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4445" y="6386628"/>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7" y="325440"/>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07797" y="1628779"/>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49" name="Rectangle 15"/>
          <p:cNvSpPr>
            <a:spLocks noChangeArrowheads="1"/>
          </p:cNvSpPr>
          <p:nvPr/>
        </p:nvSpPr>
        <p:spPr bwMode="auto">
          <a:xfrm>
            <a:off x="-2604104" y="692150"/>
            <a:ext cx="246020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英文标题</a:t>
            </a:r>
            <a:r>
              <a:rPr lang="en-US" altLang="zh-CN" sz="1100">
                <a:solidFill>
                  <a:srgbClr val="FFFFFF"/>
                </a:solidFill>
                <a:latin typeface="Calibri" pitchFamily="34" charset="0"/>
                <a:ea typeface="宋体" pitchFamily="2" charset="-122"/>
              </a:rPr>
              <a:t>:32-35pt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中文标题</a:t>
            </a:r>
            <a:r>
              <a:rPr lang="en-US" altLang="zh-CN" sz="1100">
                <a:solidFill>
                  <a:srgbClr val="FFFFFF"/>
                </a:solidFill>
                <a:latin typeface="Calibri" pitchFamily="34" charset="0"/>
                <a:ea typeface="宋体" pitchFamily="2" charset="-122"/>
              </a:rPr>
              <a:t>:30-32pt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英文正文</a:t>
            </a:r>
            <a:r>
              <a:rPr lang="en-US" altLang="zh-CN" sz="1100">
                <a:solidFill>
                  <a:srgbClr val="FFFFFF"/>
                </a:solidFill>
                <a:latin typeface="Calibri" pitchFamily="34" charset="0"/>
                <a:ea typeface="宋体" pitchFamily="2" charset="-122"/>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 </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内部使用字体 </a:t>
            </a:r>
            <a:r>
              <a:rPr lang="en-US" altLang="zh-CN" sz="1100">
                <a:solidFill>
                  <a:srgbClr val="FFFFFF"/>
                </a:solidFill>
                <a:latin typeface="Calibri" pitchFamily="34" charset="0"/>
                <a:ea typeface="宋体" pitchFamily="2" charset="-122"/>
              </a:rPr>
              <a:t>:</a:t>
            </a:r>
          </a:p>
          <a:p>
            <a:pPr marL="342900" indent="-342900" algn="r" eaLnBrk="0" hangingPunct="0">
              <a:lnSpc>
                <a:spcPct val="125000"/>
              </a:lnSpc>
              <a:spcBef>
                <a:spcPct val="20000"/>
              </a:spcBef>
              <a:buFont typeface="Arial" pitchFamily="34" charset="0"/>
              <a:buNone/>
            </a:pPr>
            <a:r>
              <a:rPr lang="en-US" altLang="zh-CN" sz="1100">
                <a:solidFill>
                  <a:srgbClr val="FFFFFF"/>
                </a:solidFill>
                <a:latin typeface="Calibri" pitchFamily="34" charset="0"/>
                <a:ea typeface="宋体" pitchFamily="2" charset="-122"/>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外部使用字体 </a:t>
            </a:r>
            <a:r>
              <a:rPr lang="en-US" altLang="zh-CN" sz="1100">
                <a:solidFill>
                  <a:srgbClr val="FFFFFF"/>
                </a:solidFill>
                <a:latin typeface="Calibri" pitchFamily="34" charset="0"/>
                <a:ea typeface="宋体" pitchFamily="2" charset="-122"/>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中文正文</a:t>
            </a:r>
            <a:r>
              <a:rPr lang="en-US" altLang="zh-CN" sz="1100">
                <a:solidFill>
                  <a:srgbClr val="FFFFFF"/>
                </a:solidFill>
                <a:latin typeface="Calibri" pitchFamily="34" charset="0"/>
                <a:ea typeface="宋体" pitchFamily="2" charset="-122"/>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子目录</a:t>
            </a:r>
            <a:r>
              <a:rPr lang="en-US" altLang="zh-CN" sz="1100">
                <a:solidFill>
                  <a:srgbClr val="FFFFFF"/>
                </a:solidFill>
                <a:latin typeface="Calibri" pitchFamily="34" charset="0"/>
                <a:ea typeface="宋体" pitchFamily="2" charset="-122"/>
              </a:rPr>
              <a:t>(2-5</a:t>
            </a:r>
            <a:r>
              <a:rPr lang="zh-CN" altLang="en-US" sz="1100">
                <a:solidFill>
                  <a:srgbClr val="FFFFFF"/>
                </a:solidFill>
                <a:latin typeface="Calibri" pitchFamily="34" charset="0"/>
                <a:ea typeface="宋体" pitchFamily="2" charset="-122"/>
              </a:rPr>
              <a:t>级</a:t>
            </a:r>
            <a:r>
              <a:rPr lang="en-US" altLang="zh-CN" sz="1100">
                <a:solidFill>
                  <a:srgbClr val="FFFFFF"/>
                </a:solidFill>
                <a:latin typeface="Calibri" pitchFamily="34" charset="0"/>
                <a:ea typeface="宋体" pitchFamily="2" charset="-122"/>
              </a:rPr>
              <a:t>):18pt </a:t>
            </a:r>
            <a:endParaRPr lang="zh-CN" altLang="en-US" sz="1100">
              <a:solidFill>
                <a:srgbClr val="FFFFFF"/>
              </a:solidFill>
              <a:latin typeface="Calibri" pitchFamily="34" charset="0"/>
              <a:ea typeface="宋体" pitchFamily="2" charset="-122"/>
            </a:endParaRP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颜色</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latin typeface="Calibri" pitchFamily="34" charset="0"/>
                <a:ea typeface="宋体" pitchFamily="2" charset="-122"/>
              </a:rPr>
              <a:t>字体</a:t>
            </a:r>
            <a:r>
              <a:rPr lang="en-US" altLang="zh-CN" sz="1100">
                <a:solidFill>
                  <a:srgbClr val="FFFFFF"/>
                </a:solidFill>
                <a:latin typeface="Calibri" pitchFamily="34" charset="0"/>
                <a:ea typeface="宋体" pitchFamily="2" charset="-122"/>
              </a:rPr>
              <a:t>:</a:t>
            </a:r>
            <a:r>
              <a:rPr lang="zh-CN" altLang="en-US" sz="1100">
                <a:solidFill>
                  <a:srgbClr val="FFFFFF"/>
                </a:solidFill>
                <a:latin typeface="Calibri" pitchFamily="34" charset="0"/>
                <a:ea typeface="宋体" pitchFamily="2" charset="-122"/>
              </a:rPr>
              <a:t>细黑体</a:t>
            </a:r>
            <a:r>
              <a:rPr lang="zh-CN" altLang="en-US" sz="1100" b="1">
                <a:solidFill>
                  <a:srgbClr val="FFFFFF"/>
                </a:solidFill>
                <a:latin typeface="Arial" pitchFamily="34" charset="0"/>
              </a:rPr>
              <a:t> </a:t>
            </a:r>
          </a:p>
        </p:txBody>
      </p:sp>
      <p:grpSp>
        <p:nvGrpSpPr>
          <p:cNvPr id="2" name="Group 16"/>
          <p:cNvGrpSpPr>
            <a:grpSpLocks/>
          </p:cNvGrpSpPr>
          <p:nvPr/>
        </p:nvGrpSpPr>
        <p:grpSpPr bwMode="auto">
          <a:xfrm>
            <a:off x="12436538" y="3511550"/>
            <a:ext cx="1225869"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solidFill>
                  <a:srgbClr val="000000"/>
                </a:solidFill>
                <a:latin typeface="Calibri" pitchFamily="34" charset="0"/>
                <a:ea typeface="宋体" pitchFamily="2" charset="-122"/>
              </a:endParaRPr>
            </a:p>
          </p:txBody>
        </p:sp>
        <p:grpSp>
          <p:nvGrpSpPr>
            <p:cNvPr id="3"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4"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5"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6"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7"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8"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9"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0"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1"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2"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3"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4"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nvGrpSpPr>
            <p:cNvPr id="15"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pitchFamily="2" charset="-122"/>
                </a:endParaRPr>
              </a:p>
            </p:txBody>
          </p:sp>
        </p:grpSp>
      </p:grpSp>
      <p:sp>
        <p:nvSpPr>
          <p:cNvPr id="10251" name="Rectangle 83"/>
          <p:cNvSpPr>
            <a:spLocks noChangeArrowheads="1"/>
          </p:cNvSpPr>
          <p:nvPr/>
        </p:nvSpPr>
        <p:spPr bwMode="auto">
          <a:xfrm>
            <a:off x="12339221" y="1341439"/>
            <a:ext cx="1590031"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配色参考方案：</a:t>
            </a:r>
          </a:p>
          <a:p>
            <a:pPr eaLnBrk="0" hangingPunct="0">
              <a:lnSpc>
                <a:spcPct val="120000"/>
              </a:lnSpc>
              <a:spcBef>
                <a:spcPct val="20000"/>
              </a:spcBef>
              <a:buFont typeface="Arial" pitchFamily="34" charset="0"/>
              <a:buNone/>
            </a:pPr>
            <a:r>
              <a:rPr lang="zh-CN" altLang="en-US" sz="1100">
                <a:solidFill>
                  <a:srgbClr val="FFFFFF"/>
                </a:solidFill>
                <a:latin typeface="Calibri" pitchFamily="34" charset="0"/>
                <a:ea typeface="宋体" pitchFamily="2" charset="-122"/>
              </a:rPr>
              <a:t>建议同一页面内不超过四种颜色，以下是</a:t>
            </a:r>
            <a:r>
              <a:rPr lang="en-US" altLang="zh-CN" sz="1100">
                <a:solidFill>
                  <a:srgbClr val="FFFFFF"/>
                </a:solidFill>
                <a:latin typeface="Calibri" pitchFamily="34" charset="0"/>
                <a:ea typeface="宋体" pitchFamily="2" charset="-122"/>
              </a:rPr>
              <a:t>13</a:t>
            </a:r>
            <a:r>
              <a:rPr lang="zh-CN" altLang="en-US" sz="1100">
                <a:solidFill>
                  <a:srgbClr val="FFFFFF"/>
                </a:solidFill>
                <a:latin typeface="Calibri" pitchFamily="34" charset="0"/>
                <a:ea typeface="宋体" pitchFamily="2" charset="-122"/>
              </a:rPr>
              <a:t>组配色方案，同一页面内只选择一组使用。（仅供参考）</a:t>
            </a:r>
          </a:p>
        </p:txBody>
      </p:sp>
      <p:sp>
        <p:nvSpPr>
          <p:cNvPr id="10252" name="Rectangle 84"/>
          <p:cNvSpPr>
            <a:spLocks noChangeArrowheads="1"/>
          </p:cNvSpPr>
          <p:nvPr/>
        </p:nvSpPr>
        <p:spPr bwMode="auto">
          <a:xfrm>
            <a:off x="12339149" y="7938"/>
            <a:ext cx="1494756"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latin typeface="Calibri" pitchFamily="34" charset="0"/>
                <a:ea typeface="宋体" pitchFamily="2" charset="-122"/>
              </a:rPr>
              <a:t>客户或者合作伙伴的标志放在右上角</a:t>
            </a:r>
            <a:r>
              <a:rPr lang="en-US" altLang="zh-CN" sz="1100">
                <a:solidFill>
                  <a:srgbClr val="FFFFFF"/>
                </a:solidFill>
                <a:latin typeface="Calibri" pitchFamily="34" charset="0"/>
                <a:ea typeface="宋体" pitchFamily="2" charset="-122"/>
              </a:rPr>
              <a:t>.</a:t>
            </a:r>
            <a:endParaRPr lang="zh-CN" altLang="en-US" sz="1100">
              <a:solidFill>
                <a:srgbClr val="FFFFFF"/>
              </a:solidFill>
              <a:latin typeface="Calibri" pitchFamily="34" charset="0"/>
              <a:ea typeface="宋体" pitchFamily="2" charset="-122"/>
            </a:endParaRPr>
          </a:p>
        </p:txBody>
      </p:sp>
      <p:sp>
        <p:nvSpPr>
          <p:cNvPr id="79" name="Rectangle 21"/>
          <p:cNvSpPr>
            <a:spLocks noChangeArrowheads="1"/>
          </p:cNvSpPr>
          <p:nvPr/>
        </p:nvSpPr>
        <p:spPr bwMode="auto">
          <a:xfrm>
            <a:off x="5048980" y="6465937"/>
            <a:ext cx="152748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1" name="Rectangle 5"/>
          <p:cNvSpPr>
            <a:spLocks noChangeArrowheads="1"/>
          </p:cNvSpPr>
          <p:nvPr/>
        </p:nvSpPr>
        <p:spPr bwMode="auto">
          <a:xfrm>
            <a:off x="8483693" y="6489701"/>
            <a:ext cx="240515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7" cstate="print"/>
          <a:srcRect/>
          <a:stretch>
            <a:fillRect/>
          </a:stretch>
        </p:blipFill>
        <p:spPr bwMode="auto">
          <a:xfrm>
            <a:off x="1" y="7"/>
            <a:ext cx="12193587" cy="6492875"/>
          </a:xfrm>
          <a:prstGeom prst="rect">
            <a:avLst/>
          </a:prstGeom>
          <a:noFill/>
          <a:ln w="9525">
            <a:noFill/>
            <a:miter lim="800000"/>
            <a:headEnd/>
            <a:tailEnd/>
          </a:ln>
        </p:spPr>
      </p:pic>
      <p:grpSp>
        <p:nvGrpSpPr>
          <p:cNvPr id="16"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8"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8"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8"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9"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457" r:id="rId1"/>
    <p:sldLayoutId id="2147484458" r:id="rId2"/>
    <p:sldLayoutId id="2147484459" r:id="rId3"/>
    <p:sldLayoutId id="2147484460" r:id="rId4"/>
    <p:sldLayoutId id="2147484461" r:id="rId5"/>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3644"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796" y="6451601"/>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4441" y="6386514"/>
            <a:ext cx="174882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796" y="325439"/>
            <a:ext cx="10179584"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en-US" altLang="zh-CN" dirty="0"/>
              <a:t>Click to edit Master title style</a:t>
            </a:r>
            <a:endParaRPr lang="zh-CN" altLang="en-US" dirty="0"/>
          </a:p>
        </p:txBody>
      </p:sp>
      <p:sp>
        <p:nvSpPr>
          <p:cNvPr id="10248" name="Rectangle 68"/>
          <p:cNvSpPr>
            <a:spLocks noGrp="1" noChangeArrowheads="1"/>
          </p:cNvSpPr>
          <p:nvPr>
            <p:ph type="body" idx="1"/>
          </p:nvPr>
        </p:nvSpPr>
        <p:spPr bwMode="auto">
          <a:xfrm>
            <a:off x="1007796" y="1628776"/>
            <a:ext cx="10179584"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grpSp>
        <p:nvGrpSpPr>
          <p:cNvPr id="2" name="Group 88"/>
          <p:cNvGrpSpPr>
            <a:grpSpLocks/>
          </p:cNvGrpSpPr>
          <p:nvPr/>
        </p:nvGrpSpPr>
        <p:grpSpPr bwMode="auto">
          <a:xfrm>
            <a:off x="12436538" y="3832225"/>
            <a:ext cx="1151767" cy="3025775"/>
            <a:chOff x="5874" y="2414"/>
            <a:chExt cx="544" cy="1906"/>
          </a:xfrm>
        </p:grpSpPr>
        <p:sp>
          <p:nvSpPr>
            <p:cNvPr id="10326" name="Rectangle 86"/>
            <p:cNvSpPr>
              <a:spLocks noChangeArrowheads="1"/>
            </p:cNvSpPr>
            <p:nvPr userDrawn="1"/>
          </p:nvSpPr>
          <p:spPr bwMode="auto">
            <a:xfrm>
              <a:off x="5874" y="2414"/>
              <a:ext cx="544" cy="19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latin typeface="Calibri" pitchFamily="34" charset="0"/>
                <a:ea typeface="宋体" charset="-122"/>
              </a:endParaRPr>
            </a:p>
          </p:txBody>
        </p:sp>
        <p:grpSp>
          <p:nvGrpSpPr>
            <p:cNvPr id="3" name="Group 87"/>
            <p:cNvGrpSpPr>
              <a:grpSpLocks/>
            </p:cNvGrpSpPr>
            <p:nvPr userDrawn="1"/>
          </p:nvGrpSpPr>
          <p:grpSpPr bwMode="auto">
            <a:xfrm>
              <a:off x="5941" y="2475"/>
              <a:ext cx="409" cy="1783"/>
              <a:chOff x="5921" y="2387"/>
              <a:chExt cx="409" cy="1783"/>
            </a:xfrm>
          </p:grpSpPr>
          <p:grpSp>
            <p:nvGrpSpPr>
              <p:cNvPr id="4" name="Group 18"/>
              <p:cNvGrpSpPr>
                <a:grpSpLocks noChangeAspect="1"/>
              </p:cNvGrpSpPr>
              <p:nvPr userDrawn="1"/>
            </p:nvGrpSpPr>
            <p:grpSpPr bwMode="auto">
              <a:xfrm>
                <a:off x="5921" y="2506"/>
                <a:ext cx="409" cy="101"/>
                <a:chOff x="5893" y="2387"/>
                <a:chExt cx="466" cy="115"/>
              </a:xfrm>
            </p:grpSpPr>
            <p:sp>
              <p:nvSpPr>
                <p:cNvPr id="10315" name="Rectangle 19"/>
                <p:cNvSpPr>
                  <a:spLocks noChangeAspect="1"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6" name="Rectangle 20"/>
                <p:cNvSpPr>
                  <a:spLocks noChangeAspect="1"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7" name="Rectangle 21"/>
                <p:cNvSpPr>
                  <a:spLocks noChangeAspect="1"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8" name="Rectangle 22"/>
                <p:cNvSpPr>
                  <a:spLocks noChangeAspect="1"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5" name="Group 23"/>
              <p:cNvGrpSpPr>
                <a:grpSpLocks noChangeAspect="1"/>
              </p:cNvGrpSpPr>
              <p:nvPr userDrawn="1"/>
            </p:nvGrpSpPr>
            <p:grpSpPr bwMode="auto">
              <a:xfrm>
                <a:off x="5921" y="2626"/>
                <a:ext cx="409" cy="101"/>
                <a:chOff x="5893" y="2523"/>
                <a:chExt cx="466" cy="115"/>
              </a:xfrm>
            </p:grpSpPr>
            <p:sp>
              <p:nvSpPr>
                <p:cNvPr id="10311" name="Rectangle 24"/>
                <p:cNvSpPr>
                  <a:spLocks noChangeAspect="1"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2" name="Rectangle 25"/>
                <p:cNvSpPr>
                  <a:spLocks noChangeAspect="1"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3" name="Rectangle 26"/>
                <p:cNvSpPr>
                  <a:spLocks noChangeAspect="1"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4" name="Rectangle 27"/>
                <p:cNvSpPr>
                  <a:spLocks noChangeAspect="1"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6" name="Group 28"/>
              <p:cNvGrpSpPr>
                <a:grpSpLocks noChangeAspect="1"/>
              </p:cNvGrpSpPr>
              <p:nvPr userDrawn="1"/>
            </p:nvGrpSpPr>
            <p:grpSpPr bwMode="auto">
              <a:xfrm>
                <a:off x="5921" y="2745"/>
                <a:ext cx="409" cy="101"/>
                <a:chOff x="5893" y="2659"/>
                <a:chExt cx="466" cy="115"/>
              </a:xfrm>
            </p:grpSpPr>
            <p:sp>
              <p:nvSpPr>
                <p:cNvPr id="10307" name="Rectangle 29"/>
                <p:cNvSpPr>
                  <a:spLocks noChangeAspect="1"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8" name="Rectangle 30"/>
                <p:cNvSpPr>
                  <a:spLocks noChangeAspect="1"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9" name="Rectangle 31"/>
                <p:cNvSpPr>
                  <a:spLocks noChangeAspect="1"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10" name="Rectangle 32"/>
                <p:cNvSpPr>
                  <a:spLocks noChangeAspect="1"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7" name="Group 33"/>
              <p:cNvGrpSpPr>
                <a:grpSpLocks noChangeAspect="1"/>
              </p:cNvGrpSpPr>
              <p:nvPr userDrawn="1"/>
            </p:nvGrpSpPr>
            <p:grpSpPr bwMode="auto">
              <a:xfrm>
                <a:off x="5921" y="2387"/>
                <a:ext cx="409" cy="104"/>
                <a:chOff x="5893" y="2251"/>
                <a:chExt cx="466" cy="119"/>
              </a:xfrm>
            </p:grpSpPr>
            <p:sp>
              <p:nvSpPr>
                <p:cNvPr id="10303" name="Rectangle 34"/>
                <p:cNvSpPr>
                  <a:spLocks noChangeAspect="1"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4" name="Rectangle 35"/>
                <p:cNvSpPr>
                  <a:spLocks noChangeAspect="1"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5" name="Rectangle 36"/>
                <p:cNvSpPr>
                  <a:spLocks noChangeAspect="1"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6" name="Rectangle 37"/>
                <p:cNvSpPr>
                  <a:spLocks noChangeAspect="1"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8" name="Group 38"/>
              <p:cNvGrpSpPr>
                <a:grpSpLocks noChangeAspect="1"/>
              </p:cNvGrpSpPr>
              <p:nvPr userDrawn="1"/>
            </p:nvGrpSpPr>
            <p:grpSpPr bwMode="auto">
              <a:xfrm>
                <a:off x="5921" y="2944"/>
                <a:ext cx="409" cy="101"/>
                <a:chOff x="5893" y="2886"/>
                <a:chExt cx="466" cy="115"/>
              </a:xfrm>
            </p:grpSpPr>
            <p:sp>
              <p:nvSpPr>
                <p:cNvPr id="10299" name="Rectangle 39"/>
                <p:cNvSpPr>
                  <a:spLocks noChangeAspect="1"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0" name="Rectangle 40"/>
                <p:cNvSpPr>
                  <a:spLocks noChangeAspect="1"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1" name="Rectangle 41"/>
                <p:cNvSpPr>
                  <a:spLocks noChangeAspect="1"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302" name="Rectangle 42"/>
                <p:cNvSpPr>
                  <a:spLocks noChangeAspect="1"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9" name="Group 43"/>
              <p:cNvGrpSpPr>
                <a:grpSpLocks noChangeAspect="1"/>
              </p:cNvGrpSpPr>
              <p:nvPr userDrawn="1"/>
            </p:nvGrpSpPr>
            <p:grpSpPr bwMode="auto">
              <a:xfrm>
                <a:off x="5921" y="3064"/>
                <a:ext cx="409" cy="101"/>
                <a:chOff x="5893" y="3022"/>
                <a:chExt cx="466" cy="115"/>
              </a:xfrm>
            </p:grpSpPr>
            <p:sp>
              <p:nvSpPr>
                <p:cNvPr id="10295" name="Rectangle 44"/>
                <p:cNvSpPr>
                  <a:spLocks noChangeAspect="1"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6" name="Rectangle 45"/>
                <p:cNvSpPr>
                  <a:spLocks noChangeAspect="1"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7" name="Rectangle 46"/>
                <p:cNvSpPr>
                  <a:spLocks noChangeAspect="1"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8" name="Rectangle 47"/>
                <p:cNvSpPr>
                  <a:spLocks noChangeAspect="1"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0" name="Group 48"/>
              <p:cNvGrpSpPr>
                <a:grpSpLocks noChangeAspect="1"/>
              </p:cNvGrpSpPr>
              <p:nvPr userDrawn="1"/>
            </p:nvGrpSpPr>
            <p:grpSpPr bwMode="auto">
              <a:xfrm>
                <a:off x="5921" y="3183"/>
                <a:ext cx="409" cy="101"/>
                <a:chOff x="5893" y="3158"/>
                <a:chExt cx="466" cy="115"/>
              </a:xfrm>
            </p:grpSpPr>
            <p:sp>
              <p:nvSpPr>
                <p:cNvPr id="10291" name="Rectangle 49"/>
                <p:cNvSpPr>
                  <a:spLocks noChangeAspect="1"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2" name="Rectangle 50"/>
                <p:cNvSpPr>
                  <a:spLocks noChangeAspect="1"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3" name="Rectangle 51"/>
                <p:cNvSpPr>
                  <a:spLocks noChangeAspect="1"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4" name="Rectangle 52"/>
                <p:cNvSpPr>
                  <a:spLocks noChangeAspect="1"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1" name="Group 53"/>
              <p:cNvGrpSpPr>
                <a:grpSpLocks noChangeAspect="1"/>
              </p:cNvGrpSpPr>
              <p:nvPr userDrawn="1"/>
            </p:nvGrpSpPr>
            <p:grpSpPr bwMode="auto">
              <a:xfrm>
                <a:off x="5921" y="3383"/>
                <a:ext cx="409" cy="100"/>
                <a:chOff x="5893" y="3385"/>
                <a:chExt cx="466" cy="115"/>
              </a:xfrm>
            </p:grpSpPr>
            <p:sp>
              <p:nvSpPr>
                <p:cNvPr id="10287" name="Rectangle 54"/>
                <p:cNvSpPr>
                  <a:spLocks noChangeAspect="1"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8" name="Rectangle 55"/>
                <p:cNvSpPr>
                  <a:spLocks noChangeAspect="1"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9" name="Rectangle 56"/>
                <p:cNvSpPr>
                  <a:spLocks noChangeAspect="1"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90" name="Rectangle 57"/>
                <p:cNvSpPr>
                  <a:spLocks noChangeAspect="1"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2" name="Group 58"/>
              <p:cNvGrpSpPr>
                <a:grpSpLocks noChangeAspect="1"/>
              </p:cNvGrpSpPr>
              <p:nvPr userDrawn="1"/>
            </p:nvGrpSpPr>
            <p:grpSpPr bwMode="auto">
              <a:xfrm>
                <a:off x="5921" y="3502"/>
                <a:ext cx="409" cy="101"/>
                <a:chOff x="5893" y="3521"/>
                <a:chExt cx="466" cy="115"/>
              </a:xfrm>
            </p:grpSpPr>
            <p:sp>
              <p:nvSpPr>
                <p:cNvPr id="10283" name="Rectangle 59"/>
                <p:cNvSpPr>
                  <a:spLocks noChangeAspect="1"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4" name="Rectangle 60"/>
                <p:cNvSpPr>
                  <a:spLocks noChangeAspect="1"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5" name="Rectangle 61"/>
                <p:cNvSpPr>
                  <a:spLocks noChangeAspect="1"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6" name="Rectangle 62"/>
                <p:cNvSpPr>
                  <a:spLocks noChangeAspect="1"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3" name="Group 63"/>
              <p:cNvGrpSpPr>
                <a:grpSpLocks noChangeAspect="1"/>
              </p:cNvGrpSpPr>
              <p:nvPr userDrawn="1"/>
            </p:nvGrpSpPr>
            <p:grpSpPr bwMode="auto">
              <a:xfrm>
                <a:off x="5921" y="3621"/>
                <a:ext cx="409" cy="101"/>
                <a:chOff x="5893" y="3657"/>
                <a:chExt cx="466" cy="115"/>
              </a:xfrm>
            </p:grpSpPr>
            <p:sp>
              <p:nvSpPr>
                <p:cNvPr id="10279" name="Rectangle 64"/>
                <p:cNvSpPr>
                  <a:spLocks noChangeAspect="1"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0" name="Rectangle 65"/>
                <p:cNvSpPr>
                  <a:spLocks noChangeAspect="1"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1" name="Rectangle 66"/>
                <p:cNvSpPr>
                  <a:spLocks noChangeAspect="1"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82" name="Rectangle 67"/>
                <p:cNvSpPr>
                  <a:spLocks noChangeAspect="1"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4" name="Group 68"/>
              <p:cNvGrpSpPr>
                <a:grpSpLocks noChangeAspect="1"/>
              </p:cNvGrpSpPr>
              <p:nvPr userDrawn="1"/>
            </p:nvGrpSpPr>
            <p:grpSpPr bwMode="auto">
              <a:xfrm>
                <a:off x="5921" y="3821"/>
                <a:ext cx="409" cy="101"/>
                <a:chOff x="5893" y="3884"/>
                <a:chExt cx="466" cy="115"/>
              </a:xfrm>
            </p:grpSpPr>
            <p:sp>
              <p:nvSpPr>
                <p:cNvPr id="10275" name="Rectangle 69"/>
                <p:cNvSpPr>
                  <a:spLocks noChangeAspect="1"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6" name="Rectangle 70"/>
                <p:cNvSpPr>
                  <a:spLocks noChangeAspect="1"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7" name="Rectangle 71"/>
                <p:cNvSpPr>
                  <a:spLocks noChangeAspect="1"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8" name="Rectangle 72"/>
                <p:cNvSpPr>
                  <a:spLocks noChangeAspect="1"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5" name="Group 73"/>
              <p:cNvGrpSpPr>
                <a:grpSpLocks noChangeAspect="1"/>
              </p:cNvGrpSpPr>
              <p:nvPr userDrawn="1"/>
            </p:nvGrpSpPr>
            <p:grpSpPr bwMode="auto">
              <a:xfrm>
                <a:off x="5921" y="3945"/>
                <a:ext cx="409" cy="101"/>
                <a:chOff x="5893" y="4026"/>
                <a:chExt cx="466" cy="115"/>
              </a:xfrm>
            </p:grpSpPr>
            <p:sp>
              <p:nvSpPr>
                <p:cNvPr id="10271" name="Rectangle 74"/>
                <p:cNvSpPr>
                  <a:spLocks noChangeAspect="1"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2" name="Rectangle 75"/>
                <p:cNvSpPr>
                  <a:spLocks noChangeAspect="1"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3" name="Rectangle 76"/>
                <p:cNvSpPr>
                  <a:spLocks noChangeAspect="1"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4" name="Rectangle 77"/>
                <p:cNvSpPr>
                  <a:spLocks noChangeAspect="1"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nvGrpSpPr>
              <p:cNvPr id="16" name="Group 78"/>
              <p:cNvGrpSpPr>
                <a:grpSpLocks noChangeAspect="1"/>
              </p:cNvGrpSpPr>
              <p:nvPr userDrawn="1"/>
            </p:nvGrpSpPr>
            <p:grpSpPr bwMode="auto">
              <a:xfrm>
                <a:off x="5921" y="4069"/>
                <a:ext cx="409" cy="101"/>
                <a:chOff x="5893" y="4167"/>
                <a:chExt cx="466" cy="115"/>
              </a:xfrm>
            </p:grpSpPr>
            <p:sp>
              <p:nvSpPr>
                <p:cNvPr id="10267" name="Rectangle 79"/>
                <p:cNvSpPr>
                  <a:spLocks noChangeAspect="1"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8" name="Rectangle 80"/>
                <p:cNvSpPr>
                  <a:spLocks noChangeAspect="1"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69" name="Rectangle 81"/>
                <p:cNvSpPr>
                  <a:spLocks noChangeAspect="1"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sp>
              <p:nvSpPr>
                <p:cNvPr id="10270" name="Rectangle 82"/>
                <p:cNvSpPr>
                  <a:spLocks noChangeAspect="1"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solidFill>
                      <a:srgbClr val="000000"/>
                    </a:solidFill>
                    <a:latin typeface="Calibri" pitchFamily="34" charset="0"/>
                    <a:ea typeface="宋体" charset="-122"/>
                  </a:endParaRPr>
                </a:p>
              </p:txBody>
            </p:sp>
          </p:grpSp>
        </p:grpSp>
      </p:grpSp>
      <p:sp>
        <p:nvSpPr>
          <p:cNvPr id="10321" name="Text Box 81"/>
          <p:cNvSpPr txBox="1">
            <a:spLocks noChangeArrowheads="1"/>
          </p:cNvSpPr>
          <p:nvPr/>
        </p:nvSpPr>
        <p:spPr bwMode="auto">
          <a:xfrm>
            <a:off x="-3846986" y="1330326"/>
            <a:ext cx="3703015" cy="38766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8345" tIns="39172" rIns="78345" bIns="39172">
            <a:spAutoFit/>
          </a:bodyPr>
          <a:lstStyle>
            <a:lvl1pPr defTabSz="784225" eaLnBrk="0" hangingPunct="0">
              <a:defRPr>
                <a:solidFill>
                  <a:schemeClr val="tx1"/>
                </a:solidFill>
                <a:latin typeface="Calibri" pitchFamily="34" charset="0"/>
                <a:ea typeface="宋体" charset="-122"/>
              </a:defRPr>
            </a:lvl1pPr>
            <a:lvl2pPr marL="390525" defTabSz="784225" eaLnBrk="0" hangingPunct="0">
              <a:defRPr>
                <a:solidFill>
                  <a:schemeClr val="tx1"/>
                </a:solidFill>
                <a:latin typeface="Calibri" pitchFamily="34" charset="0"/>
                <a:ea typeface="宋体" charset="-122"/>
              </a:defRPr>
            </a:lvl2pPr>
            <a:lvl3pPr marL="784225" defTabSz="784225" eaLnBrk="0" hangingPunct="0">
              <a:defRPr>
                <a:solidFill>
                  <a:schemeClr val="tx1"/>
                </a:solidFill>
                <a:latin typeface="Calibri" pitchFamily="34" charset="0"/>
                <a:ea typeface="宋体" charset="-122"/>
              </a:defRPr>
            </a:lvl3pPr>
            <a:lvl4pPr marL="1174750" defTabSz="784225" eaLnBrk="0" hangingPunct="0">
              <a:defRPr>
                <a:solidFill>
                  <a:schemeClr val="tx1"/>
                </a:solidFill>
                <a:latin typeface="Calibri" pitchFamily="34" charset="0"/>
                <a:ea typeface="宋体" charset="-122"/>
              </a:defRPr>
            </a:lvl4pPr>
            <a:lvl5pPr marL="1566863" defTabSz="784225" eaLnBrk="0" hangingPunct="0">
              <a:defRPr>
                <a:solidFill>
                  <a:schemeClr val="tx1"/>
                </a:solidFill>
                <a:latin typeface="Calibri" pitchFamily="34" charset="0"/>
                <a:ea typeface="宋体" charset="-122"/>
              </a:defRPr>
            </a:lvl5pPr>
            <a:lvl6pPr marL="2024063" defTabSz="784225" eaLnBrk="0" fontAlgn="base" hangingPunct="0">
              <a:spcBef>
                <a:spcPct val="0"/>
              </a:spcBef>
              <a:spcAft>
                <a:spcPct val="0"/>
              </a:spcAft>
              <a:defRPr>
                <a:solidFill>
                  <a:schemeClr val="tx1"/>
                </a:solidFill>
                <a:latin typeface="Calibri" pitchFamily="34" charset="0"/>
                <a:ea typeface="宋体" charset="-122"/>
              </a:defRPr>
            </a:lvl6pPr>
            <a:lvl7pPr marL="2481263" defTabSz="784225" eaLnBrk="0" fontAlgn="base" hangingPunct="0">
              <a:spcBef>
                <a:spcPct val="0"/>
              </a:spcBef>
              <a:spcAft>
                <a:spcPct val="0"/>
              </a:spcAft>
              <a:defRPr>
                <a:solidFill>
                  <a:schemeClr val="tx1"/>
                </a:solidFill>
                <a:latin typeface="Calibri" pitchFamily="34" charset="0"/>
                <a:ea typeface="宋体" charset="-122"/>
              </a:defRPr>
            </a:lvl7pPr>
            <a:lvl8pPr marL="2938463" defTabSz="784225" eaLnBrk="0" fontAlgn="base" hangingPunct="0">
              <a:spcBef>
                <a:spcPct val="0"/>
              </a:spcBef>
              <a:spcAft>
                <a:spcPct val="0"/>
              </a:spcAft>
              <a:defRPr>
                <a:solidFill>
                  <a:schemeClr val="tx1"/>
                </a:solidFill>
                <a:latin typeface="Calibri" pitchFamily="34" charset="0"/>
                <a:ea typeface="宋体" charset="-122"/>
              </a:defRPr>
            </a:lvl8pPr>
            <a:lvl9pPr marL="3395663" defTabSz="784225" eaLnBrk="0" fontAlgn="base" hangingPunct="0">
              <a:spcBef>
                <a:spcPct val="0"/>
              </a:spcBef>
              <a:spcAft>
                <a:spcPct val="0"/>
              </a:spcAft>
              <a:defRPr>
                <a:solidFill>
                  <a:schemeClr val="tx1"/>
                </a:solidFill>
                <a:latin typeface="Calibri" pitchFamily="34" charset="0"/>
                <a:ea typeface="宋体" charset="-122"/>
              </a:defRPr>
            </a:lvl9pPr>
          </a:lstStyle>
          <a:p>
            <a:pPr algn="r" eaLnBrk="1" hangingPunct="1">
              <a:spcBef>
                <a:spcPct val="20000"/>
              </a:spcBef>
            </a:pPr>
            <a:r>
              <a:rPr lang="zh-CN" altLang="zh-CN" sz="1100" dirty="0">
                <a:solidFill>
                  <a:srgbClr val="FFFFFF"/>
                </a:solidFill>
                <a:latin typeface="FrutigerNext LT Regular" pitchFamily="34" charset="0"/>
              </a:rPr>
              <a:t>Slide title :32-35pt  </a:t>
            </a:r>
          </a:p>
          <a:p>
            <a:pPr algn="r" eaLnBrk="1" hangingPunct="1">
              <a:spcBef>
                <a:spcPct val="20000"/>
              </a:spcBef>
            </a:pPr>
            <a:r>
              <a:rPr lang="zh-CN" altLang="zh-CN" sz="1100" dirty="0">
                <a:solidFill>
                  <a:srgbClr val="FFFFFF"/>
                </a:solidFill>
                <a:latin typeface="FrutigerNext LT Regular" pitchFamily="34" charset="0"/>
              </a:rPr>
              <a:t>Color: R153 G0 B0</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endParaRPr lang="zh-CN" altLang="zh-CN" sz="1100" dirty="0">
              <a:solidFill>
                <a:srgbClr val="FFFFFF"/>
              </a:solidFill>
              <a:latin typeface="FrutigerNext LT Regular" pitchFamily="34" charset="0"/>
            </a:endParaRPr>
          </a:p>
          <a:p>
            <a:pPr algn="r" eaLnBrk="1" hangingPunct="1">
              <a:spcBef>
                <a:spcPct val="20000"/>
              </a:spcBef>
            </a:pPr>
            <a:r>
              <a:rPr lang="zh-CN" altLang="zh-CN" sz="1100" dirty="0">
                <a:solidFill>
                  <a:srgbClr val="FFFFFF"/>
                </a:solidFill>
                <a:latin typeface="FrutigerNext LT Regular" pitchFamily="34" charset="0"/>
              </a:rPr>
              <a:t>Slide text :20-22pt</a:t>
            </a:r>
          </a:p>
          <a:p>
            <a:pPr algn="r" eaLnBrk="1" hangingPunct="1">
              <a:spcBef>
                <a:spcPct val="20000"/>
              </a:spcBef>
            </a:pPr>
            <a:r>
              <a:rPr lang="zh-CN" altLang="zh-CN" sz="1100" dirty="0">
                <a:solidFill>
                  <a:srgbClr val="FFFFFF"/>
                </a:solidFill>
                <a:latin typeface="FrutigerNext LT Regular" pitchFamily="34" charset="0"/>
              </a:rPr>
              <a:t>Bullets level 2-5:</a:t>
            </a:r>
          </a:p>
          <a:p>
            <a:pPr algn="r" eaLnBrk="1" hangingPunct="1">
              <a:spcBef>
                <a:spcPct val="20000"/>
              </a:spcBef>
            </a:pPr>
            <a:r>
              <a:rPr lang="zh-CN" altLang="zh-CN" sz="1100" dirty="0">
                <a:solidFill>
                  <a:srgbClr val="FFFFFF"/>
                </a:solidFill>
                <a:latin typeface="FrutigerNext LT Regular" pitchFamily="34" charset="0"/>
              </a:rPr>
              <a:t> 18pt  </a:t>
            </a:r>
          </a:p>
          <a:p>
            <a:pPr algn="r" eaLnBrk="1" hangingPunct="1">
              <a:spcBef>
                <a:spcPct val="20000"/>
              </a:spcBef>
            </a:pPr>
            <a:r>
              <a:rPr lang="zh-CN" altLang="zh-CN" sz="1100" dirty="0">
                <a:solidFill>
                  <a:srgbClr val="FFFFFF"/>
                </a:solidFill>
                <a:latin typeface="FrutigerNext LT Regular" pitchFamily="34" charset="0"/>
              </a:rPr>
              <a:t>Color:Black</a:t>
            </a:r>
          </a:p>
          <a:p>
            <a:pPr algn="r" eaLnBrk="1" hangingPunct="1">
              <a:spcBef>
                <a:spcPct val="20000"/>
              </a:spcBef>
            </a:pPr>
            <a:r>
              <a:rPr lang="zh-CN" altLang="zh-CN" sz="1100" dirty="0">
                <a:solidFill>
                  <a:srgbClr val="FFFFFF"/>
                </a:solidFill>
                <a:latin typeface="FrutigerNext LT Regular" pitchFamily="34" charset="0"/>
              </a:rPr>
              <a:t>Corporate Font :</a:t>
            </a:r>
          </a:p>
          <a:p>
            <a:pPr algn="r" eaLnBrk="1" hangingPunct="1">
              <a:spcBef>
                <a:spcPct val="20000"/>
              </a:spcBef>
            </a:pPr>
            <a:r>
              <a:rPr lang="zh-CN" altLang="zh-CN" sz="1100" dirty="0">
                <a:solidFill>
                  <a:srgbClr val="FFFFFF"/>
                </a:solidFill>
                <a:latin typeface="FrutigerNext LT Regular" pitchFamily="34" charset="0"/>
              </a:rPr>
              <a:t>FrutigerNext LT Medium</a:t>
            </a:r>
          </a:p>
          <a:p>
            <a:pPr algn="r" eaLnBrk="1" hangingPunct="1">
              <a:spcBef>
                <a:spcPct val="20000"/>
              </a:spcBef>
            </a:pPr>
            <a:r>
              <a:rPr lang="zh-CN" altLang="zh-CN" sz="1100" dirty="0">
                <a:solidFill>
                  <a:srgbClr val="FFFFFF"/>
                </a:solidFill>
                <a:latin typeface="FrutigerNext LT Regular" pitchFamily="34" charset="0"/>
              </a:rPr>
              <a:t>Font to be used by customers and </a:t>
            </a:r>
          </a:p>
          <a:p>
            <a:pPr algn="r" eaLnBrk="1" hangingPunct="1">
              <a:spcBef>
                <a:spcPct val="20000"/>
              </a:spcBef>
            </a:pPr>
            <a:r>
              <a:rPr lang="zh-CN" altLang="zh-CN" sz="1100" dirty="0">
                <a:solidFill>
                  <a:srgbClr val="FFFFFF"/>
                </a:solidFill>
                <a:latin typeface="FrutigerNext LT Regular" pitchFamily="34" charset="0"/>
              </a:rPr>
              <a:t>partners : </a:t>
            </a:r>
          </a:p>
          <a:p>
            <a:pPr algn="r" eaLnBrk="1" hangingPunct="1">
              <a:spcBef>
                <a:spcPct val="20000"/>
              </a:spcBef>
            </a:pPr>
            <a:r>
              <a:rPr lang="zh-CN" altLang="zh-CN" sz="1100" dirty="0">
                <a:solidFill>
                  <a:srgbClr val="FFFFFF"/>
                </a:solidFill>
                <a:latin typeface="FrutigerNext LT Regular" pitchFamily="34" charset="0"/>
              </a:rPr>
              <a:t>Arial</a:t>
            </a:r>
          </a:p>
        </p:txBody>
      </p:sp>
      <p:sp>
        <p:nvSpPr>
          <p:cNvPr id="10324" name="Text Box 84"/>
          <p:cNvSpPr txBox="1">
            <a:spLocks noChangeArrowheads="1"/>
          </p:cNvSpPr>
          <p:nvPr/>
        </p:nvSpPr>
        <p:spPr bwMode="auto">
          <a:xfrm>
            <a:off x="12339146" y="57150"/>
            <a:ext cx="1727650" cy="1107996"/>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a:solidFill>
                  <a:srgbClr val="FFFFFF"/>
                </a:solidFill>
                <a:latin typeface="FrutigerNext LT Regular" pitchFamily="34" charset="0"/>
                <a:ea typeface="宋体" charset="-122"/>
              </a:rPr>
              <a:t>Top right  corner  for   field-mark, customer or partner logotypes. </a:t>
            </a:r>
          </a:p>
          <a:p>
            <a:endParaRPr lang="en-US" altLang="zh-CN" sz="1100">
              <a:solidFill>
                <a:srgbClr val="FFFFFF"/>
              </a:solidFill>
              <a:latin typeface="FrutigerNext LT Regular" pitchFamily="34" charset="0"/>
              <a:ea typeface="宋体" charset="-122"/>
            </a:endParaRPr>
          </a:p>
          <a:p>
            <a:r>
              <a:rPr lang="en-US" altLang="zh-CN" sz="1100">
                <a:solidFill>
                  <a:srgbClr val="FFFFFF"/>
                </a:solidFill>
                <a:latin typeface="FrutigerNext LT Regular" pitchFamily="34" charset="0"/>
                <a:ea typeface="宋体" charset="-122"/>
              </a:rPr>
              <a:t>----------------   </a:t>
            </a:r>
          </a:p>
          <a:p>
            <a:endParaRPr lang="zh-CN" altLang="en-US" sz="1100">
              <a:solidFill>
                <a:srgbClr val="FFFFFF"/>
              </a:solidFill>
              <a:latin typeface="FrutigerNext LT Regular" pitchFamily="34" charset="0"/>
              <a:ea typeface="宋体" charset="-122"/>
            </a:endParaRPr>
          </a:p>
        </p:txBody>
      </p:sp>
      <p:sp>
        <p:nvSpPr>
          <p:cNvPr id="10325" name="Text Box 85"/>
          <p:cNvSpPr txBox="1">
            <a:spLocks noChangeArrowheads="1"/>
          </p:cNvSpPr>
          <p:nvPr/>
        </p:nvSpPr>
        <p:spPr bwMode="auto">
          <a:xfrm>
            <a:off x="12339146" y="1196975"/>
            <a:ext cx="1727650" cy="178510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100" dirty="0">
                <a:solidFill>
                  <a:srgbClr val="FFFFFF"/>
                </a:solidFill>
                <a:latin typeface="FrutigerNext LT Regular" pitchFamily="34" charset="0"/>
                <a:ea typeface="宋体" charset="-122"/>
              </a:rPr>
              <a:t>The following nine groups of colors are an example of how our design colors can be used, please take note that you should only use one design color group per slide. </a:t>
            </a:r>
          </a:p>
          <a:p>
            <a:r>
              <a:rPr lang="en-US" altLang="zh-CN" sz="1100" dirty="0">
                <a:solidFill>
                  <a:srgbClr val="FFFFFF"/>
                </a:solidFill>
                <a:latin typeface="FrutigerNext LT Regular" pitchFamily="34" charset="0"/>
                <a:ea typeface="宋体" charset="-122"/>
              </a:rPr>
              <a:t> For specific usage details, refer to the “Typesetting Standard”.</a:t>
            </a:r>
          </a:p>
        </p:txBody>
      </p:sp>
      <p:sp>
        <p:nvSpPr>
          <p:cNvPr id="80" name="Rectangle 21"/>
          <p:cNvSpPr>
            <a:spLocks noChangeArrowheads="1"/>
          </p:cNvSpPr>
          <p:nvPr/>
        </p:nvSpPr>
        <p:spPr bwMode="auto">
          <a:xfrm>
            <a:off x="5048936" y="6465936"/>
            <a:ext cx="2489187" cy="184666"/>
          </a:xfrm>
          <a:prstGeom prst="rect">
            <a:avLst/>
          </a:prstGeom>
          <a:noFill/>
          <a:ln w="9525" algn="ctr">
            <a:noFill/>
            <a:miter lim="800000"/>
            <a:headEnd/>
            <a:tailEnd/>
          </a:ln>
          <a:effectLst/>
        </p:spPr>
        <p:txBody>
          <a:bodyPr wrap="square" lIns="80082" tIns="0" rIns="80082" bIns="0">
            <a:spAutoFit/>
          </a:bodyPr>
          <a:lstStyle/>
          <a:p>
            <a:pPr defTabSz="801688" eaLnBrk="0" hangingPunct="0">
              <a:defRPr/>
            </a:pPr>
            <a:r>
              <a:rPr lang="en-US" altLang="zh-CN" sz="1200" dirty="0">
                <a:solidFill>
                  <a:srgbClr val="000000"/>
                </a:solidFill>
                <a:latin typeface="FrutigerNext LT Medium"/>
              </a:rPr>
              <a:t>Huawei Confidential</a:t>
            </a:r>
          </a:p>
        </p:txBody>
      </p:sp>
      <p:sp>
        <p:nvSpPr>
          <p:cNvPr id="82" name="Rectangle 5"/>
          <p:cNvSpPr>
            <a:spLocks noChangeArrowheads="1"/>
          </p:cNvSpPr>
          <p:nvPr/>
        </p:nvSpPr>
        <p:spPr bwMode="auto">
          <a:xfrm>
            <a:off x="8483693" y="6480629"/>
            <a:ext cx="2796844" cy="37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fld id="{334777C4-916E-458D-ABE7-87ACD557FBD2}" type="slidenum">
              <a:rPr lang="de-DE" altLang="zh-CN" sz="1200" smtClean="0">
                <a:solidFill>
                  <a:srgbClr val="000000"/>
                </a:solidFill>
                <a:latin typeface="FrutigerNext LT Bold" pitchFamily="34" charset="0"/>
                <a:ea typeface="ＭＳ Ｐゴシック" pitchFamily="34" charset="-128"/>
              </a:rPr>
              <a:pPr eaLnBrk="0" hangingPunct="0">
                <a:lnSpc>
                  <a:spcPct val="85000"/>
                </a:lnSpc>
              </a:pPr>
              <a:t>‹#›</a:t>
            </a:fld>
            <a:endParaRPr lang="en-GB" altLang="zh-CN" sz="1200" dirty="0">
              <a:solidFill>
                <a:srgbClr val="000000"/>
              </a:solidFill>
              <a:latin typeface="FrutigerNext LT Bold"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10" cstate="print"/>
          <a:srcRect/>
          <a:stretch>
            <a:fillRect/>
          </a:stretch>
        </p:blipFill>
        <p:spPr bwMode="auto">
          <a:xfrm>
            <a:off x="1" y="7"/>
            <a:ext cx="12193587" cy="6492875"/>
          </a:xfrm>
          <a:prstGeom prst="rect">
            <a:avLst/>
          </a:prstGeom>
          <a:noFill/>
          <a:ln w="9525">
            <a:noFill/>
            <a:miter lim="800000"/>
            <a:headEnd/>
            <a:tailEnd/>
          </a:ln>
        </p:spPr>
      </p:pic>
      <p:grpSp>
        <p:nvGrpSpPr>
          <p:cNvPr id="16"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11"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11"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11"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12"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103463161"/>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81" r:id="rId3"/>
    <p:sldLayoutId id="2147484482" r:id="rId4"/>
    <p:sldLayoutId id="2147484483" r:id="rId5"/>
    <p:sldLayoutId id="2147484484" r:id="rId6"/>
    <p:sldLayoutId id="2147484486" r:id="rId7"/>
    <p:sldLayoutId id="2147484487" r:id="rId8"/>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78" descr="内页元素3-1"/>
          <p:cNvPicPr>
            <a:picLocks noChangeAspect="1" noChangeArrowheads="1"/>
          </p:cNvPicPr>
          <p:nvPr/>
        </p:nvPicPr>
        <p:blipFill>
          <a:blip r:embed="rId19" cstate="print"/>
          <a:srcRect/>
          <a:stretch>
            <a:fillRect/>
          </a:stretch>
        </p:blipFill>
        <p:spPr bwMode="auto">
          <a:xfrm>
            <a:off x="1" y="7"/>
            <a:ext cx="12193588" cy="6492875"/>
          </a:xfrm>
          <a:prstGeom prst="rect">
            <a:avLst/>
          </a:prstGeom>
          <a:noFill/>
          <a:ln w="9525">
            <a:noFill/>
            <a:miter lim="800000"/>
            <a:headEnd/>
            <a:tailEnd/>
          </a:ln>
        </p:spPr>
      </p:pic>
      <p:sp>
        <p:nvSpPr>
          <p:cNvPr id="1470543" name="文本框 79"/>
          <p:cNvSpPr txBox="1">
            <a:spLocks noChangeArrowheads="1"/>
          </p:cNvSpPr>
          <p:nvPr/>
        </p:nvSpPr>
        <p:spPr bwMode="auto">
          <a:xfrm>
            <a:off x="869948" y="6467586"/>
            <a:ext cx="221022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a:solidFill>
                  <a:srgbClr val="000000"/>
                </a:solidFill>
                <a:latin typeface="FrutigerNext LT Bold" pitchFamily="1" charset="0"/>
                <a:ea typeface="ＭＳ Ｐゴシック" pitchFamily="34" charset="-128"/>
              </a:rPr>
              <a:t>HISILICON SEMICONDUCTOR</a:t>
            </a:r>
          </a:p>
        </p:txBody>
      </p:sp>
      <p:sp>
        <p:nvSpPr>
          <p:cNvPr id="1470544" name="矩形 80"/>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de-DE">
              <a:solidFill>
                <a:srgbClr val="000000"/>
              </a:solidFill>
              <a:latin typeface="FrutigerNext LT Medium" pitchFamily="34" charset="0"/>
            </a:endParaRPr>
          </a:p>
          <a:p>
            <a:pPr>
              <a:defRPr/>
            </a:pPr>
            <a:r>
              <a:rPr lang="de-DE">
                <a:solidFill>
                  <a:srgbClr val="000000"/>
                </a:solidFill>
                <a:latin typeface="FrutigerNext LT Medium" pitchFamily="34" charset="0"/>
              </a:rPr>
              <a:t>Page </a:t>
            </a:r>
            <a:fld id="{936B6F29-B2B0-4929-9798-71D6AAE3E254}" type="slidenum">
              <a:rPr lang="de-DE">
                <a:solidFill>
                  <a:srgbClr val="000000"/>
                </a:solidFill>
                <a:latin typeface="FrutigerNext LT Medium" pitchFamily="34" charset="0"/>
              </a:rPr>
              <a:pPr>
                <a:defRPr/>
              </a:pPr>
              <a:t>‹#›</a:t>
            </a:fld>
            <a:endParaRPr lang="en-GB">
              <a:solidFill>
                <a:srgbClr val="000000"/>
              </a:solidFill>
              <a:latin typeface="FrutigerNext LT Medium" pitchFamily="34" charset="0"/>
            </a:endParaRPr>
          </a:p>
        </p:txBody>
      </p:sp>
      <p:grpSp>
        <p:nvGrpSpPr>
          <p:cNvPr id="2" name="组合 81"/>
          <p:cNvGrpSpPr>
            <a:grpSpLocks/>
          </p:cNvGrpSpPr>
          <p:nvPr/>
        </p:nvGrpSpPr>
        <p:grpSpPr bwMode="auto">
          <a:xfrm>
            <a:off x="0" y="6216650"/>
            <a:ext cx="12195175" cy="635000"/>
            <a:chOff x="0" y="3920"/>
            <a:chExt cx="7682" cy="400"/>
          </a:xfrm>
        </p:grpSpPr>
        <p:pic>
          <p:nvPicPr>
            <p:cNvPr id="1084" name="图片 82" descr="图片1"/>
            <p:cNvPicPr>
              <a:picLocks noChangeAspect="1" noChangeArrowheads="1"/>
            </p:cNvPicPr>
            <p:nvPr userDrawn="1"/>
          </p:nvPicPr>
          <p:blipFill>
            <a:blip r:embed="rId20" cstate="print"/>
            <a:srcRect/>
            <a:stretch>
              <a:fillRect/>
            </a:stretch>
          </p:blipFill>
          <p:spPr bwMode="auto">
            <a:xfrm>
              <a:off x="0" y="3920"/>
              <a:ext cx="5760" cy="400"/>
            </a:xfrm>
            <a:prstGeom prst="rect">
              <a:avLst/>
            </a:prstGeom>
            <a:noFill/>
            <a:ln w="9525">
              <a:noFill/>
              <a:miter lim="800000"/>
              <a:headEnd/>
              <a:tailEnd/>
            </a:ln>
          </p:spPr>
        </p:pic>
        <p:pic>
          <p:nvPicPr>
            <p:cNvPr id="1085" name="图片 83" descr="图片1"/>
            <p:cNvPicPr>
              <a:picLocks noChangeAspect="1" noChangeArrowheads="1"/>
            </p:cNvPicPr>
            <p:nvPr userDrawn="1"/>
          </p:nvPicPr>
          <p:blipFill>
            <a:blip r:embed="rId20" cstate="print"/>
            <a:srcRect/>
            <a:stretch>
              <a:fillRect/>
            </a:stretch>
          </p:blipFill>
          <p:spPr bwMode="auto">
            <a:xfrm>
              <a:off x="1539" y="3920"/>
              <a:ext cx="5760" cy="400"/>
            </a:xfrm>
            <a:prstGeom prst="rect">
              <a:avLst/>
            </a:prstGeom>
            <a:noFill/>
            <a:ln w="9525">
              <a:noFill/>
              <a:miter lim="800000"/>
              <a:headEnd/>
              <a:tailEnd/>
            </a:ln>
          </p:spPr>
        </p:pic>
        <p:pic>
          <p:nvPicPr>
            <p:cNvPr id="1086" name="图片 84" descr="图片1"/>
            <p:cNvPicPr>
              <a:picLocks noChangeAspect="1" noChangeArrowheads="1"/>
            </p:cNvPicPr>
            <p:nvPr userDrawn="1"/>
          </p:nvPicPr>
          <p:blipFill>
            <a:blip r:embed="rId20" cstate="print"/>
            <a:srcRect/>
            <a:stretch>
              <a:fillRect/>
            </a:stretch>
          </p:blipFill>
          <p:spPr bwMode="auto">
            <a:xfrm rot="10800000">
              <a:off x="6619" y="3920"/>
              <a:ext cx="1063" cy="400"/>
            </a:xfrm>
            <a:prstGeom prst="rect">
              <a:avLst/>
            </a:prstGeom>
            <a:noFill/>
            <a:ln w="9525">
              <a:noFill/>
              <a:miter lim="800000"/>
              <a:headEnd/>
              <a:tailEnd/>
            </a:ln>
          </p:spPr>
        </p:pic>
      </p:grpSp>
      <p:sp>
        <p:nvSpPr>
          <p:cNvPr id="1470549" name="文本框 85"/>
          <p:cNvSpPr txBox="1">
            <a:spLocks noChangeArrowheads="1"/>
          </p:cNvSpPr>
          <p:nvPr/>
        </p:nvSpPr>
        <p:spPr bwMode="auto">
          <a:xfrm>
            <a:off x="869950" y="6458061"/>
            <a:ext cx="278493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b="1">
                <a:solidFill>
                  <a:srgbClr val="000000"/>
                </a:solidFill>
                <a:ea typeface="ＭＳ Ｐゴシック" pitchFamily="34" charset="-128"/>
              </a:rPr>
              <a:t>HUAWEI TECHNOLOGIES CO., LTD.</a:t>
            </a:r>
          </a:p>
        </p:txBody>
      </p:sp>
      <p:sp>
        <p:nvSpPr>
          <p:cNvPr id="1031" name="矩形 86"/>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1032" name="图片 87" descr="图片3副本"/>
          <p:cNvPicPr>
            <a:picLocks noChangeAspect="1" noChangeArrowheads="1"/>
          </p:cNvPicPr>
          <p:nvPr/>
        </p:nvPicPr>
        <p:blipFill>
          <a:blip r:embed="rId21" cstate="print"/>
          <a:srcRect/>
          <a:stretch>
            <a:fillRect/>
          </a:stretch>
        </p:blipFill>
        <p:spPr bwMode="auto">
          <a:xfrm>
            <a:off x="10182228" y="6386625"/>
            <a:ext cx="1295399" cy="307975"/>
          </a:xfrm>
          <a:prstGeom prst="rect">
            <a:avLst/>
          </a:prstGeom>
          <a:noFill/>
          <a:ln w="9525">
            <a:noFill/>
            <a:miter lim="800000"/>
            <a:headEnd/>
            <a:tailEnd/>
          </a:ln>
        </p:spPr>
      </p:pic>
      <p:sp>
        <p:nvSpPr>
          <p:cNvPr id="1033" name="矩形 88"/>
          <p:cNvSpPr>
            <a:spLocks noGrp="1" noChangeArrowheads="1"/>
          </p:cNvSpPr>
          <p:nvPr>
            <p:ph type="title"/>
          </p:nvPr>
        </p:nvSpPr>
        <p:spPr bwMode="auto">
          <a:xfrm>
            <a:off x="781050"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4" name="矩形 89"/>
          <p:cNvSpPr>
            <a:spLocks noGrp="1" noChangeArrowheads="1"/>
          </p:cNvSpPr>
          <p:nvPr>
            <p:ph type="body" idx="1"/>
          </p:nvPr>
        </p:nvSpPr>
        <p:spPr bwMode="auto">
          <a:xfrm>
            <a:off x="781050"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矩形 138"/>
          <p:cNvSpPr>
            <a:spLocks noChangeArrowheads="1"/>
          </p:cNvSpPr>
          <p:nvPr/>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036" name="矩形 139"/>
          <p:cNvSpPr>
            <a:spLocks noChangeArrowheads="1"/>
          </p:cNvSpPr>
          <p:nvPr/>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40"/>
          <p:cNvGrpSpPr>
            <a:grpSpLocks/>
          </p:cNvGrpSpPr>
          <p:nvPr/>
        </p:nvGrpSpPr>
        <p:grpSpPr bwMode="auto">
          <a:xfrm>
            <a:off x="12472987" y="5278438"/>
            <a:ext cx="989012" cy="184150"/>
            <a:chOff x="6657" y="3492"/>
            <a:chExt cx="527" cy="121"/>
          </a:xfrm>
        </p:grpSpPr>
        <p:sp>
          <p:nvSpPr>
            <p:cNvPr id="1080" name="矩形 141"/>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1" name="矩形 142"/>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2" name="矩形 143"/>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3" name="矩形 144"/>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145"/>
          <p:cNvGrpSpPr>
            <a:grpSpLocks/>
          </p:cNvGrpSpPr>
          <p:nvPr/>
        </p:nvGrpSpPr>
        <p:grpSpPr bwMode="auto">
          <a:xfrm>
            <a:off x="12472987" y="6204062"/>
            <a:ext cx="989012" cy="182563"/>
            <a:chOff x="6657" y="4103"/>
            <a:chExt cx="527" cy="121"/>
          </a:xfrm>
        </p:grpSpPr>
        <p:sp>
          <p:nvSpPr>
            <p:cNvPr id="1076" name="矩形 146"/>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7" name="矩形 147"/>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8" name="矩形 148"/>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9" name="矩形 149"/>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150"/>
          <p:cNvGrpSpPr>
            <a:grpSpLocks/>
          </p:cNvGrpSpPr>
          <p:nvPr/>
        </p:nvGrpSpPr>
        <p:grpSpPr bwMode="auto">
          <a:xfrm>
            <a:off x="12472987" y="6450013"/>
            <a:ext cx="989012" cy="182562"/>
            <a:chOff x="6657" y="4266"/>
            <a:chExt cx="527" cy="121"/>
          </a:xfrm>
        </p:grpSpPr>
        <p:sp>
          <p:nvSpPr>
            <p:cNvPr id="1072" name="矩形 151"/>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3" name="矩形 152"/>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4" name="矩形 153"/>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5" name="矩形 154"/>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155"/>
          <p:cNvGrpSpPr>
            <a:grpSpLocks/>
          </p:cNvGrpSpPr>
          <p:nvPr/>
        </p:nvGrpSpPr>
        <p:grpSpPr bwMode="auto">
          <a:xfrm>
            <a:off x="12472987" y="5527787"/>
            <a:ext cx="989012" cy="182563"/>
            <a:chOff x="6657" y="3656"/>
            <a:chExt cx="527" cy="121"/>
          </a:xfrm>
        </p:grpSpPr>
        <p:sp>
          <p:nvSpPr>
            <p:cNvPr id="1068" name="矩形 156"/>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9" name="矩形 157"/>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0" name="矩形 158"/>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1" name="矩形 159"/>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160"/>
          <p:cNvGrpSpPr>
            <a:grpSpLocks/>
          </p:cNvGrpSpPr>
          <p:nvPr/>
        </p:nvGrpSpPr>
        <p:grpSpPr bwMode="auto">
          <a:xfrm>
            <a:off x="12472987" y="5957888"/>
            <a:ext cx="989012" cy="182562"/>
            <a:chOff x="6657" y="3941"/>
            <a:chExt cx="527" cy="121"/>
          </a:xfrm>
        </p:grpSpPr>
        <p:sp>
          <p:nvSpPr>
            <p:cNvPr id="1064" name="矩形 161"/>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5" name="矩形 162"/>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6" name="矩形 163"/>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7" name="矩形 164"/>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165"/>
          <p:cNvGrpSpPr>
            <a:grpSpLocks/>
          </p:cNvGrpSpPr>
          <p:nvPr/>
        </p:nvGrpSpPr>
        <p:grpSpPr bwMode="auto">
          <a:xfrm>
            <a:off x="12472987" y="6697663"/>
            <a:ext cx="989012" cy="182562"/>
            <a:chOff x="6657" y="4430"/>
            <a:chExt cx="527" cy="121"/>
          </a:xfrm>
        </p:grpSpPr>
        <p:sp>
          <p:nvSpPr>
            <p:cNvPr id="1060" name="矩形 166"/>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1" name="矩形 167"/>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2" name="矩形 168"/>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3" name="矩形 169"/>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170"/>
          <p:cNvGrpSpPr>
            <a:grpSpLocks/>
          </p:cNvGrpSpPr>
          <p:nvPr/>
        </p:nvGrpSpPr>
        <p:grpSpPr bwMode="auto">
          <a:xfrm>
            <a:off x="12472987" y="5032375"/>
            <a:ext cx="989012" cy="184150"/>
            <a:chOff x="6657" y="3329"/>
            <a:chExt cx="527" cy="122"/>
          </a:xfrm>
        </p:grpSpPr>
        <p:sp>
          <p:nvSpPr>
            <p:cNvPr id="1056" name="矩形 171"/>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7" name="矩形 172"/>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8" name="矩形 173"/>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9" name="矩形 174"/>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0" name="组合 175"/>
          <p:cNvGrpSpPr>
            <a:grpSpLocks/>
          </p:cNvGrpSpPr>
          <p:nvPr/>
        </p:nvGrpSpPr>
        <p:grpSpPr bwMode="auto">
          <a:xfrm>
            <a:off x="12472987" y="4600687"/>
            <a:ext cx="989012" cy="182563"/>
            <a:chOff x="6657" y="3043"/>
            <a:chExt cx="527" cy="121"/>
          </a:xfrm>
        </p:grpSpPr>
        <p:sp>
          <p:nvSpPr>
            <p:cNvPr id="1052" name="矩形 176"/>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3" name="矩形 177"/>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4" name="矩形 178"/>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5" name="矩形 179"/>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1" name="组合 180"/>
          <p:cNvGrpSpPr>
            <a:grpSpLocks/>
          </p:cNvGrpSpPr>
          <p:nvPr/>
        </p:nvGrpSpPr>
        <p:grpSpPr bwMode="auto">
          <a:xfrm>
            <a:off x="12472987" y="4354513"/>
            <a:ext cx="989012" cy="184150"/>
            <a:chOff x="6657" y="2881"/>
            <a:chExt cx="527" cy="121"/>
          </a:xfrm>
        </p:grpSpPr>
        <p:sp>
          <p:nvSpPr>
            <p:cNvPr id="1048" name="矩形 181"/>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49" name="矩形 182"/>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0" name="矩形 183"/>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1" name="矩形 184"/>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1046" name="矩形 185"/>
          <p:cNvSpPr>
            <a:spLocks noChangeArrowheads="1"/>
          </p:cNvSpPr>
          <p:nvPr/>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1047" name="矩形 186"/>
          <p:cNvSpPr>
            <a:spLocks noChangeArrowheads="1"/>
          </p:cNvSpPr>
          <p:nvPr/>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4492" r:id="rId1"/>
    <p:sldLayoutId id="2147484493" r:id="rId2"/>
    <p:sldLayoutId id="2147484494" r:id="rId3"/>
    <p:sldLayoutId id="2147484495" r:id="rId4"/>
    <p:sldLayoutId id="2147484496" r:id="rId5"/>
    <p:sldLayoutId id="2147484497" r:id="rId6"/>
    <p:sldLayoutId id="2147484498" r:id="rId7"/>
    <p:sldLayoutId id="2147484499" r:id="rId8"/>
    <p:sldLayoutId id="2147484500" r:id="rId9"/>
    <p:sldLayoutId id="2147484501" r:id="rId10"/>
    <p:sldLayoutId id="2147484502" r:id="rId11"/>
    <p:sldLayoutId id="2147484503" r:id="rId12"/>
    <p:sldLayoutId id="2147484504" r:id="rId13"/>
    <p:sldLayoutId id="2147484505" r:id="rId14"/>
    <p:sldLayoutId id="2147484506" r:id="rId15"/>
    <p:sldLayoutId id="2147484507" r:id="rId16"/>
    <p:sldLayoutId id="2147484508" r:id="rId17"/>
  </p:sldLayoutIdLst>
  <p:transition spd="slow"/>
  <p:hf sldNum="0" hdr="0" ftr="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cs typeface="+mn-cs"/>
        </a:defRPr>
      </a:lvl5pPr>
      <a:lvl6pPr marL="2514600" indent="-228600" algn="l" rtl="0" fontAlgn="base">
        <a:spcBef>
          <a:spcPct val="20000"/>
        </a:spcBef>
        <a:spcAft>
          <a:spcPct val="0"/>
        </a:spcAft>
        <a:buFont typeface="Arial" charset="0"/>
        <a:buChar char="~"/>
        <a:defRPr sz="1600">
          <a:solidFill>
            <a:schemeClr val="tx1"/>
          </a:solidFill>
          <a:latin typeface="+mn-lt"/>
          <a:ea typeface="+mn-ea"/>
          <a:cs typeface="+mn-cs"/>
        </a:defRPr>
      </a:lvl6pPr>
      <a:lvl7pPr marL="2971800" indent="-228600" algn="l" rtl="0" fontAlgn="base">
        <a:spcBef>
          <a:spcPct val="20000"/>
        </a:spcBef>
        <a:spcAft>
          <a:spcPct val="0"/>
        </a:spcAft>
        <a:buFont typeface="Arial" charset="0"/>
        <a:buChar char="~"/>
        <a:defRPr sz="1600">
          <a:solidFill>
            <a:schemeClr val="tx1"/>
          </a:solidFill>
          <a:latin typeface="+mn-lt"/>
          <a:ea typeface="+mn-ea"/>
          <a:cs typeface="+mn-cs"/>
        </a:defRPr>
      </a:lvl7pPr>
      <a:lvl8pPr marL="3429000" indent="-228600" algn="l" rtl="0" fontAlgn="base">
        <a:spcBef>
          <a:spcPct val="20000"/>
        </a:spcBef>
        <a:spcAft>
          <a:spcPct val="0"/>
        </a:spcAft>
        <a:buFont typeface="Arial" charset="0"/>
        <a:buChar char="~"/>
        <a:defRPr sz="1600">
          <a:solidFill>
            <a:schemeClr val="tx1"/>
          </a:solidFill>
          <a:latin typeface="+mn-lt"/>
          <a:ea typeface="+mn-ea"/>
          <a:cs typeface="+mn-cs"/>
        </a:defRPr>
      </a:lvl8pPr>
      <a:lvl9pPr marL="3886200" indent="-228600" algn="l" rtl="0" fontAlgn="base">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78" descr="内页元素3-1"/>
          <p:cNvPicPr>
            <a:picLocks noChangeAspect="1" noChangeArrowheads="1"/>
          </p:cNvPicPr>
          <p:nvPr/>
        </p:nvPicPr>
        <p:blipFill>
          <a:blip r:embed="rId15" cstate="print"/>
          <a:srcRect/>
          <a:stretch>
            <a:fillRect/>
          </a:stretch>
        </p:blipFill>
        <p:spPr bwMode="auto">
          <a:xfrm>
            <a:off x="1" y="7"/>
            <a:ext cx="12193588" cy="6492875"/>
          </a:xfrm>
          <a:prstGeom prst="rect">
            <a:avLst/>
          </a:prstGeom>
          <a:noFill/>
          <a:ln w="9525">
            <a:noFill/>
            <a:miter lim="800000"/>
            <a:headEnd/>
            <a:tailEnd/>
          </a:ln>
        </p:spPr>
      </p:pic>
      <p:sp>
        <p:nvSpPr>
          <p:cNvPr id="1470543" name="文本框 79"/>
          <p:cNvSpPr txBox="1">
            <a:spLocks noChangeArrowheads="1"/>
          </p:cNvSpPr>
          <p:nvPr/>
        </p:nvSpPr>
        <p:spPr bwMode="auto">
          <a:xfrm>
            <a:off x="869948" y="6467586"/>
            <a:ext cx="221022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a:solidFill>
                  <a:srgbClr val="000000"/>
                </a:solidFill>
                <a:latin typeface="FrutigerNext LT Bold" pitchFamily="1" charset="0"/>
                <a:ea typeface="ＭＳ Ｐゴシック" pitchFamily="34" charset="-128"/>
              </a:rPr>
              <a:t>HISILICON SEMICONDUCTOR</a:t>
            </a:r>
          </a:p>
        </p:txBody>
      </p:sp>
      <p:sp>
        <p:nvSpPr>
          <p:cNvPr id="1470544" name="矩形 80"/>
          <p:cNvSpPr>
            <a:spLocks noGrp="1" noChangeArrowheads="1"/>
          </p:cNvSpPr>
          <p:nvPr>
            <p:ph type="dt" sz="half" idx="2"/>
          </p:nvPr>
        </p:nvSpPr>
        <p:spPr bwMode="auto">
          <a:xfrm>
            <a:off x="7910514" y="6402389"/>
            <a:ext cx="1409700" cy="1101725"/>
          </a:xfrm>
          <a:prstGeom prst="rect">
            <a:avLst/>
          </a:prstGeom>
          <a:noFill/>
          <a:ln>
            <a:noFill/>
          </a:ln>
          <a:effectLst/>
          <a:extLst/>
        </p:spPr>
        <p:txBody>
          <a:bodyPr vert="horz" wrap="square" lIns="0" tIns="0" rIns="0" bIns="0" numCol="1" anchor="t" anchorCtr="0" compatLnSpc="1">
            <a:prstTxWarp prst="textNoShape">
              <a:avLst/>
            </a:prstTxWarp>
          </a:bodyPr>
          <a:lstStyle>
            <a:lvl1pPr eaLnBrk="0" hangingPunct="0">
              <a:lnSpc>
                <a:spcPct val="85000"/>
              </a:lnSpc>
              <a:defRPr sz="1000" smtClean="0">
                <a:ea typeface="ＭＳ Ｐゴシック" pitchFamily="34" charset="-128"/>
              </a:defRPr>
            </a:lvl1pPr>
          </a:lstStyle>
          <a:p>
            <a:pPr>
              <a:defRPr/>
            </a:pPr>
            <a:endParaRPr lang="de-DE">
              <a:solidFill>
                <a:srgbClr val="000000"/>
              </a:solidFill>
              <a:latin typeface="FrutigerNext LT Medium" pitchFamily="34" charset="0"/>
            </a:endParaRPr>
          </a:p>
          <a:p>
            <a:pPr>
              <a:defRPr/>
            </a:pPr>
            <a:r>
              <a:rPr lang="de-DE">
                <a:solidFill>
                  <a:srgbClr val="000000"/>
                </a:solidFill>
                <a:latin typeface="FrutigerNext LT Medium" pitchFamily="34" charset="0"/>
              </a:rPr>
              <a:t>Page </a:t>
            </a:r>
            <a:fld id="{936B6F29-B2B0-4929-9798-71D6AAE3E254}" type="slidenum">
              <a:rPr lang="de-DE">
                <a:solidFill>
                  <a:srgbClr val="000000"/>
                </a:solidFill>
                <a:latin typeface="FrutigerNext LT Medium" pitchFamily="34" charset="0"/>
              </a:rPr>
              <a:pPr>
                <a:defRPr/>
              </a:pPr>
              <a:t>‹#›</a:t>
            </a:fld>
            <a:endParaRPr lang="en-GB">
              <a:solidFill>
                <a:srgbClr val="000000"/>
              </a:solidFill>
              <a:latin typeface="FrutigerNext LT Medium" pitchFamily="34" charset="0"/>
            </a:endParaRPr>
          </a:p>
        </p:txBody>
      </p:sp>
      <p:grpSp>
        <p:nvGrpSpPr>
          <p:cNvPr id="2" name="组合 81"/>
          <p:cNvGrpSpPr>
            <a:grpSpLocks/>
          </p:cNvGrpSpPr>
          <p:nvPr/>
        </p:nvGrpSpPr>
        <p:grpSpPr bwMode="auto">
          <a:xfrm>
            <a:off x="0" y="6216650"/>
            <a:ext cx="12195175" cy="635000"/>
            <a:chOff x="0" y="3920"/>
            <a:chExt cx="7682" cy="400"/>
          </a:xfrm>
        </p:grpSpPr>
        <p:pic>
          <p:nvPicPr>
            <p:cNvPr id="1084" name="图片 82" descr="图片1"/>
            <p:cNvPicPr>
              <a:picLocks noChangeAspect="1" noChangeArrowheads="1"/>
            </p:cNvPicPr>
            <p:nvPr userDrawn="1"/>
          </p:nvPicPr>
          <p:blipFill>
            <a:blip r:embed="rId16" cstate="print"/>
            <a:srcRect/>
            <a:stretch>
              <a:fillRect/>
            </a:stretch>
          </p:blipFill>
          <p:spPr bwMode="auto">
            <a:xfrm>
              <a:off x="0" y="3920"/>
              <a:ext cx="5760" cy="400"/>
            </a:xfrm>
            <a:prstGeom prst="rect">
              <a:avLst/>
            </a:prstGeom>
            <a:noFill/>
            <a:ln w="9525">
              <a:noFill/>
              <a:miter lim="800000"/>
              <a:headEnd/>
              <a:tailEnd/>
            </a:ln>
          </p:spPr>
        </p:pic>
        <p:pic>
          <p:nvPicPr>
            <p:cNvPr id="1085" name="图片 83" descr="图片1"/>
            <p:cNvPicPr>
              <a:picLocks noChangeAspect="1" noChangeArrowheads="1"/>
            </p:cNvPicPr>
            <p:nvPr userDrawn="1"/>
          </p:nvPicPr>
          <p:blipFill>
            <a:blip r:embed="rId16" cstate="print"/>
            <a:srcRect/>
            <a:stretch>
              <a:fillRect/>
            </a:stretch>
          </p:blipFill>
          <p:spPr bwMode="auto">
            <a:xfrm>
              <a:off x="1539" y="3920"/>
              <a:ext cx="5760" cy="400"/>
            </a:xfrm>
            <a:prstGeom prst="rect">
              <a:avLst/>
            </a:prstGeom>
            <a:noFill/>
            <a:ln w="9525">
              <a:noFill/>
              <a:miter lim="800000"/>
              <a:headEnd/>
              <a:tailEnd/>
            </a:ln>
          </p:spPr>
        </p:pic>
        <p:pic>
          <p:nvPicPr>
            <p:cNvPr id="1086" name="图片 84" descr="图片1"/>
            <p:cNvPicPr>
              <a:picLocks noChangeAspect="1" noChangeArrowheads="1"/>
            </p:cNvPicPr>
            <p:nvPr userDrawn="1"/>
          </p:nvPicPr>
          <p:blipFill>
            <a:blip r:embed="rId16" cstate="print"/>
            <a:srcRect/>
            <a:stretch>
              <a:fillRect/>
            </a:stretch>
          </p:blipFill>
          <p:spPr bwMode="auto">
            <a:xfrm rot="10800000">
              <a:off x="6619" y="3920"/>
              <a:ext cx="1063" cy="400"/>
            </a:xfrm>
            <a:prstGeom prst="rect">
              <a:avLst/>
            </a:prstGeom>
            <a:noFill/>
            <a:ln w="9525">
              <a:noFill/>
              <a:miter lim="800000"/>
              <a:headEnd/>
              <a:tailEnd/>
            </a:ln>
          </p:spPr>
        </p:pic>
      </p:grpSp>
      <p:sp>
        <p:nvSpPr>
          <p:cNvPr id="1470549" name="文本框 85"/>
          <p:cNvSpPr txBox="1">
            <a:spLocks noChangeArrowheads="1"/>
          </p:cNvSpPr>
          <p:nvPr/>
        </p:nvSpPr>
        <p:spPr bwMode="auto">
          <a:xfrm>
            <a:off x="869950" y="6458061"/>
            <a:ext cx="2784932" cy="263791"/>
          </a:xfrm>
          <a:prstGeom prst="rect">
            <a:avLst/>
          </a:prstGeom>
          <a:noFill/>
          <a:ln>
            <a:noFill/>
          </a:ln>
          <a:extLst/>
        </p:spPr>
        <p:txBody>
          <a:bodyPr wrap="none" lIns="78360" tIns="39180" rIns="78360" bIns="39180">
            <a:spAutoFit/>
          </a:bodyPr>
          <a:lstStyle>
            <a:lvl1pPr defTabSz="784225">
              <a:defRPr>
                <a:solidFill>
                  <a:schemeClr val="tx1"/>
                </a:solidFill>
                <a:latin typeface="Arial" charset="0"/>
                <a:ea typeface="宋体" pitchFamily="2" charset="-122"/>
              </a:defRPr>
            </a:lvl1pPr>
            <a:lvl2pPr marL="392113" defTabSz="784225">
              <a:defRPr>
                <a:solidFill>
                  <a:schemeClr val="tx1"/>
                </a:solidFill>
                <a:latin typeface="Arial" charset="0"/>
                <a:ea typeface="宋体" pitchFamily="2" charset="-122"/>
              </a:defRPr>
            </a:lvl2pPr>
            <a:lvl3pPr marL="784225" defTabSz="784225">
              <a:defRPr>
                <a:solidFill>
                  <a:schemeClr val="tx1"/>
                </a:solidFill>
                <a:latin typeface="Arial" charset="0"/>
                <a:ea typeface="宋体" pitchFamily="2" charset="-122"/>
              </a:defRPr>
            </a:lvl3pPr>
            <a:lvl4pPr marL="1174750" defTabSz="784225">
              <a:defRPr>
                <a:solidFill>
                  <a:schemeClr val="tx1"/>
                </a:solidFill>
                <a:latin typeface="Arial" charset="0"/>
                <a:ea typeface="宋体" pitchFamily="2" charset="-122"/>
              </a:defRPr>
            </a:lvl4pPr>
            <a:lvl5pPr marL="1566863" defTabSz="784225">
              <a:defRPr>
                <a:solidFill>
                  <a:schemeClr val="tx1"/>
                </a:solidFill>
                <a:latin typeface="Arial" charset="0"/>
                <a:ea typeface="宋体" pitchFamily="2" charset="-122"/>
              </a:defRPr>
            </a:lvl5pPr>
            <a:lvl6pPr marL="2024063" defTabSz="784225" fontAlgn="base">
              <a:spcBef>
                <a:spcPct val="0"/>
              </a:spcBef>
              <a:spcAft>
                <a:spcPct val="0"/>
              </a:spcAft>
              <a:defRPr>
                <a:solidFill>
                  <a:schemeClr val="tx1"/>
                </a:solidFill>
                <a:latin typeface="Arial" charset="0"/>
                <a:ea typeface="宋体" pitchFamily="2" charset="-122"/>
              </a:defRPr>
            </a:lvl6pPr>
            <a:lvl7pPr marL="2481263" defTabSz="784225" fontAlgn="base">
              <a:spcBef>
                <a:spcPct val="0"/>
              </a:spcBef>
              <a:spcAft>
                <a:spcPct val="0"/>
              </a:spcAft>
              <a:defRPr>
                <a:solidFill>
                  <a:schemeClr val="tx1"/>
                </a:solidFill>
                <a:latin typeface="Arial" charset="0"/>
                <a:ea typeface="宋体" pitchFamily="2" charset="-122"/>
              </a:defRPr>
            </a:lvl7pPr>
            <a:lvl8pPr marL="2938463" defTabSz="784225" fontAlgn="base">
              <a:spcBef>
                <a:spcPct val="0"/>
              </a:spcBef>
              <a:spcAft>
                <a:spcPct val="0"/>
              </a:spcAft>
              <a:defRPr>
                <a:solidFill>
                  <a:schemeClr val="tx1"/>
                </a:solidFill>
                <a:latin typeface="Arial" charset="0"/>
                <a:ea typeface="宋体" pitchFamily="2" charset="-122"/>
              </a:defRPr>
            </a:lvl8pPr>
            <a:lvl9pPr marL="3395663" defTabSz="784225" fontAlgn="base">
              <a:spcBef>
                <a:spcPct val="0"/>
              </a:spcBef>
              <a:spcAft>
                <a:spcPct val="0"/>
              </a:spcAft>
              <a:defRPr>
                <a:solidFill>
                  <a:schemeClr val="tx1"/>
                </a:solidFill>
                <a:latin typeface="Arial" charset="0"/>
                <a:ea typeface="宋体" pitchFamily="2" charset="-122"/>
              </a:defRPr>
            </a:lvl9pPr>
          </a:lstStyle>
          <a:p>
            <a:pPr eaLnBrk="0" hangingPunct="0">
              <a:defRPr/>
            </a:pPr>
            <a:r>
              <a:rPr lang="en-US" altLang="zh-CN" sz="1200" b="1">
                <a:solidFill>
                  <a:srgbClr val="000000"/>
                </a:solidFill>
                <a:ea typeface="ＭＳ Ｐゴシック" pitchFamily="34" charset="-128"/>
              </a:rPr>
              <a:t>HUAWEI TECHNOLOGIES CO., LTD.</a:t>
            </a:r>
          </a:p>
        </p:txBody>
      </p:sp>
      <p:sp>
        <p:nvSpPr>
          <p:cNvPr id="1031" name="矩形 86"/>
          <p:cNvSpPr>
            <a:spLocks noChangeArrowheads="1"/>
          </p:cNvSpPr>
          <p:nvPr/>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1032" name="图片 87" descr="图片3副本"/>
          <p:cNvPicPr>
            <a:picLocks noChangeAspect="1" noChangeArrowheads="1"/>
          </p:cNvPicPr>
          <p:nvPr/>
        </p:nvPicPr>
        <p:blipFill>
          <a:blip r:embed="rId17" cstate="print"/>
          <a:srcRect/>
          <a:stretch>
            <a:fillRect/>
          </a:stretch>
        </p:blipFill>
        <p:spPr bwMode="auto">
          <a:xfrm>
            <a:off x="10182228" y="6386625"/>
            <a:ext cx="1295399" cy="307975"/>
          </a:xfrm>
          <a:prstGeom prst="rect">
            <a:avLst/>
          </a:prstGeom>
          <a:noFill/>
          <a:ln w="9525">
            <a:noFill/>
            <a:miter lim="800000"/>
            <a:headEnd/>
            <a:tailEnd/>
          </a:ln>
        </p:spPr>
      </p:pic>
      <p:sp>
        <p:nvSpPr>
          <p:cNvPr id="1033" name="矩形 88"/>
          <p:cNvSpPr>
            <a:spLocks noGrp="1" noChangeArrowheads="1"/>
          </p:cNvSpPr>
          <p:nvPr>
            <p:ph type="title"/>
          </p:nvPr>
        </p:nvSpPr>
        <p:spPr bwMode="auto">
          <a:xfrm>
            <a:off x="781050" y="274638"/>
            <a:ext cx="10975975" cy="1143000"/>
          </a:xfrm>
          <a:prstGeom prst="rect">
            <a:avLst/>
          </a:prstGeom>
          <a:noFill/>
          <a:ln w="9525" algn="ctr">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4" name="矩形 89"/>
          <p:cNvSpPr>
            <a:spLocks noGrp="1" noChangeArrowheads="1"/>
          </p:cNvSpPr>
          <p:nvPr>
            <p:ph type="body" idx="1"/>
          </p:nvPr>
        </p:nvSpPr>
        <p:spPr bwMode="auto">
          <a:xfrm>
            <a:off x="781050" y="1600206"/>
            <a:ext cx="10975975" cy="452596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矩形 138"/>
          <p:cNvSpPr>
            <a:spLocks noChangeArrowheads="1"/>
          </p:cNvSpPr>
          <p:nvPr/>
        </p:nvSpPr>
        <p:spPr bwMode="auto">
          <a:xfrm>
            <a:off x="-2460622" y="528638"/>
            <a:ext cx="2460625" cy="5307012"/>
          </a:xfrm>
          <a:prstGeom prst="rect">
            <a:avLst/>
          </a:prstGeom>
          <a:noFill/>
          <a:ln w="9525">
            <a:noFill/>
            <a:miter lim="800000"/>
            <a:headEnd/>
            <a:tailEnd/>
          </a:ln>
          <a:effectLst/>
        </p:spPr>
        <p:txBody>
          <a:bodyPr lIns="87798" tIns="43900" rIns="87798" bIns="43900"/>
          <a:lstStyle/>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英文标题</a:t>
            </a:r>
            <a:r>
              <a:rPr lang="en-US" altLang="zh-CN" sz="1200">
                <a:solidFill>
                  <a:srgbClr val="F8F8F8"/>
                </a:solidFill>
                <a:latin typeface="Arial" pitchFamily="34" charset="0"/>
              </a:rPr>
              <a:t>:32-35pt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Medium</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中文标题</a:t>
            </a:r>
            <a:r>
              <a:rPr lang="en-US" altLang="zh-CN" sz="1200">
                <a:solidFill>
                  <a:srgbClr val="F8F8F8"/>
                </a:solidFill>
                <a:latin typeface="Arial" pitchFamily="34" charset="0"/>
              </a:rPr>
              <a:t>:30-32pt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 R153 G0 B0</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黑体</a:t>
            </a: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endParaRPr lang="zh-CN" altLang="en-US"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英文正文</a:t>
            </a:r>
            <a:r>
              <a:rPr lang="en-US" altLang="zh-CN" sz="1200">
                <a:solidFill>
                  <a:srgbClr val="F8F8F8"/>
                </a:solidFill>
                <a:latin typeface="Arial" pitchFamily="34" charset="0"/>
              </a:rPr>
              <a:t>:20-22pt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 </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 :18pt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内部使用字体 </a:t>
            </a:r>
            <a:r>
              <a:rPr lang="en-US" altLang="zh-CN" sz="1200">
                <a:solidFill>
                  <a:srgbClr val="F8F8F8"/>
                </a:solidFill>
                <a:latin typeface="FrutigerNext LT Medium" pitchFamily="34" charset="0"/>
              </a:rPr>
              <a:t>:</a:t>
            </a:r>
          </a:p>
          <a:p>
            <a:pPr marL="342900" indent="-342900" algn="r">
              <a:lnSpc>
                <a:spcPct val="125000"/>
              </a:lnSpc>
              <a:spcBef>
                <a:spcPct val="20000"/>
              </a:spcBef>
              <a:buClr>
                <a:srgbClr val="990000"/>
              </a:buClr>
              <a:defRPr/>
            </a:pPr>
            <a:r>
              <a:rPr lang="en-US" altLang="zh-CN" sz="1200">
                <a:solidFill>
                  <a:srgbClr val="F8F8F8"/>
                </a:solidFill>
                <a:latin typeface="FrutigerNext LT Medium" pitchFamily="34" charset="0"/>
              </a:rPr>
              <a:t>FrutigerNext LT Regular</a:t>
            </a:r>
          </a:p>
          <a:p>
            <a:pPr marL="342900" indent="-342900" algn="r">
              <a:lnSpc>
                <a:spcPct val="125000"/>
              </a:lnSpc>
              <a:spcBef>
                <a:spcPct val="20000"/>
              </a:spcBef>
              <a:buClr>
                <a:srgbClr val="990000"/>
              </a:buClr>
              <a:defRPr/>
            </a:pPr>
            <a:r>
              <a:rPr lang="zh-CN" altLang="en-US" sz="1200">
                <a:solidFill>
                  <a:srgbClr val="F8F8F8"/>
                </a:solidFill>
                <a:latin typeface="FrutigerNext LT Medium" pitchFamily="34" charset="0"/>
              </a:rPr>
              <a:t>外部使用字体 </a:t>
            </a:r>
            <a:r>
              <a:rPr lang="en-US" altLang="zh-CN" sz="1200">
                <a:solidFill>
                  <a:srgbClr val="F8F8F8"/>
                </a:solidFill>
                <a:latin typeface="FrutigerNext LT Medium" pitchFamily="34" charset="0"/>
              </a:rPr>
              <a:t>: Arial</a:t>
            </a:r>
          </a:p>
          <a:p>
            <a:pPr marL="342900" indent="-342900" algn="r">
              <a:lnSpc>
                <a:spcPct val="75000"/>
              </a:lnSpc>
              <a:spcBef>
                <a:spcPct val="20000"/>
              </a:spcBef>
              <a:buClr>
                <a:srgbClr val="990000"/>
              </a:buClr>
              <a:defRPr/>
            </a:pPr>
            <a:endParaRPr lang="en-US" altLang="zh-CN" sz="1200">
              <a:solidFill>
                <a:srgbClr val="F8F8F8"/>
              </a:solidFill>
              <a:latin typeface="Arial" pitchFamily="34" charset="0"/>
            </a:endParaRP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中文正文</a:t>
            </a:r>
            <a:r>
              <a:rPr lang="en-US" altLang="zh-CN" sz="1200">
                <a:solidFill>
                  <a:srgbClr val="F8F8F8"/>
                </a:solidFill>
                <a:latin typeface="Arial" pitchFamily="34" charset="0"/>
              </a:rPr>
              <a:t>:18-20pt</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子目录</a:t>
            </a:r>
            <a:r>
              <a:rPr lang="en-US" altLang="zh-CN" sz="1200">
                <a:solidFill>
                  <a:srgbClr val="F8F8F8"/>
                </a:solidFill>
                <a:latin typeface="Arial" pitchFamily="34" charset="0"/>
              </a:rPr>
              <a:t>(2-5</a:t>
            </a:r>
            <a:r>
              <a:rPr lang="zh-CN" altLang="en-US" sz="1200">
                <a:solidFill>
                  <a:srgbClr val="F8F8F8"/>
                </a:solidFill>
                <a:latin typeface="Arial" pitchFamily="34" charset="0"/>
              </a:rPr>
              <a:t>级</a:t>
            </a:r>
            <a:r>
              <a:rPr lang="en-US" altLang="zh-CN" sz="1200">
                <a:solidFill>
                  <a:srgbClr val="F8F8F8"/>
                </a:solidFill>
                <a:latin typeface="Arial" pitchFamily="34" charset="0"/>
              </a:rPr>
              <a:t>):18pt </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颜色</a:t>
            </a:r>
            <a:r>
              <a:rPr lang="en-US" altLang="zh-CN" sz="1200">
                <a:solidFill>
                  <a:srgbClr val="F8F8F8"/>
                </a:solidFill>
                <a:latin typeface="Arial" pitchFamily="34" charset="0"/>
              </a:rPr>
              <a:t>:</a:t>
            </a:r>
            <a:r>
              <a:rPr lang="zh-CN" altLang="en-US" sz="1200">
                <a:solidFill>
                  <a:srgbClr val="F8F8F8"/>
                </a:solidFill>
                <a:latin typeface="Arial" pitchFamily="34" charset="0"/>
              </a:rPr>
              <a:t>黑色</a:t>
            </a:r>
          </a:p>
          <a:p>
            <a:pPr marL="342900" indent="-342900" algn="r">
              <a:lnSpc>
                <a:spcPct val="125000"/>
              </a:lnSpc>
              <a:spcBef>
                <a:spcPct val="20000"/>
              </a:spcBef>
              <a:buClr>
                <a:srgbClr val="990000"/>
              </a:buClr>
              <a:defRPr/>
            </a:pPr>
            <a:r>
              <a:rPr lang="zh-CN" altLang="en-US" sz="1200">
                <a:solidFill>
                  <a:srgbClr val="F8F8F8"/>
                </a:solidFill>
                <a:latin typeface="Arial" pitchFamily="34" charset="0"/>
              </a:rPr>
              <a:t>字体</a:t>
            </a:r>
            <a:r>
              <a:rPr lang="en-US" altLang="zh-CN" sz="1200">
                <a:solidFill>
                  <a:srgbClr val="F8F8F8"/>
                </a:solidFill>
                <a:latin typeface="Arial" pitchFamily="34" charset="0"/>
              </a:rPr>
              <a:t>:</a:t>
            </a:r>
            <a:r>
              <a:rPr lang="zh-CN" altLang="en-US" sz="1200">
                <a:solidFill>
                  <a:srgbClr val="F8F8F8"/>
                </a:solidFill>
                <a:latin typeface="Arial" pitchFamily="34" charset="0"/>
              </a:rPr>
              <a:t>细黑体 </a:t>
            </a:r>
            <a:endParaRPr lang="zh-CN" altLang="en-US" sz="1200">
              <a:solidFill>
                <a:srgbClr val="080808"/>
              </a:solidFill>
              <a:latin typeface="Arial" pitchFamily="34" charset="0"/>
            </a:endParaRPr>
          </a:p>
        </p:txBody>
      </p:sp>
      <p:sp>
        <p:nvSpPr>
          <p:cNvPr id="1036" name="矩形 139"/>
          <p:cNvSpPr>
            <a:spLocks noChangeArrowheads="1"/>
          </p:cNvSpPr>
          <p:nvPr/>
        </p:nvSpPr>
        <p:spPr bwMode="auto">
          <a:xfrm>
            <a:off x="12361936" y="5444794"/>
            <a:ext cx="1227137" cy="323149"/>
          </a:xfrm>
          <a:prstGeom prst="rect">
            <a:avLst/>
          </a:prstGeom>
          <a:solidFill>
            <a:srgbClr val="F8F8F8"/>
          </a:solidFill>
          <a:ln w="9525" algn="ctr">
            <a:noFill/>
            <a:miter lim="800000"/>
            <a:headEnd/>
            <a:tailEnd/>
          </a:ln>
          <a:effectLst/>
        </p:spPr>
        <p:txBody>
          <a:bodyPr lIns="91425" tIns="45712" rIns="91425" bIns="45712" anchor="ctr">
            <a:spAutoFit/>
          </a:bodyPr>
          <a:lstStyle/>
          <a:p>
            <a:pPr algn="ctr" defTabSz="877888" eaLnBrk="0" hangingPunct="0">
              <a:defRPr/>
            </a:pPr>
            <a:endParaRPr lang="zh-CN" altLang="zh-CN" sz="1500">
              <a:solidFill>
                <a:srgbClr val="000000"/>
              </a:solidFill>
              <a:latin typeface="FrutigerNext LT Regular" pitchFamily="34" charset="0"/>
              <a:ea typeface="ＭＳ Ｐゴシック" pitchFamily="34" charset="-128"/>
            </a:endParaRPr>
          </a:p>
        </p:txBody>
      </p:sp>
      <p:grpSp>
        <p:nvGrpSpPr>
          <p:cNvPr id="3" name="组合 140"/>
          <p:cNvGrpSpPr>
            <a:grpSpLocks/>
          </p:cNvGrpSpPr>
          <p:nvPr/>
        </p:nvGrpSpPr>
        <p:grpSpPr bwMode="auto">
          <a:xfrm>
            <a:off x="12472987" y="5278438"/>
            <a:ext cx="989012" cy="184150"/>
            <a:chOff x="6657" y="3492"/>
            <a:chExt cx="527" cy="121"/>
          </a:xfrm>
        </p:grpSpPr>
        <p:sp>
          <p:nvSpPr>
            <p:cNvPr id="1080" name="矩形 141"/>
            <p:cNvSpPr>
              <a:spLocks noChangeArrowheads="1"/>
            </p:cNvSpPr>
            <p:nvPr/>
          </p:nvSpPr>
          <p:spPr bwMode="auto">
            <a:xfrm flipV="1">
              <a:off x="6789" y="3492"/>
              <a:ext cx="132" cy="121"/>
            </a:xfrm>
            <a:prstGeom prst="rect">
              <a:avLst/>
            </a:prstGeom>
            <a:solidFill>
              <a:srgbClr val="FFCC66"/>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1" name="矩形 142"/>
            <p:cNvSpPr>
              <a:spLocks noChangeArrowheads="1"/>
            </p:cNvSpPr>
            <p:nvPr/>
          </p:nvSpPr>
          <p:spPr bwMode="auto">
            <a:xfrm flipV="1">
              <a:off x="6921" y="3492"/>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2" name="矩形 143"/>
            <p:cNvSpPr>
              <a:spLocks noChangeArrowheads="1"/>
            </p:cNvSpPr>
            <p:nvPr/>
          </p:nvSpPr>
          <p:spPr bwMode="auto">
            <a:xfrm flipV="1">
              <a:off x="7052" y="3492"/>
              <a:ext cx="132" cy="121"/>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83" name="矩形 144"/>
            <p:cNvSpPr>
              <a:spLocks noChangeArrowheads="1"/>
            </p:cNvSpPr>
            <p:nvPr/>
          </p:nvSpPr>
          <p:spPr bwMode="auto">
            <a:xfrm flipV="1">
              <a:off x="6657" y="3492"/>
              <a:ext cx="132" cy="121"/>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4" name="组合 145"/>
          <p:cNvGrpSpPr>
            <a:grpSpLocks/>
          </p:cNvGrpSpPr>
          <p:nvPr/>
        </p:nvGrpSpPr>
        <p:grpSpPr bwMode="auto">
          <a:xfrm>
            <a:off x="12472987" y="6204062"/>
            <a:ext cx="989012" cy="182563"/>
            <a:chOff x="6657" y="4103"/>
            <a:chExt cx="527" cy="121"/>
          </a:xfrm>
        </p:grpSpPr>
        <p:sp>
          <p:nvSpPr>
            <p:cNvPr id="1076" name="矩形 146"/>
            <p:cNvSpPr>
              <a:spLocks noChangeArrowheads="1"/>
            </p:cNvSpPr>
            <p:nvPr/>
          </p:nvSpPr>
          <p:spPr bwMode="auto">
            <a:xfrm flipV="1">
              <a:off x="6789" y="410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7" name="矩形 147"/>
            <p:cNvSpPr>
              <a:spLocks noChangeArrowheads="1"/>
            </p:cNvSpPr>
            <p:nvPr/>
          </p:nvSpPr>
          <p:spPr bwMode="auto">
            <a:xfrm flipV="1">
              <a:off x="6921" y="4103"/>
              <a:ext cx="131"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8" name="矩形 148"/>
            <p:cNvSpPr>
              <a:spLocks noChangeArrowheads="1"/>
            </p:cNvSpPr>
            <p:nvPr/>
          </p:nvSpPr>
          <p:spPr bwMode="auto">
            <a:xfrm flipV="1">
              <a:off x="7052" y="4103"/>
              <a:ext cx="132" cy="121"/>
            </a:xfrm>
            <a:prstGeom prst="rect">
              <a:avLst/>
            </a:prstGeom>
            <a:solidFill>
              <a:srgbClr val="0099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9" name="矩形 149"/>
            <p:cNvSpPr>
              <a:spLocks noChangeArrowheads="1"/>
            </p:cNvSpPr>
            <p:nvPr/>
          </p:nvSpPr>
          <p:spPr bwMode="auto">
            <a:xfrm flipV="1">
              <a:off x="6657" y="4103"/>
              <a:ext cx="132" cy="121"/>
            </a:xfrm>
            <a:prstGeom prst="rect">
              <a:avLst/>
            </a:prstGeom>
            <a:solidFill>
              <a:srgbClr val="CC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5" name="组合 150"/>
          <p:cNvGrpSpPr>
            <a:grpSpLocks/>
          </p:cNvGrpSpPr>
          <p:nvPr/>
        </p:nvGrpSpPr>
        <p:grpSpPr bwMode="auto">
          <a:xfrm>
            <a:off x="12472987" y="6450013"/>
            <a:ext cx="989012" cy="182562"/>
            <a:chOff x="6657" y="4266"/>
            <a:chExt cx="527" cy="121"/>
          </a:xfrm>
        </p:grpSpPr>
        <p:sp>
          <p:nvSpPr>
            <p:cNvPr id="1072" name="矩形 151"/>
            <p:cNvSpPr>
              <a:spLocks noChangeArrowheads="1"/>
            </p:cNvSpPr>
            <p:nvPr/>
          </p:nvSpPr>
          <p:spPr bwMode="auto">
            <a:xfrm flipV="1">
              <a:off x="6789" y="4266"/>
              <a:ext cx="132" cy="121"/>
            </a:xfrm>
            <a:prstGeom prst="rect">
              <a:avLst/>
            </a:prstGeom>
            <a:solidFill>
              <a:srgbClr val="99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3" name="矩形 152"/>
            <p:cNvSpPr>
              <a:spLocks noChangeArrowheads="1"/>
            </p:cNvSpPr>
            <p:nvPr/>
          </p:nvSpPr>
          <p:spPr bwMode="auto">
            <a:xfrm flipV="1">
              <a:off x="6921" y="4266"/>
              <a:ext cx="131" cy="121"/>
            </a:xfrm>
            <a:prstGeom prst="rect">
              <a:avLst/>
            </a:prstGeom>
            <a:solidFill>
              <a:srgbClr val="0099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4" name="矩形 153"/>
            <p:cNvSpPr>
              <a:spLocks noChangeArrowheads="1"/>
            </p:cNvSpPr>
            <p:nvPr/>
          </p:nvSpPr>
          <p:spPr bwMode="auto">
            <a:xfrm flipV="1">
              <a:off x="7052" y="4266"/>
              <a:ext cx="132"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5" name="矩形 154"/>
            <p:cNvSpPr>
              <a:spLocks noChangeArrowheads="1"/>
            </p:cNvSpPr>
            <p:nvPr/>
          </p:nvSpPr>
          <p:spPr bwMode="auto">
            <a:xfrm flipV="1">
              <a:off x="6657" y="4266"/>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6" name="组合 155"/>
          <p:cNvGrpSpPr>
            <a:grpSpLocks/>
          </p:cNvGrpSpPr>
          <p:nvPr/>
        </p:nvGrpSpPr>
        <p:grpSpPr bwMode="auto">
          <a:xfrm>
            <a:off x="12472987" y="5527787"/>
            <a:ext cx="989012" cy="182563"/>
            <a:chOff x="6657" y="3656"/>
            <a:chExt cx="527" cy="121"/>
          </a:xfrm>
        </p:grpSpPr>
        <p:sp>
          <p:nvSpPr>
            <p:cNvPr id="1068" name="矩形 156"/>
            <p:cNvSpPr>
              <a:spLocks noChangeArrowheads="1"/>
            </p:cNvSpPr>
            <p:nvPr/>
          </p:nvSpPr>
          <p:spPr bwMode="auto">
            <a:xfrm flipV="1">
              <a:off x="6657" y="3656"/>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9" name="矩形 157"/>
            <p:cNvSpPr>
              <a:spLocks noChangeArrowheads="1"/>
            </p:cNvSpPr>
            <p:nvPr/>
          </p:nvSpPr>
          <p:spPr bwMode="auto">
            <a:xfrm flipV="1">
              <a:off x="6789" y="3656"/>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0" name="矩形 158"/>
            <p:cNvSpPr>
              <a:spLocks noChangeArrowheads="1"/>
            </p:cNvSpPr>
            <p:nvPr/>
          </p:nvSpPr>
          <p:spPr bwMode="auto">
            <a:xfrm flipV="1">
              <a:off x="6921" y="3656"/>
              <a:ext cx="131"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71" name="矩形 159"/>
            <p:cNvSpPr>
              <a:spLocks noChangeArrowheads="1"/>
            </p:cNvSpPr>
            <p:nvPr/>
          </p:nvSpPr>
          <p:spPr bwMode="auto">
            <a:xfrm flipV="1">
              <a:off x="7052" y="3656"/>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7" name="组合 160"/>
          <p:cNvGrpSpPr>
            <a:grpSpLocks/>
          </p:cNvGrpSpPr>
          <p:nvPr/>
        </p:nvGrpSpPr>
        <p:grpSpPr bwMode="auto">
          <a:xfrm>
            <a:off x="12472987" y="5957888"/>
            <a:ext cx="989012" cy="182562"/>
            <a:chOff x="6657" y="3941"/>
            <a:chExt cx="527" cy="121"/>
          </a:xfrm>
        </p:grpSpPr>
        <p:sp>
          <p:nvSpPr>
            <p:cNvPr id="1064" name="矩形 161"/>
            <p:cNvSpPr>
              <a:spLocks noChangeArrowheads="1"/>
            </p:cNvSpPr>
            <p:nvPr/>
          </p:nvSpPr>
          <p:spPr bwMode="auto">
            <a:xfrm flipV="1">
              <a:off x="6789" y="3941"/>
              <a:ext cx="132" cy="121"/>
            </a:xfrm>
            <a:prstGeom prst="rect">
              <a:avLst/>
            </a:prstGeom>
            <a:solidFill>
              <a:srgbClr val="CCFF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5" name="矩形 162"/>
            <p:cNvSpPr>
              <a:spLocks noChangeArrowheads="1"/>
            </p:cNvSpPr>
            <p:nvPr/>
          </p:nvSpPr>
          <p:spPr bwMode="auto">
            <a:xfrm flipV="1">
              <a:off x="6921" y="3941"/>
              <a:ext cx="131"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6" name="矩形 163"/>
            <p:cNvSpPr>
              <a:spLocks noChangeArrowheads="1"/>
            </p:cNvSpPr>
            <p:nvPr/>
          </p:nvSpPr>
          <p:spPr bwMode="auto">
            <a:xfrm flipV="1">
              <a:off x="7052" y="394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7" name="矩形 164"/>
            <p:cNvSpPr>
              <a:spLocks noChangeArrowheads="1"/>
            </p:cNvSpPr>
            <p:nvPr/>
          </p:nvSpPr>
          <p:spPr bwMode="auto">
            <a:xfrm flipV="1">
              <a:off x="6657" y="3941"/>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8" name="组合 165"/>
          <p:cNvGrpSpPr>
            <a:grpSpLocks/>
          </p:cNvGrpSpPr>
          <p:nvPr/>
        </p:nvGrpSpPr>
        <p:grpSpPr bwMode="auto">
          <a:xfrm>
            <a:off x="12472987" y="6697663"/>
            <a:ext cx="989012" cy="182562"/>
            <a:chOff x="6657" y="4430"/>
            <a:chExt cx="527" cy="121"/>
          </a:xfrm>
        </p:grpSpPr>
        <p:sp>
          <p:nvSpPr>
            <p:cNvPr id="1060" name="矩形 166"/>
            <p:cNvSpPr>
              <a:spLocks noChangeArrowheads="1"/>
            </p:cNvSpPr>
            <p:nvPr/>
          </p:nvSpPr>
          <p:spPr bwMode="auto">
            <a:xfrm flipV="1">
              <a:off x="6789" y="4430"/>
              <a:ext cx="132"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1" name="矩形 167"/>
            <p:cNvSpPr>
              <a:spLocks noChangeArrowheads="1"/>
            </p:cNvSpPr>
            <p:nvPr/>
          </p:nvSpPr>
          <p:spPr bwMode="auto">
            <a:xfrm flipV="1">
              <a:off x="6921" y="4430"/>
              <a:ext cx="131" cy="121"/>
            </a:xfrm>
            <a:prstGeom prst="rect">
              <a:avLst/>
            </a:prstGeom>
            <a:solidFill>
              <a:srgbClr val="0066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2" name="矩形 168"/>
            <p:cNvSpPr>
              <a:spLocks noChangeArrowheads="1"/>
            </p:cNvSpPr>
            <p:nvPr/>
          </p:nvSpPr>
          <p:spPr bwMode="auto">
            <a:xfrm flipV="1">
              <a:off x="7052" y="4430"/>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63" name="矩形 169"/>
            <p:cNvSpPr>
              <a:spLocks noChangeArrowheads="1"/>
            </p:cNvSpPr>
            <p:nvPr/>
          </p:nvSpPr>
          <p:spPr bwMode="auto">
            <a:xfrm flipV="1">
              <a:off x="6657" y="4430"/>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9" name="组合 170"/>
          <p:cNvGrpSpPr>
            <a:grpSpLocks/>
          </p:cNvGrpSpPr>
          <p:nvPr/>
        </p:nvGrpSpPr>
        <p:grpSpPr bwMode="auto">
          <a:xfrm>
            <a:off x="12472987" y="5032375"/>
            <a:ext cx="989012" cy="184150"/>
            <a:chOff x="6657" y="3329"/>
            <a:chExt cx="527" cy="122"/>
          </a:xfrm>
        </p:grpSpPr>
        <p:sp>
          <p:nvSpPr>
            <p:cNvPr id="1056" name="矩形 171"/>
            <p:cNvSpPr>
              <a:spLocks noChangeArrowheads="1"/>
            </p:cNvSpPr>
            <p:nvPr/>
          </p:nvSpPr>
          <p:spPr bwMode="auto">
            <a:xfrm flipV="1">
              <a:off x="6789" y="3329"/>
              <a:ext cx="132" cy="122"/>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7" name="矩形 172"/>
            <p:cNvSpPr>
              <a:spLocks noChangeArrowheads="1"/>
            </p:cNvSpPr>
            <p:nvPr/>
          </p:nvSpPr>
          <p:spPr bwMode="auto">
            <a:xfrm flipV="1">
              <a:off x="6921" y="3329"/>
              <a:ext cx="131" cy="122"/>
            </a:xfrm>
            <a:prstGeom prst="rect">
              <a:avLst/>
            </a:prstGeom>
            <a:solidFill>
              <a:srgbClr val="99660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8" name="矩形 173"/>
            <p:cNvSpPr>
              <a:spLocks noChangeArrowheads="1"/>
            </p:cNvSpPr>
            <p:nvPr/>
          </p:nvSpPr>
          <p:spPr bwMode="auto">
            <a:xfrm flipV="1">
              <a:off x="7052" y="3329"/>
              <a:ext cx="132" cy="122"/>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9" name="矩形 174"/>
            <p:cNvSpPr>
              <a:spLocks noChangeArrowheads="1"/>
            </p:cNvSpPr>
            <p:nvPr/>
          </p:nvSpPr>
          <p:spPr bwMode="auto">
            <a:xfrm flipV="1">
              <a:off x="6657" y="3329"/>
              <a:ext cx="132" cy="122"/>
            </a:xfrm>
            <a:prstGeom prst="rect">
              <a:avLst/>
            </a:prstGeom>
            <a:solidFill>
              <a:srgbClr val="FFCC99"/>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0" name="组合 175"/>
          <p:cNvGrpSpPr>
            <a:grpSpLocks/>
          </p:cNvGrpSpPr>
          <p:nvPr/>
        </p:nvGrpSpPr>
        <p:grpSpPr bwMode="auto">
          <a:xfrm>
            <a:off x="12472987" y="4600687"/>
            <a:ext cx="989012" cy="182563"/>
            <a:chOff x="6657" y="3043"/>
            <a:chExt cx="527" cy="121"/>
          </a:xfrm>
        </p:grpSpPr>
        <p:sp>
          <p:nvSpPr>
            <p:cNvPr id="1052" name="矩形 176"/>
            <p:cNvSpPr>
              <a:spLocks noChangeArrowheads="1"/>
            </p:cNvSpPr>
            <p:nvPr/>
          </p:nvSpPr>
          <p:spPr bwMode="auto">
            <a:xfrm flipV="1">
              <a:off x="6921" y="3043"/>
              <a:ext cx="131" cy="121"/>
            </a:xfrm>
            <a:prstGeom prst="rect">
              <a:avLst/>
            </a:prstGeom>
            <a:solidFill>
              <a:srgbClr val="FF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3" name="矩形 177"/>
            <p:cNvSpPr>
              <a:spLocks noChangeArrowheads="1"/>
            </p:cNvSpPr>
            <p:nvPr/>
          </p:nvSpPr>
          <p:spPr bwMode="auto">
            <a:xfrm flipV="1">
              <a:off x="7052" y="3043"/>
              <a:ext cx="132" cy="121"/>
            </a:xfrm>
            <a:prstGeom prst="rect">
              <a:avLst/>
            </a:prstGeom>
            <a:solidFill>
              <a:srgbClr val="CCCCCC"/>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4" name="矩形 178"/>
            <p:cNvSpPr>
              <a:spLocks noChangeArrowheads="1"/>
            </p:cNvSpPr>
            <p:nvPr/>
          </p:nvSpPr>
          <p:spPr bwMode="auto">
            <a:xfrm flipV="1">
              <a:off x="6657" y="3043"/>
              <a:ext cx="132" cy="121"/>
            </a:xfrm>
            <a:prstGeom prst="rect">
              <a:avLst/>
            </a:prstGeom>
            <a:solidFill>
              <a:srgbClr val="99CCFF"/>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5" name="矩形 179"/>
            <p:cNvSpPr>
              <a:spLocks noChangeArrowheads="1"/>
            </p:cNvSpPr>
            <p:nvPr/>
          </p:nvSpPr>
          <p:spPr bwMode="auto">
            <a:xfrm flipV="1">
              <a:off x="6789" y="3043"/>
              <a:ext cx="132" cy="121"/>
            </a:xfrm>
            <a:prstGeom prst="rect">
              <a:avLst/>
            </a:prstGeom>
            <a:solidFill>
              <a:srgbClr val="6699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grpSp>
        <p:nvGrpSpPr>
          <p:cNvPr id="11" name="组合 180"/>
          <p:cNvGrpSpPr>
            <a:grpSpLocks/>
          </p:cNvGrpSpPr>
          <p:nvPr/>
        </p:nvGrpSpPr>
        <p:grpSpPr bwMode="auto">
          <a:xfrm>
            <a:off x="12472987" y="4354513"/>
            <a:ext cx="989012" cy="184150"/>
            <a:chOff x="6657" y="2881"/>
            <a:chExt cx="527" cy="121"/>
          </a:xfrm>
        </p:grpSpPr>
        <p:sp>
          <p:nvSpPr>
            <p:cNvPr id="1048" name="矩形 181"/>
            <p:cNvSpPr>
              <a:spLocks noChangeArrowheads="1"/>
            </p:cNvSpPr>
            <p:nvPr/>
          </p:nvSpPr>
          <p:spPr bwMode="auto">
            <a:xfrm flipV="1">
              <a:off x="6921" y="2881"/>
              <a:ext cx="131" cy="121"/>
            </a:xfrm>
            <a:prstGeom prst="rect">
              <a:avLst/>
            </a:prstGeom>
            <a:solidFill>
              <a:srgbClr val="B2B2B2"/>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49" name="矩形 182"/>
            <p:cNvSpPr>
              <a:spLocks noChangeArrowheads="1"/>
            </p:cNvSpPr>
            <p:nvPr/>
          </p:nvSpPr>
          <p:spPr bwMode="auto">
            <a:xfrm flipV="1">
              <a:off x="7052" y="2881"/>
              <a:ext cx="132" cy="121"/>
            </a:xfrm>
            <a:prstGeom prst="rect">
              <a:avLst/>
            </a:prstGeom>
            <a:solidFill>
              <a:srgbClr val="EAEAEA"/>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0" name="矩形 183"/>
            <p:cNvSpPr>
              <a:spLocks noChangeArrowheads="1"/>
            </p:cNvSpPr>
            <p:nvPr/>
          </p:nvSpPr>
          <p:spPr bwMode="auto">
            <a:xfrm flipV="1">
              <a:off x="6657" y="2881"/>
              <a:ext cx="132" cy="121"/>
            </a:xfrm>
            <a:prstGeom prst="rect">
              <a:avLst/>
            </a:prstGeom>
            <a:solidFill>
              <a:srgbClr val="990000"/>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sp>
          <p:nvSpPr>
            <p:cNvPr id="1051" name="矩形 184"/>
            <p:cNvSpPr>
              <a:spLocks noChangeArrowheads="1"/>
            </p:cNvSpPr>
            <p:nvPr/>
          </p:nvSpPr>
          <p:spPr bwMode="auto">
            <a:xfrm flipV="1">
              <a:off x="6789" y="2881"/>
              <a:ext cx="132" cy="121"/>
            </a:xfrm>
            <a:prstGeom prst="rect">
              <a:avLst/>
            </a:prstGeom>
            <a:solidFill>
              <a:srgbClr val="080808"/>
            </a:solidFill>
            <a:ln w="9525">
              <a:noFill/>
              <a:miter lim="800000"/>
              <a:headEnd/>
              <a:tailEnd/>
            </a:ln>
            <a:effectLst/>
          </p:spPr>
          <p:txBody>
            <a:bodyPr wrap="none" anchor="ctr"/>
            <a:lstStyle/>
            <a:p>
              <a:pPr>
                <a:buClr>
                  <a:srgbClr val="CC9900"/>
                </a:buClr>
                <a:buFont typeface="Wingdings" pitchFamily="2" charset="2"/>
                <a:buChar char="n"/>
                <a:defRPr/>
              </a:pPr>
              <a:endParaRPr lang="zh-CN" altLang="en-US" b="1">
                <a:solidFill>
                  <a:srgbClr val="000000"/>
                </a:solidFill>
                <a:latin typeface="Arial" pitchFamily="34" charset="0"/>
                <a:ea typeface="宋体" pitchFamily="2" charset="-122"/>
              </a:endParaRPr>
            </a:p>
          </p:txBody>
        </p:sp>
      </p:grpSp>
      <p:sp>
        <p:nvSpPr>
          <p:cNvPr id="1046" name="矩形 185"/>
          <p:cNvSpPr>
            <a:spLocks noChangeArrowheads="1"/>
          </p:cNvSpPr>
          <p:nvPr/>
        </p:nvSpPr>
        <p:spPr bwMode="auto">
          <a:xfrm>
            <a:off x="12269788" y="2263775"/>
            <a:ext cx="1401762" cy="2654300"/>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配色参考方案：</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建议同一页面内不超过四种颜色，以下是９组配色方案，同一页面内只选择一组使用。</a:t>
            </a:r>
          </a:p>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（仅供参考）</a:t>
            </a:r>
          </a:p>
        </p:txBody>
      </p:sp>
      <p:sp>
        <p:nvSpPr>
          <p:cNvPr id="1047" name="矩形 186"/>
          <p:cNvSpPr>
            <a:spLocks noChangeArrowheads="1"/>
          </p:cNvSpPr>
          <p:nvPr/>
        </p:nvSpPr>
        <p:spPr bwMode="auto">
          <a:xfrm>
            <a:off x="12269788" y="-61913"/>
            <a:ext cx="1401762" cy="838201"/>
          </a:xfrm>
          <a:prstGeom prst="rect">
            <a:avLst/>
          </a:prstGeom>
          <a:noFill/>
          <a:ln w="9525">
            <a:noFill/>
            <a:miter lim="800000"/>
            <a:headEnd/>
            <a:tailEnd/>
          </a:ln>
          <a:effectLst/>
        </p:spPr>
        <p:txBody>
          <a:bodyPr lIns="87798" tIns="43900" rIns="87798" bIns="43900"/>
          <a:lstStyle/>
          <a:p>
            <a:pPr marL="342900" indent="-342900">
              <a:lnSpc>
                <a:spcPct val="120000"/>
              </a:lnSpc>
              <a:spcBef>
                <a:spcPct val="20000"/>
              </a:spcBef>
              <a:buClr>
                <a:srgbClr val="990000"/>
              </a:buClr>
              <a:defRPr/>
            </a:pPr>
            <a:r>
              <a:rPr lang="zh-CN" altLang="en-US" sz="1200">
                <a:solidFill>
                  <a:srgbClr val="F8F8F8"/>
                </a:solidFill>
                <a:latin typeface="华文细黑" pitchFamily="2" charset="-122"/>
              </a:rPr>
              <a:t>客户或者合作伙伴的标志放在右上角</a:t>
            </a:r>
            <a:r>
              <a:rPr lang="en-US" altLang="zh-CN" sz="1200">
                <a:solidFill>
                  <a:srgbClr val="F8F8F8"/>
                </a:solidFill>
                <a:latin typeface="华文细黑" pitchFamily="2" charset="-122"/>
              </a:rPr>
              <a:t>.</a:t>
            </a:r>
          </a:p>
        </p:txBody>
      </p:sp>
    </p:spTree>
  </p:cSld>
  <p:clrMap bg1="lt1" tx1="dk1" bg2="lt2" tx2="dk2" accent1="accent1" accent2="accent2" accent3="accent3" accent4="accent4" accent5="accent5" accent6="accent6" hlink="hlink" folHlink="folHlink"/>
  <p:sldLayoutIdLst>
    <p:sldLayoutId id="2147484510" r:id="rId1"/>
    <p:sldLayoutId id="2147484511" r:id="rId2"/>
    <p:sldLayoutId id="2147484512" r:id="rId3"/>
    <p:sldLayoutId id="2147484513" r:id="rId4"/>
    <p:sldLayoutId id="2147484514" r:id="rId5"/>
    <p:sldLayoutId id="2147484515" r:id="rId6"/>
    <p:sldLayoutId id="2147484516" r:id="rId7"/>
    <p:sldLayoutId id="2147484517" r:id="rId8"/>
    <p:sldLayoutId id="2147484518" r:id="rId9"/>
    <p:sldLayoutId id="2147484519" r:id="rId10"/>
    <p:sldLayoutId id="2147484520" r:id="rId11"/>
    <p:sldLayoutId id="2147484521" r:id="rId12"/>
    <p:sldLayoutId id="2147484522" r:id="rId13"/>
  </p:sldLayoutIdLst>
  <p:transition spd="slow"/>
  <p:hf sldNum="0" hdr="0" ftr="0"/>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5pPr>
      <a:lvl6pPr marL="4572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6pPr>
      <a:lvl7pPr marL="9144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7pPr>
      <a:lvl8pPr marL="13716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8pPr>
      <a:lvl9pPr marL="1828800" algn="l" rtl="0" fontAlgn="base">
        <a:spcBef>
          <a:spcPct val="0"/>
        </a:spcBef>
        <a:spcAft>
          <a:spcPct val="0"/>
        </a:spcAft>
        <a:defRPr sz="3200" b="1">
          <a:solidFill>
            <a:srgbClr val="990000"/>
          </a:solidFill>
          <a:latin typeface="FrutigerNext LT Medium" pitchFamily="34" charset="0"/>
          <a:ea typeface="华文细黑" pitchFamily="2" charset="-122"/>
          <a:cs typeface="宋体" pitchFamily="2"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ea typeface="+mn-ea"/>
          <a:cs typeface="+mn-cs"/>
        </a:defRPr>
      </a:lvl5pPr>
      <a:lvl6pPr marL="2514600" indent="-228600" algn="l" rtl="0" fontAlgn="base">
        <a:spcBef>
          <a:spcPct val="20000"/>
        </a:spcBef>
        <a:spcAft>
          <a:spcPct val="0"/>
        </a:spcAft>
        <a:buFont typeface="Arial" charset="0"/>
        <a:buChar char="~"/>
        <a:defRPr sz="1600">
          <a:solidFill>
            <a:schemeClr val="tx1"/>
          </a:solidFill>
          <a:latin typeface="+mn-lt"/>
          <a:ea typeface="+mn-ea"/>
          <a:cs typeface="+mn-cs"/>
        </a:defRPr>
      </a:lvl6pPr>
      <a:lvl7pPr marL="2971800" indent="-228600" algn="l" rtl="0" fontAlgn="base">
        <a:spcBef>
          <a:spcPct val="20000"/>
        </a:spcBef>
        <a:spcAft>
          <a:spcPct val="0"/>
        </a:spcAft>
        <a:buFont typeface="Arial" charset="0"/>
        <a:buChar char="~"/>
        <a:defRPr sz="1600">
          <a:solidFill>
            <a:schemeClr val="tx1"/>
          </a:solidFill>
          <a:latin typeface="+mn-lt"/>
          <a:ea typeface="+mn-ea"/>
          <a:cs typeface="+mn-cs"/>
        </a:defRPr>
      </a:lvl7pPr>
      <a:lvl8pPr marL="3429000" indent="-228600" algn="l" rtl="0" fontAlgn="base">
        <a:spcBef>
          <a:spcPct val="20000"/>
        </a:spcBef>
        <a:spcAft>
          <a:spcPct val="0"/>
        </a:spcAft>
        <a:buFont typeface="Arial" charset="0"/>
        <a:buChar char="~"/>
        <a:defRPr sz="1600">
          <a:solidFill>
            <a:schemeClr val="tx1"/>
          </a:solidFill>
          <a:latin typeface="+mn-lt"/>
          <a:ea typeface="+mn-ea"/>
          <a:cs typeface="+mn-cs"/>
        </a:defRPr>
      </a:lvl8pPr>
      <a:lvl9pPr marL="3886200" indent="-228600" algn="l" rtl="0" fontAlgn="base">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0418" name="Picture 79" descr="dd"/>
          <p:cNvPicPr>
            <a:picLocks noChangeAspect="1" noChangeArrowheads="1"/>
          </p:cNvPicPr>
          <p:nvPr/>
        </p:nvPicPr>
        <p:blipFill>
          <a:blip r:embed="rId6" cstate="print"/>
          <a:srcRect/>
          <a:stretch>
            <a:fillRect/>
          </a:stretch>
        </p:blipFill>
        <p:spPr bwMode="auto">
          <a:xfrm>
            <a:off x="0" y="6224589"/>
            <a:ext cx="12203115" cy="636587"/>
          </a:xfrm>
          <a:prstGeom prst="rect">
            <a:avLst/>
          </a:prstGeom>
          <a:noFill/>
          <a:ln w="9525">
            <a:noFill/>
            <a:miter lim="800000"/>
            <a:headEnd/>
            <a:tailEnd/>
          </a:ln>
        </p:spPr>
      </p:pic>
      <p:sp>
        <p:nvSpPr>
          <p:cNvPr id="154" name="Text Box 8"/>
          <p:cNvSpPr txBox="1">
            <a:spLocks noChangeArrowheads="1"/>
          </p:cNvSpPr>
          <p:nvPr/>
        </p:nvSpPr>
        <p:spPr bwMode="auto">
          <a:xfrm>
            <a:off x="1008326" y="6451600"/>
            <a:ext cx="2397749" cy="184150"/>
          </a:xfrm>
          <a:prstGeom prst="rect">
            <a:avLst/>
          </a:prstGeom>
          <a:noFill/>
          <a:ln>
            <a:noFill/>
          </a:ln>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dirty="0">
                <a:solidFill>
                  <a:srgbClr val="000000"/>
                </a:solidFill>
                <a:latin typeface="FrutigerNext LT Bold" pitchFamily="34" charset="0"/>
                <a:ea typeface="MS PGothic" pitchFamily="34" charset="-128"/>
              </a:rPr>
              <a:t>HUAWEITECHNOLOGIESCO.,LTD.</a:t>
            </a:r>
          </a:p>
        </p:txBody>
      </p:sp>
      <p:pic>
        <p:nvPicPr>
          <p:cNvPr id="60420" name="Picture 9" descr="8"/>
          <p:cNvPicPr>
            <a:picLocks noChangeAspect="1" noChangeArrowheads="1"/>
          </p:cNvPicPr>
          <p:nvPr/>
        </p:nvPicPr>
        <p:blipFill>
          <a:blip r:embed="rId7" cstate="print"/>
          <a:srcRect/>
          <a:stretch>
            <a:fillRect/>
          </a:stretch>
        </p:blipFill>
        <p:spPr bwMode="auto">
          <a:xfrm>
            <a:off x="10014971" y="6386514"/>
            <a:ext cx="1748292" cy="312737"/>
          </a:xfrm>
          <a:prstGeom prst="rect">
            <a:avLst/>
          </a:prstGeom>
          <a:noFill/>
          <a:ln w="9525">
            <a:noFill/>
            <a:miter lim="800000"/>
            <a:headEnd/>
            <a:tailEnd/>
          </a:ln>
        </p:spPr>
      </p:pic>
      <p:sp>
        <p:nvSpPr>
          <p:cNvPr id="60421" name="Rectangle 13"/>
          <p:cNvSpPr>
            <a:spLocks noGrp="1" noChangeArrowheads="1"/>
          </p:cNvSpPr>
          <p:nvPr>
            <p:ph type="title"/>
          </p:nvPr>
        </p:nvSpPr>
        <p:spPr bwMode="auto">
          <a:xfrm>
            <a:off x="1008326" y="325439"/>
            <a:ext cx="10178525" cy="871537"/>
          </a:xfrm>
          <a:prstGeom prst="rect">
            <a:avLst/>
          </a:prstGeom>
          <a:noFill/>
          <a:ln w="9525">
            <a:noFill/>
            <a:miter lim="800000"/>
            <a:headEnd/>
            <a:tailEnd/>
          </a:ln>
        </p:spPr>
        <p:txBody>
          <a:bodyPr vert="horz" wrap="square" lIns="0" tIns="40064" rIns="80129" bIns="40064" numCol="1" anchor="ctr" anchorCtr="0" compatLnSpc="1">
            <a:prstTxWarp prst="textNoShape">
              <a:avLst/>
            </a:prstTxWarp>
          </a:bodyPr>
          <a:lstStyle/>
          <a:p>
            <a:pPr lvl="0"/>
            <a:r>
              <a:rPr lang="zh-CN" altLang="en-US"/>
              <a:t>单击此处编辑母版标题样式</a:t>
            </a:r>
          </a:p>
        </p:txBody>
      </p:sp>
      <p:sp>
        <p:nvSpPr>
          <p:cNvPr id="60422" name="Rectangle 68"/>
          <p:cNvSpPr>
            <a:spLocks noGrp="1" noChangeArrowheads="1"/>
          </p:cNvSpPr>
          <p:nvPr>
            <p:ph type="body" idx="1"/>
          </p:nvPr>
        </p:nvSpPr>
        <p:spPr bwMode="auto">
          <a:xfrm>
            <a:off x="1008326" y="1628776"/>
            <a:ext cx="10178525" cy="4194175"/>
          </a:xfrm>
          <a:prstGeom prst="rect">
            <a:avLst/>
          </a:prstGeom>
          <a:noFill/>
          <a:ln w="9525">
            <a:noFill/>
            <a:miter lim="800000"/>
            <a:headEnd/>
            <a:tailEnd/>
          </a:ln>
        </p:spPr>
        <p:txBody>
          <a:bodyPr vert="horz" wrap="square" lIns="80142" tIns="40070" rIns="80142" bIns="4007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3" name="Rectangle 15"/>
          <p:cNvSpPr>
            <a:spLocks noChangeArrowheads="1"/>
          </p:cNvSpPr>
          <p:nvPr/>
        </p:nvSpPr>
        <p:spPr bwMode="auto">
          <a:xfrm>
            <a:off x="-2604177" y="692151"/>
            <a:ext cx="2459677" cy="5522913"/>
          </a:xfrm>
          <a:prstGeom prst="rect">
            <a:avLst/>
          </a:prstGeom>
          <a:noFill/>
          <a:ln>
            <a:noFill/>
          </a:ln>
          <a:extLst/>
        </p:spPr>
        <p:txBody>
          <a:bodyPr lIns="80124" tIns="40063" rIns="80124" bIns="40063">
            <a:spAutoFit/>
          </a:bodyPr>
          <a:lstStyle>
            <a:lvl1pPr marL="342900" indent="-342900">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英文标题</a:t>
            </a:r>
            <a:r>
              <a:rPr lang="en-US" altLang="zh-CN" sz="1100">
                <a:solidFill>
                  <a:srgbClr val="FFFFFF"/>
                </a:solidFill>
              </a:rPr>
              <a:t>:32-35pt</a:t>
            </a: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:R153G0B0</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内部使用字体</a:t>
            </a:r>
            <a:r>
              <a:rPr lang="en-US" altLang="zh-CN" sz="1100">
                <a:solidFill>
                  <a:srgbClr val="FFFFFF"/>
                </a:solidFill>
              </a:rPr>
              <a:t>:</a:t>
            </a:r>
          </a:p>
          <a:p>
            <a:pPr algn="r" eaLnBrk="0" hangingPunct="0">
              <a:lnSpc>
                <a:spcPct val="125000"/>
              </a:lnSpc>
              <a:spcBef>
                <a:spcPct val="20000"/>
              </a:spcBef>
              <a:buFont typeface="Arial" panose="020B0604020202020204" pitchFamily="34" charset="0"/>
              <a:buNone/>
              <a:defRPr/>
            </a:pPr>
            <a:r>
              <a:rPr lang="en-US" altLang="zh-CN" sz="1100">
                <a:solidFill>
                  <a:srgbClr val="FFFFFF"/>
                </a:solidFill>
              </a:rPr>
              <a:t>FrutigerNextLTMedium</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外部使用字体</a:t>
            </a:r>
            <a:r>
              <a:rPr lang="en-US" altLang="zh-CN" sz="1100">
                <a:solidFill>
                  <a:srgbClr val="FFFFFF"/>
                </a:solidFill>
              </a:rPr>
              <a:t>:Arial</a:t>
            </a:r>
          </a:p>
          <a:p>
            <a:pPr algn="r" eaLnBrk="0" hangingPunct="0">
              <a:lnSpc>
                <a:spcPct val="75000"/>
              </a:lnSpc>
              <a:spcBef>
                <a:spcPct val="20000"/>
              </a:spcBef>
              <a:buFont typeface="Arial" panose="020B0604020202020204" pitchFamily="34" charset="0"/>
              <a:buNone/>
              <a:defRPr/>
            </a:pPr>
            <a:endParaRPr lang="en-US" altLang="zh-CN"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中文标题</a:t>
            </a:r>
            <a:r>
              <a:rPr lang="en-US" altLang="zh-CN" sz="1100">
                <a:solidFill>
                  <a:srgbClr val="FFFFFF"/>
                </a:solidFill>
              </a:rPr>
              <a:t>:30-32pt</a:t>
            </a: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:R153G0B0</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algn="r" eaLnBrk="0" hangingPunct="0">
              <a:lnSpc>
                <a:spcPct val="125000"/>
              </a:lnSpc>
              <a:spcBef>
                <a:spcPct val="20000"/>
              </a:spcBef>
              <a:buFont typeface="Arial" panose="020B0604020202020204" pitchFamily="34" charset="0"/>
              <a:buNone/>
              <a:defRPr/>
            </a:pP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英文正文</a:t>
            </a:r>
            <a:r>
              <a:rPr lang="en-US" altLang="zh-CN" sz="1100">
                <a:solidFill>
                  <a:srgbClr val="FFFFFF"/>
                </a:solidFill>
              </a:rPr>
              <a:t>:20-22pt</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内部使用字体</a:t>
            </a:r>
            <a:r>
              <a:rPr lang="en-US" altLang="zh-CN" sz="1100">
                <a:solidFill>
                  <a:srgbClr val="FFFFFF"/>
                </a:solidFill>
              </a:rPr>
              <a:t>:</a:t>
            </a:r>
          </a:p>
          <a:p>
            <a:pPr algn="r" eaLnBrk="0" hangingPunct="0">
              <a:lnSpc>
                <a:spcPct val="125000"/>
              </a:lnSpc>
              <a:spcBef>
                <a:spcPct val="20000"/>
              </a:spcBef>
              <a:buFont typeface="Arial" panose="020B0604020202020204" pitchFamily="34" charset="0"/>
              <a:buNone/>
              <a:defRPr/>
            </a:pPr>
            <a:r>
              <a:rPr lang="en-US" altLang="zh-CN" sz="1100">
                <a:solidFill>
                  <a:srgbClr val="FFFFFF"/>
                </a:solidFill>
              </a:rPr>
              <a:t>FrutigerNextLTRegular</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外部使用字体</a:t>
            </a:r>
            <a:r>
              <a:rPr lang="en-US" altLang="zh-CN" sz="1100">
                <a:solidFill>
                  <a:srgbClr val="FFFFFF"/>
                </a:solidFill>
              </a:rPr>
              <a:t>:Arial</a:t>
            </a:r>
          </a:p>
          <a:p>
            <a:pPr algn="r" eaLnBrk="0" hangingPunct="0">
              <a:lnSpc>
                <a:spcPct val="75000"/>
              </a:lnSpc>
              <a:spcBef>
                <a:spcPct val="20000"/>
              </a:spcBef>
              <a:buFont typeface="Arial" panose="020B0604020202020204" pitchFamily="34" charset="0"/>
              <a:buNone/>
              <a:defRPr/>
            </a:pPr>
            <a:endParaRPr lang="en-US" altLang="zh-CN"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中文正文</a:t>
            </a:r>
            <a:r>
              <a:rPr lang="en-US" altLang="zh-CN" sz="1100">
                <a:solidFill>
                  <a:srgbClr val="FFFFFF"/>
                </a:solidFill>
              </a:rPr>
              <a:t>:18-20pt</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a:t>
            </a:r>
            <a:endParaRPr lang="zh-CN" altLang="en-US" sz="1100">
              <a:solidFill>
                <a:srgbClr val="FFFFFF"/>
              </a:solidFill>
            </a:endParaRP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algn="r" eaLnBrk="0" hangingPunct="0">
              <a:lnSpc>
                <a:spcPct val="125000"/>
              </a:lnSpc>
              <a:spcBef>
                <a:spcPct val="20000"/>
              </a:spcBef>
              <a:buFont typeface="Arial" panose="020B0604020202020204" pitchFamily="34" charset="0"/>
              <a:buNone/>
              <a:defRPr/>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endParaRPr lang="zh-CN" altLang="en-US" sz="1100" b="1">
              <a:solidFill>
                <a:srgbClr val="FFFFFF"/>
              </a:solidFill>
              <a:latin typeface="Arial" panose="020B0604020202020204" pitchFamily="34" charset="0"/>
              <a:ea typeface="华文细黑" panose="02010600040101010101" pitchFamily="2" charset="-122"/>
            </a:endParaRPr>
          </a:p>
        </p:txBody>
      </p:sp>
      <p:grpSp>
        <p:nvGrpSpPr>
          <p:cNvPr id="60424" name="Group 16"/>
          <p:cNvGrpSpPr>
            <a:grpSpLocks/>
          </p:cNvGrpSpPr>
          <p:nvPr/>
        </p:nvGrpSpPr>
        <p:grpSpPr bwMode="auto">
          <a:xfrm>
            <a:off x="12436538" y="3511551"/>
            <a:ext cx="1225869" cy="3224213"/>
            <a:chOff x="5839" y="2251"/>
            <a:chExt cx="579" cy="2031"/>
          </a:xfrm>
        </p:grpSpPr>
        <p:sp>
          <p:nvSpPr>
            <p:cNvPr id="60429" name="Rectangle 17"/>
            <p:cNvSpPr>
              <a:spLocks noChangeArrowheads="1"/>
            </p:cNvSpPr>
            <p:nvPr userDrawn="1"/>
          </p:nvSpPr>
          <p:spPr bwMode="auto">
            <a:xfrm>
              <a:off x="5839" y="3143"/>
              <a:ext cx="579" cy="233"/>
            </a:xfrm>
            <a:prstGeom prst="rect">
              <a:avLst/>
            </a:prstGeom>
            <a:solidFill>
              <a:schemeClr val="bg1"/>
            </a:solidFill>
            <a:ln>
              <a:noFill/>
            </a:ln>
            <a:extLst/>
          </p:spPr>
          <p:txBody>
            <a:bodyPr lIns="91425" tIns="45712" rIns="91425" bIns="45712"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nvGrpSpPr>
            <p:cNvPr id="60430" name="Group 18"/>
            <p:cNvGrpSpPr>
              <a:grpSpLocks/>
            </p:cNvGrpSpPr>
            <p:nvPr userDrawn="1"/>
          </p:nvGrpSpPr>
          <p:grpSpPr bwMode="auto">
            <a:xfrm>
              <a:off x="5893" y="2387"/>
              <a:ext cx="466" cy="115"/>
              <a:chOff x="5893" y="2387"/>
              <a:chExt cx="466" cy="115"/>
            </a:xfrm>
          </p:grpSpPr>
          <p:sp>
            <p:nvSpPr>
              <p:cNvPr id="60491" name="Rectangle 19"/>
              <p:cNvSpPr>
                <a:spLocks noChangeArrowheads="1"/>
              </p:cNvSpPr>
              <p:nvPr userDrawn="1"/>
            </p:nvSpPr>
            <p:spPr bwMode="auto">
              <a:xfrm flipV="1">
                <a:off x="6010" y="2387"/>
                <a:ext cx="116"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2" name="Rectangle 20"/>
              <p:cNvSpPr>
                <a:spLocks noChangeArrowheads="1"/>
              </p:cNvSpPr>
              <p:nvPr userDrawn="1"/>
            </p:nvSpPr>
            <p:spPr bwMode="auto">
              <a:xfrm flipV="1">
                <a:off x="6126" y="2387"/>
                <a:ext cx="115"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3" name="Rectangle 21"/>
              <p:cNvSpPr>
                <a:spLocks noChangeArrowheads="1"/>
              </p:cNvSpPr>
              <p:nvPr userDrawn="1"/>
            </p:nvSpPr>
            <p:spPr bwMode="auto">
              <a:xfrm flipV="1">
                <a:off x="6242" y="2387"/>
                <a:ext cx="117" cy="115"/>
              </a:xfrm>
              <a:prstGeom prst="rect">
                <a:avLst/>
              </a:prstGeom>
              <a:solidFill>
                <a:srgbClr val="99660A"/>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4" name="Rectangle 22"/>
              <p:cNvSpPr>
                <a:spLocks noChangeArrowheads="1"/>
              </p:cNvSpPr>
              <p:nvPr userDrawn="1"/>
            </p:nvSpPr>
            <p:spPr bwMode="auto">
              <a:xfrm flipV="1">
                <a:off x="5893" y="2387"/>
                <a:ext cx="117"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1" name="Group 23"/>
            <p:cNvGrpSpPr>
              <a:grpSpLocks/>
            </p:cNvGrpSpPr>
            <p:nvPr userDrawn="1"/>
          </p:nvGrpSpPr>
          <p:grpSpPr bwMode="auto">
            <a:xfrm>
              <a:off x="5893" y="2523"/>
              <a:ext cx="466" cy="115"/>
              <a:chOff x="5893" y="2523"/>
              <a:chExt cx="466" cy="115"/>
            </a:xfrm>
          </p:grpSpPr>
          <p:sp>
            <p:nvSpPr>
              <p:cNvPr id="60487" name="Rectangle 24"/>
              <p:cNvSpPr>
                <a:spLocks noChangeArrowheads="1"/>
              </p:cNvSpPr>
              <p:nvPr userDrawn="1"/>
            </p:nvSpPr>
            <p:spPr bwMode="auto">
              <a:xfrm flipV="1">
                <a:off x="6010" y="2523"/>
                <a:ext cx="116"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8" name="Rectangle 25"/>
              <p:cNvSpPr>
                <a:spLocks noChangeArrowheads="1"/>
              </p:cNvSpPr>
              <p:nvPr userDrawn="1"/>
            </p:nvSpPr>
            <p:spPr bwMode="auto">
              <a:xfrm flipV="1">
                <a:off x="6126" y="2523"/>
                <a:ext cx="115"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9" name="Rectangle 26"/>
              <p:cNvSpPr>
                <a:spLocks noChangeArrowheads="1"/>
              </p:cNvSpPr>
              <p:nvPr userDrawn="1"/>
            </p:nvSpPr>
            <p:spPr bwMode="auto">
              <a:xfrm flipV="1">
                <a:off x="6242" y="2523"/>
                <a:ext cx="117" cy="115"/>
              </a:xfrm>
              <a:prstGeom prst="rect">
                <a:avLst/>
              </a:prstGeom>
              <a:solidFill>
                <a:srgbClr val="0099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90" name="Rectangle 27"/>
              <p:cNvSpPr>
                <a:spLocks noChangeArrowheads="1"/>
              </p:cNvSpPr>
              <p:nvPr userDrawn="1"/>
            </p:nvSpPr>
            <p:spPr bwMode="auto">
              <a:xfrm flipV="1">
                <a:off x="5893" y="2523"/>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2" name="Group 28"/>
            <p:cNvGrpSpPr>
              <a:grpSpLocks/>
            </p:cNvGrpSpPr>
            <p:nvPr userDrawn="1"/>
          </p:nvGrpSpPr>
          <p:grpSpPr bwMode="auto">
            <a:xfrm>
              <a:off x="5893" y="2659"/>
              <a:ext cx="466" cy="115"/>
              <a:chOff x="5893" y="2659"/>
              <a:chExt cx="466" cy="115"/>
            </a:xfrm>
          </p:grpSpPr>
          <p:sp>
            <p:nvSpPr>
              <p:cNvPr id="60483" name="Rectangle 29"/>
              <p:cNvSpPr>
                <a:spLocks noChangeArrowheads="1"/>
              </p:cNvSpPr>
              <p:nvPr userDrawn="1"/>
            </p:nvSpPr>
            <p:spPr bwMode="auto">
              <a:xfrm flipV="1">
                <a:off x="6010" y="2659"/>
                <a:ext cx="116"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4" name="Rectangle 30"/>
              <p:cNvSpPr>
                <a:spLocks noChangeArrowheads="1"/>
              </p:cNvSpPr>
              <p:nvPr userDrawn="1"/>
            </p:nvSpPr>
            <p:spPr bwMode="auto">
              <a:xfrm flipV="1">
                <a:off x="6126" y="2659"/>
                <a:ext cx="115" cy="115"/>
              </a:xfrm>
              <a:prstGeom prst="rect">
                <a:avLst/>
              </a:prstGeom>
              <a:solidFill>
                <a:srgbClr val="0099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5" name="Rectangle 31"/>
              <p:cNvSpPr>
                <a:spLocks noChangeArrowheads="1"/>
              </p:cNvSpPr>
              <p:nvPr userDrawn="1"/>
            </p:nvSpPr>
            <p:spPr bwMode="auto">
              <a:xfrm flipV="1">
                <a:off x="6242" y="2659"/>
                <a:ext cx="117"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6" name="Rectangle 32"/>
              <p:cNvSpPr>
                <a:spLocks noChangeArrowheads="1"/>
              </p:cNvSpPr>
              <p:nvPr userDrawn="1"/>
            </p:nvSpPr>
            <p:spPr bwMode="auto">
              <a:xfrm flipV="1">
                <a:off x="5893" y="2659"/>
                <a:ext cx="117" cy="115"/>
              </a:xfrm>
              <a:prstGeom prst="rect">
                <a:avLst/>
              </a:prstGeom>
              <a:solidFill>
                <a:srgbClr val="CCFF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3" name="Group 33"/>
            <p:cNvGrpSpPr>
              <a:grpSpLocks/>
            </p:cNvGrpSpPr>
            <p:nvPr userDrawn="1"/>
          </p:nvGrpSpPr>
          <p:grpSpPr bwMode="auto">
            <a:xfrm>
              <a:off x="5893" y="2251"/>
              <a:ext cx="466" cy="119"/>
              <a:chOff x="5893" y="2251"/>
              <a:chExt cx="466" cy="119"/>
            </a:xfrm>
          </p:grpSpPr>
          <p:sp>
            <p:nvSpPr>
              <p:cNvPr id="60479" name="Rectangle 34"/>
              <p:cNvSpPr>
                <a:spLocks noChangeArrowheads="1"/>
              </p:cNvSpPr>
              <p:nvPr userDrawn="1"/>
            </p:nvSpPr>
            <p:spPr bwMode="auto">
              <a:xfrm flipV="1">
                <a:off x="6126" y="2251"/>
                <a:ext cx="115" cy="119"/>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0" name="Rectangle 35"/>
              <p:cNvSpPr>
                <a:spLocks noChangeArrowheads="1"/>
              </p:cNvSpPr>
              <p:nvPr userDrawn="1"/>
            </p:nvSpPr>
            <p:spPr bwMode="auto">
              <a:xfrm flipV="1">
                <a:off x="6242" y="2251"/>
                <a:ext cx="117" cy="119"/>
              </a:xfrm>
              <a:prstGeom prst="rect">
                <a:avLst/>
              </a:prstGeom>
              <a:solidFill>
                <a:srgbClr val="CC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1" name="Rectangle 36"/>
              <p:cNvSpPr>
                <a:spLocks noChangeArrowheads="1"/>
              </p:cNvSpPr>
              <p:nvPr userDrawn="1"/>
            </p:nvSpPr>
            <p:spPr bwMode="auto">
              <a:xfrm flipV="1">
                <a:off x="5893" y="2251"/>
                <a:ext cx="117" cy="119"/>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82" name="Rectangle 37"/>
              <p:cNvSpPr>
                <a:spLocks noChangeArrowheads="1"/>
              </p:cNvSpPr>
              <p:nvPr userDrawn="1"/>
            </p:nvSpPr>
            <p:spPr bwMode="auto">
              <a:xfrm flipV="1">
                <a:off x="6010" y="2251"/>
                <a:ext cx="116" cy="119"/>
              </a:xfrm>
              <a:prstGeom prst="rect">
                <a:avLst/>
              </a:prstGeom>
              <a:solidFill>
                <a:srgbClr val="66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4" name="Group 38"/>
            <p:cNvGrpSpPr>
              <a:grpSpLocks/>
            </p:cNvGrpSpPr>
            <p:nvPr userDrawn="1"/>
          </p:nvGrpSpPr>
          <p:grpSpPr bwMode="auto">
            <a:xfrm>
              <a:off x="5893" y="2886"/>
              <a:ext cx="466" cy="115"/>
              <a:chOff x="5893" y="2886"/>
              <a:chExt cx="466" cy="115"/>
            </a:xfrm>
          </p:grpSpPr>
          <p:sp>
            <p:nvSpPr>
              <p:cNvPr id="60475" name="Rectangle 39"/>
              <p:cNvSpPr>
                <a:spLocks noChangeArrowheads="1"/>
              </p:cNvSpPr>
              <p:nvPr userDrawn="1"/>
            </p:nvSpPr>
            <p:spPr bwMode="auto">
              <a:xfrm flipV="1">
                <a:off x="6010" y="2886"/>
                <a:ext cx="116"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6" name="Rectangle 40"/>
              <p:cNvSpPr>
                <a:spLocks noChangeArrowheads="1"/>
              </p:cNvSpPr>
              <p:nvPr userDrawn="1"/>
            </p:nvSpPr>
            <p:spPr bwMode="auto">
              <a:xfrm flipV="1">
                <a:off x="6126" y="2886"/>
                <a:ext cx="115"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7" name="Rectangle 41"/>
              <p:cNvSpPr>
                <a:spLocks noChangeArrowheads="1"/>
              </p:cNvSpPr>
              <p:nvPr userDrawn="1"/>
            </p:nvSpPr>
            <p:spPr bwMode="auto">
              <a:xfrm flipV="1">
                <a:off x="6242" y="2886"/>
                <a:ext cx="117"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8" name="Rectangle 42"/>
              <p:cNvSpPr>
                <a:spLocks noChangeArrowheads="1"/>
              </p:cNvSpPr>
              <p:nvPr userDrawn="1"/>
            </p:nvSpPr>
            <p:spPr bwMode="auto">
              <a:xfrm flipV="1">
                <a:off x="5893" y="2886"/>
                <a:ext cx="117" cy="115"/>
              </a:xfrm>
              <a:prstGeom prst="rect">
                <a:avLst/>
              </a:prstGeom>
              <a:solidFill>
                <a:schemeClr val="tx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5" name="Group 43"/>
            <p:cNvGrpSpPr>
              <a:grpSpLocks/>
            </p:cNvGrpSpPr>
            <p:nvPr userDrawn="1"/>
          </p:nvGrpSpPr>
          <p:grpSpPr bwMode="auto">
            <a:xfrm>
              <a:off x="5893" y="3022"/>
              <a:ext cx="466" cy="115"/>
              <a:chOff x="5893" y="3022"/>
              <a:chExt cx="466" cy="115"/>
            </a:xfrm>
          </p:grpSpPr>
          <p:sp>
            <p:nvSpPr>
              <p:cNvPr id="60471" name="Rectangle 44"/>
              <p:cNvSpPr>
                <a:spLocks noChangeArrowheads="1"/>
              </p:cNvSpPr>
              <p:nvPr userDrawn="1"/>
            </p:nvSpPr>
            <p:spPr bwMode="auto">
              <a:xfrm flipV="1">
                <a:off x="6010" y="3022"/>
                <a:ext cx="116"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2" name="Rectangle 45"/>
              <p:cNvSpPr>
                <a:spLocks noChangeArrowheads="1"/>
              </p:cNvSpPr>
              <p:nvPr userDrawn="1"/>
            </p:nvSpPr>
            <p:spPr bwMode="auto">
              <a:xfrm flipV="1">
                <a:off x="6126" y="3022"/>
                <a:ext cx="115"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3" name="Rectangle 46"/>
              <p:cNvSpPr>
                <a:spLocks noChangeArrowheads="1"/>
              </p:cNvSpPr>
              <p:nvPr userDrawn="1"/>
            </p:nvSpPr>
            <p:spPr bwMode="auto">
              <a:xfrm flipV="1">
                <a:off x="6242" y="3022"/>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4" name="Rectangle 47"/>
              <p:cNvSpPr>
                <a:spLocks noChangeArrowheads="1"/>
              </p:cNvSpPr>
              <p:nvPr userDrawn="1"/>
            </p:nvSpPr>
            <p:spPr bwMode="auto">
              <a:xfrm flipV="1">
                <a:off x="5893" y="3022"/>
                <a:ext cx="117" cy="115"/>
              </a:xfrm>
              <a:prstGeom prst="rect">
                <a:avLst/>
              </a:prstGeom>
              <a:solidFill>
                <a:srgbClr val="9900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6" name="Group 48"/>
            <p:cNvGrpSpPr>
              <a:grpSpLocks/>
            </p:cNvGrpSpPr>
            <p:nvPr userDrawn="1"/>
          </p:nvGrpSpPr>
          <p:grpSpPr bwMode="auto">
            <a:xfrm>
              <a:off x="5893" y="3158"/>
              <a:ext cx="466" cy="115"/>
              <a:chOff x="5893" y="3158"/>
              <a:chExt cx="466" cy="115"/>
            </a:xfrm>
          </p:grpSpPr>
          <p:sp>
            <p:nvSpPr>
              <p:cNvPr id="60467" name="Rectangle 49"/>
              <p:cNvSpPr>
                <a:spLocks noChangeArrowheads="1"/>
              </p:cNvSpPr>
              <p:nvPr userDrawn="1"/>
            </p:nvSpPr>
            <p:spPr bwMode="auto">
              <a:xfrm flipV="1">
                <a:off x="6010" y="3158"/>
                <a:ext cx="116" cy="115"/>
              </a:xfrm>
              <a:prstGeom prst="rect">
                <a:avLst/>
              </a:prstGeom>
              <a:solidFill>
                <a:srgbClr val="0099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8" name="Rectangle 50"/>
              <p:cNvSpPr>
                <a:spLocks noChangeArrowheads="1"/>
              </p:cNvSpPr>
              <p:nvPr userDrawn="1"/>
            </p:nvSpPr>
            <p:spPr bwMode="auto">
              <a:xfrm flipV="1">
                <a:off x="6126" y="3158"/>
                <a:ext cx="115" cy="115"/>
              </a:xfrm>
              <a:prstGeom prst="rect">
                <a:avLst/>
              </a:prstGeom>
              <a:solidFill>
                <a:srgbClr val="CCFF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9" name="Rectangle 51"/>
              <p:cNvSpPr>
                <a:spLocks noChangeArrowheads="1"/>
              </p:cNvSpPr>
              <p:nvPr userDrawn="1"/>
            </p:nvSpPr>
            <p:spPr bwMode="auto">
              <a:xfrm flipV="1">
                <a:off x="6242" y="3158"/>
                <a:ext cx="117"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70" name="Rectangle 52"/>
              <p:cNvSpPr>
                <a:spLocks noChangeArrowheads="1"/>
              </p:cNvSpPr>
              <p:nvPr userDrawn="1"/>
            </p:nvSpPr>
            <p:spPr bwMode="auto">
              <a:xfrm flipV="1">
                <a:off x="5893" y="3158"/>
                <a:ext cx="117" cy="115"/>
              </a:xfrm>
              <a:prstGeom prst="rect">
                <a:avLst/>
              </a:prstGeom>
              <a:solidFill>
                <a:srgbClr val="9900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7" name="Group 53"/>
            <p:cNvGrpSpPr>
              <a:grpSpLocks/>
            </p:cNvGrpSpPr>
            <p:nvPr userDrawn="1"/>
          </p:nvGrpSpPr>
          <p:grpSpPr bwMode="auto">
            <a:xfrm>
              <a:off x="5893" y="3385"/>
              <a:ext cx="466" cy="115"/>
              <a:chOff x="5893" y="3385"/>
              <a:chExt cx="466" cy="115"/>
            </a:xfrm>
          </p:grpSpPr>
          <p:sp>
            <p:nvSpPr>
              <p:cNvPr id="60463" name="Rectangle 54"/>
              <p:cNvSpPr>
                <a:spLocks noChangeArrowheads="1"/>
              </p:cNvSpPr>
              <p:nvPr userDrawn="1"/>
            </p:nvSpPr>
            <p:spPr bwMode="auto">
              <a:xfrm flipV="1">
                <a:off x="6010" y="3385"/>
                <a:ext cx="116"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4" name="Rectangle 55"/>
              <p:cNvSpPr>
                <a:spLocks noChangeArrowheads="1"/>
              </p:cNvSpPr>
              <p:nvPr userDrawn="1"/>
            </p:nvSpPr>
            <p:spPr bwMode="auto">
              <a:xfrm flipV="1">
                <a:off x="6126" y="3385"/>
                <a:ext cx="115"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5" name="Rectangle 56"/>
              <p:cNvSpPr>
                <a:spLocks noChangeArrowheads="1"/>
              </p:cNvSpPr>
              <p:nvPr userDrawn="1"/>
            </p:nvSpPr>
            <p:spPr bwMode="auto">
              <a:xfrm flipV="1">
                <a:off x="6242" y="3385"/>
                <a:ext cx="117"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6" name="Rectangle 57"/>
              <p:cNvSpPr>
                <a:spLocks noChangeArrowheads="1"/>
              </p:cNvSpPr>
              <p:nvPr userDrawn="1"/>
            </p:nvSpPr>
            <p:spPr bwMode="auto">
              <a:xfrm flipV="1">
                <a:off x="5893" y="3385"/>
                <a:ext cx="117" cy="115"/>
              </a:xfrm>
              <a:prstGeom prst="rect">
                <a:avLst/>
              </a:prstGeom>
              <a:solidFill>
                <a:schemeClr val="tx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8" name="Group 58"/>
            <p:cNvGrpSpPr>
              <a:grpSpLocks/>
            </p:cNvGrpSpPr>
            <p:nvPr userDrawn="1"/>
          </p:nvGrpSpPr>
          <p:grpSpPr bwMode="auto">
            <a:xfrm>
              <a:off x="5893" y="3521"/>
              <a:ext cx="466" cy="115"/>
              <a:chOff x="5893" y="3521"/>
              <a:chExt cx="466" cy="115"/>
            </a:xfrm>
          </p:grpSpPr>
          <p:sp>
            <p:nvSpPr>
              <p:cNvPr id="60459" name="Rectangle 59"/>
              <p:cNvSpPr>
                <a:spLocks noChangeArrowheads="1"/>
              </p:cNvSpPr>
              <p:nvPr userDrawn="1"/>
            </p:nvSpPr>
            <p:spPr bwMode="auto">
              <a:xfrm flipV="1">
                <a:off x="6010" y="3521"/>
                <a:ext cx="116"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0" name="Rectangle 60"/>
              <p:cNvSpPr>
                <a:spLocks noChangeArrowheads="1"/>
              </p:cNvSpPr>
              <p:nvPr userDrawn="1"/>
            </p:nvSpPr>
            <p:spPr bwMode="auto">
              <a:xfrm flipV="1">
                <a:off x="6126" y="3521"/>
                <a:ext cx="115"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1" name="Rectangle 61"/>
              <p:cNvSpPr>
                <a:spLocks noChangeArrowheads="1"/>
              </p:cNvSpPr>
              <p:nvPr userDrawn="1"/>
            </p:nvSpPr>
            <p:spPr bwMode="auto">
              <a:xfrm flipV="1">
                <a:off x="6242" y="3521"/>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62" name="Rectangle 62"/>
              <p:cNvSpPr>
                <a:spLocks noChangeArrowheads="1"/>
              </p:cNvSpPr>
              <p:nvPr userDrawn="1"/>
            </p:nvSpPr>
            <p:spPr bwMode="auto">
              <a:xfrm flipV="1">
                <a:off x="5893" y="3521"/>
                <a:ext cx="117" cy="115"/>
              </a:xfrm>
              <a:prstGeom prst="rect">
                <a:avLst/>
              </a:prstGeom>
              <a:solidFill>
                <a:schemeClr val="tx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39" name="Group 63"/>
            <p:cNvGrpSpPr>
              <a:grpSpLocks/>
            </p:cNvGrpSpPr>
            <p:nvPr userDrawn="1"/>
          </p:nvGrpSpPr>
          <p:grpSpPr bwMode="auto">
            <a:xfrm>
              <a:off x="5893" y="3657"/>
              <a:ext cx="466" cy="115"/>
              <a:chOff x="5893" y="3657"/>
              <a:chExt cx="466" cy="115"/>
            </a:xfrm>
          </p:grpSpPr>
          <p:sp>
            <p:nvSpPr>
              <p:cNvPr id="60455" name="Rectangle 64"/>
              <p:cNvSpPr>
                <a:spLocks noChangeArrowheads="1"/>
              </p:cNvSpPr>
              <p:nvPr userDrawn="1"/>
            </p:nvSpPr>
            <p:spPr bwMode="auto">
              <a:xfrm flipV="1">
                <a:off x="6010" y="3657"/>
                <a:ext cx="116" cy="115"/>
              </a:xfrm>
              <a:prstGeom prst="rect">
                <a:avLst/>
              </a:prstGeom>
              <a:solidFill>
                <a:srgbClr val="0099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6" name="Rectangle 65"/>
              <p:cNvSpPr>
                <a:spLocks noChangeArrowheads="1"/>
              </p:cNvSpPr>
              <p:nvPr userDrawn="1"/>
            </p:nvSpPr>
            <p:spPr bwMode="auto">
              <a:xfrm flipV="1">
                <a:off x="6126" y="3657"/>
                <a:ext cx="115" cy="115"/>
              </a:xfrm>
              <a:prstGeom prst="rect">
                <a:avLst/>
              </a:prstGeom>
              <a:solidFill>
                <a:srgbClr val="CCFF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7" name="Rectangle 66"/>
              <p:cNvSpPr>
                <a:spLocks noChangeArrowheads="1"/>
              </p:cNvSpPr>
              <p:nvPr userDrawn="1"/>
            </p:nvSpPr>
            <p:spPr bwMode="auto">
              <a:xfrm flipV="1">
                <a:off x="6242" y="3657"/>
                <a:ext cx="117" cy="115"/>
              </a:xfrm>
              <a:prstGeom prst="rect">
                <a:avLst/>
              </a:prstGeom>
              <a:solidFill>
                <a:srgbClr val="99CCCC"/>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8" name="Rectangle 67"/>
              <p:cNvSpPr>
                <a:spLocks noChangeArrowheads="1"/>
              </p:cNvSpPr>
              <p:nvPr userDrawn="1"/>
            </p:nvSpPr>
            <p:spPr bwMode="auto">
              <a:xfrm flipV="1">
                <a:off x="5893" y="3657"/>
                <a:ext cx="117" cy="115"/>
              </a:xfrm>
              <a:prstGeom prst="rect">
                <a:avLst/>
              </a:prstGeom>
              <a:solidFill>
                <a:schemeClr val="tx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40" name="Group 68"/>
            <p:cNvGrpSpPr>
              <a:grpSpLocks/>
            </p:cNvGrpSpPr>
            <p:nvPr userDrawn="1"/>
          </p:nvGrpSpPr>
          <p:grpSpPr bwMode="auto">
            <a:xfrm>
              <a:off x="5893" y="3884"/>
              <a:ext cx="466" cy="115"/>
              <a:chOff x="5893" y="3884"/>
              <a:chExt cx="466" cy="115"/>
            </a:xfrm>
          </p:grpSpPr>
          <p:sp>
            <p:nvSpPr>
              <p:cNvPr id="60451" name="Rectangle 69"/>
              <p:cNvSpPr>
                <a:spLocks noChangeArrowheads="1"/>
              </p:cNvSpPr>
              <p:nvPr userDrawn="1"/>
            </p:nvSpPr>
            <p:spPr bwMode="auto">
              <a:xfrm flipV="1">
                <a:off x="6010" y="3884"/>
                <a:ext cx="116" cy="115"/>
              </a:xfrm>
              <a:prstGeom prst="rect">
                <a:avLst/>
              </a:prstGeom>
              <a:solidFill>
                <a:srgbClr val="FF9900"/>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2" name="Rectangle 70"/>
              <p:cNvSpPr>
                <a:spLocks noChangeArrowheads="1"/>
              </p:cNvSpPr>
              <p:nvPr userDrawn="1"/>
            </p:nvSpPr>
            <p:spPr bwMode="auto">
              <a:xfrm flipV="1">
                <a:off x="6126" y="3884"/>
                <a:ext cx="115" cy="115"/>
              </a:xfrm>
              <a:prstGeom prst="rect">
                <a:avLst/>
              </a:prstGeom>
              <a:solidFill>
                <a:srgbClr val="FFCC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3" name="Rectangle 71"/>
              <p:cNvSpPr>
                <a:spLocks noChangeArrowheads="1"/>
              </p:cNvSpPr>
              <p:nvPr userDrawn="1"/>
            </p:nvSpPr>
            <p:spPr bwMode="auto">
              <a:xfrm flipV="1">
                <a:off x="6242" y="3884"/>
                <a:ext cx="117" cy="115"/>
              </a:xfrm>
              <a:prstGeom prst="rect">
                <a:avLst/>
              </a:prstGeom>
              <a:solidFill>
                <a:srgbClr val="FFCC66"/>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4" name="Rectangle 72"/>
              <p:cNvSpPr>
                <a:spLocks noChangeArrowheads="1"/>
              </p:cNvSpPr>
              <p:nvPr userDrawn="1"/>
            </p:nvSpPr>
            <p:spPr bwMode="auto">
              <a:xfrm flipV="1">
                <a:off x="5893" y="3884"/>
                <a:ext cx="117" cy="115"/>
              </a:xfrm>
              <a:prstGeom prst="rect">
                <a:avLst/>
              </a:prstGeom>
              <a:solidFill>
                <a:schemeClr val="bg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41" name="Group 73"/>
            <p:cNvGrpSpPr>
              <a:grpSpLocks/>
            </p:cNvGrpSpPr>
            <p:nvPr userDrawn="1"/>
          </p:nvGrpSpPr>
          <p:grpSpPr bwMode="auto">
            <a:xfrm>
              <a:off x="5893" y="4026"/>
              <a:ext cx="466" cy="115"/>
              <a:chOff x="5893" y="4026"/>
              <a:chExt cx="466" cy="115"/>
            </a:xfrm>
          </p:grpSpPr>
          <p:sp>
            <p:nvSpPr>
              <p:cNvPr id="60447" name="Rectangle 74"/>
              <p:cNvSpPr>
                <a:spLocks noChangeArrowheads="1"/>
              </p:cNvSpPr>
              <p:nvPr userDrawn="1"/>
            </p:nvSpPr>
            <p:spPr bwMode="auto">
              <a:xfrm flipV="1">
                <a:off x="6010" y="4026"/>
                <a:ext cx="116" cy="115"/>
              </a:xfrm>
              <a:prstGeom prst="rect">
                <a:avLst/>
              </a:prstGeom>
              <a:solidFill>
                <a:srgbClr val="006699"/>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8" name="Rectangle 75"/>
              <p:cNvSpPr>
                <a:spLocks noChangeArrowheads="1"/>
              </p:cNvSpPr>
              <p:nvPr userDrawn="1"/>
            </p:nvSpPr>
            <p:spPr bwMode="auto">
              <a:xfrm flipV="1">
                <a:off x="6126" y="4026"/>
                <a:ext cx="115" cy="115"/>
              </a:xfrm>
              <a:prstGeom prst="rect">
                <a:avLst/>
              </a:prstGeom>
              <a:solidFill>
                <a:srgbClr val="99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9" name="Rectangle 76"/>
              <p:cNvSpPr>
                <a:spLocks noChangeArrowheads="1"/>
              </p:cNvSpPr>
              <p:nvPr userDrawn="1"/>
            </p:nvSpPr>
            <p:spPr bwMode="auto">
              <a:xfrm flipV="1">
                <a:off x="6242" y="4026"/>
                <a:ext cx="117" cy="115"/>
              </a:xfrm>
              <a:prstGeom prst="rect">
                <a:avLst/>
              </a:prstGeom>
              <a:solidFill>
                <a:srgbClr val="CCCCFF"/>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50" name="Rectangle 77"/>
              <p:cNvSpPr>
                <a:spLocks noChangeArrowheads="1"/>
              </p:cNvSpPr>
              <p:nvPr userDrawn="1"/>
            </p:nvSpPr>
            <p:spPr bwMode="auto">
              <a:xfrm flipV="1">
                <a:off x="5893" y="4026"/>
                <a:ext cx="117" cy="115"/>
              </a:xfrm>
              <a:prstGeom prst="rect">
                <a:avLst/>
              </a:prstGeom>
              <a:solidFill>
                <a:schemeClr val="bg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nvGrpSpPr>
            <p:cNvPr id="60442" name="Group 78"/>
            <p:cNvGrpSpPr>
              <a:grpSpLocks/>
            </p:cNvGrpSpPr>
            <p:nvPr userDrawn="1"/>
          </p:nvGrpSpPr>
          <p:grpSpPr bwMode="auto">
            <a:xfrm>
              <a:off x="5893" y="4167"/>
              <a:ext cx="466" cy="115"/>
              <a:chOff x="5893" y="4167"/>
              <a:chExt cx="466" cy="115"/>
            </a:xfrm>
          </p:grpSpPr>
          <p:sp>
            <p:nvSpPr>
              <p:cNvPr id="60443" name="Rectangle 79"/>
              <p:cNvSpPr>
                <a:spLocks noChangeArrowheads="1"/>
              </p:cNvSpPr>
              <p:nvPr userDrawn="1"/>
            </p:nvSpPr>
            <p:spPr bwMode="auto">
              <a:xfrm flipV="1">
                <a:off x="6010" y="4167"/>
                <a:ext cx="116" cy="115"/>
              </a:xfrm>
              <a:prstGeom prst="rect">
                <a:avLst/>
              </a:prstGeom>
              <a:solidFill>
                <a:schemeClr val="hlink"/>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4" name="Rectangle 80"/>
              <p:cNvSpPr>
                <a:spLocks noChangeArrowheads="1"/>
              </p:cNvSpPr>
              <p:nvPr userDrawn="1"/>
            </p:nvSpPr>
            <p:spPr bwMode="auto">
              <a:xfrm flipV="1">
                <a:off x="6126" y="4167"/>
                <a:ext cx="115" cy="115"/>
              </a:xfrm>
              <a:prstGeom prst="rect">
                <a:avLst/>
              </a:prstGeom>
              <a:solidFill>
                <a:schemeClr val="accent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5" name="Rectangle 81"/>
              <p:cNvSpPr>
                <a:spLocks noChangeArrowheads="1"/>
              </p:cNvSpPr>
              <p:nvPr userDrawn="1"/>
            </p:nvSpPr>
            <p:spPr bwMode="auto">
              <a:xfrm flipV="1">
                <a:off x="6242" y="4167"/>
                <a:ext cx="117" cy="115"/>
              </a:xfrm>
              <a:prstGeom prst="rect">
                <a:avLst/>
              </a:prstGeom>
              <a:solidFill>
                <a:schemeClr val="accent1"/>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sp>
            <p:nvSpPr>
              <p:cNvPr id="60446" name="Rectangle 82"/>
              <p:cNvSpPr>
                <a:spLocks noChangeArrowheads="1"/>
              </p:cNvSpPr>
              <p:nvPr userDrawn="1"/>
            </p:nvSpPr>
            <p:spPr bwMode="auto">
              <a:xfrm flipV="1">
                <a:off x="5893" y="4167"/>
                <a:ext cx="117" cy="115"/>
              </a:xfrm>
              <a:prstGeom prst="rect">
                <a:avLst/>
              </a:prstGeom>
              <a:solidFill>
                <a:schemeClr val="bg2"/>
              </a:solidFill>
              <a:ln>
                <a:noFill/>
              </a:ln>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endParaRPr lang="zh-CN" altLang="en-US">
                  <a:solidFill>
                    <a:srgbClr val="000000"/>
                  </a:solidFill>
                </a:endParaRPr>
              </a:p>
            </p:txBody>
          </p:sp>
        </p:grpSp>
      </p:grpSp>
      <p:sp>
        <p:nvSpPr>
          <p:cNvPr id="60425" name="Rectangle 83"/>
          <p:cNvSpPr>
            <a:spLocks noChangeArrowheads="1"/>
          </p:cNvSpPr>
          <p:nvPr/>
        </p:nvSpPr>
        <p:spPr bwMode="auto">
          <a:xfrm>
            <a:off x="12339676" y="1341438"/>
            <a:ext cx="1589501" cy="1333500"/>
          </a:xfrm>
          <a:prstGeom prst="rect">
            <a:avLst/>
          </a:prstGeom>
          <a:noFill/>
          <a:ln>
            <a:noFill/>
          </a:ln>
          <a:extLst/>
        </p:spPr>
        <p:txBody>
          <a:bodyPr lIns="80124" tIns="40063" rIns="80124" bIns="4006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lnSpc>
                <a:spcPct val="120000"/>
              </a:lnSpc>
              <a:spcBef>
                <a:spcPct val="20000"/>
              </a:spcBef>
              <a:buFont typeface="Arial" panose="020B0604020202020204" pitchFamily="34" charset="0"/>
              <a:buNone/>
              <a:defRPr/>
            </a:pPr>
            <a:r>
              <a:rPr lang="zh-CN" altLang="en-US" sz="1100">
                <a:solidFill>
                  <a:srgbClr val="FFFFFF"/>
                </a:solidFill>
              </a:rPr>
              <a:t>配色参考方案：</a:t>
            </a:r>
          </a:p>
          <a:p>
            <a:pPr eaLnBrk="0" hangingPunct="0">
              <a:lnSpc>
                <a:spcPct val="120000"/>
              </a:lnSpc>
              <a:spcBef>
                <a:spcPct val="20000"/>
              </a:spcBef>
              <a:buFont typeface="Arial" panose="020B0604020202020204" pitchFamily="34" charset="0"/>
              <a:buNone/>
              <a:defRPr/>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0426" name="Rectangle 84"/>
          <p:cNvSpPr>
            <a:spLocks noChangeArrowheads="1"/>
          </p:cNvSpPr>
          <p:nvPr/>
        </p:nvSpPr>
        <p:spPr bwMode="auto">
          <a:xfrm>
            <a:off x="12339676" y="7938"/>
            <a:ext cx="1494226" cy="487362"/>
          </a:xfrm>
          <a:prstGeom prst="rect">
            <a:avLst/>
          </a:prstGeom>
          <a:noFill/>
          <a:ln>
            <a:noFill/>
          </a:ln>
          <a:extLst/>
        </p:spPr>
        <p:txBody>
          <a:bodyPr lIns="80124" tIns="40063" rIns="80124" bIns="4006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buClr>
                <a:srgbClr val="777777"/>
              </a:buClr>
              <a:buSzPct val="60000"/>
              <a:buFont typeface="Wingdings" panose="05000000000000000000" pitchFamily="2" charset="2"/>
              <a:buNone/>
              <a:defRPr/>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60427" name="Rectangle 21"/>
          <p:cNvSpPr>
            <a:spLocks noChangeArrowheads="1"/>
          </p:cNvSpPr>
          <p:nvPr/>
        </p:nvSpPr>
        <p:spPr bwMode="auto">
          <a:xfrm>
            <a:off x="5049565" y="6465888"/>
            <a:ext cx="1484700" cy="184150"/>
          </a:xfrm>
          <a:prstGeom prst="rect">
            <a:avLst/>
          </a:prstGeom>
          <a:noFill/>
          <a:ln>
            <a:noFill/>
          </a:ln>
          <a:extLst/>
        </p:spPr>
        <p:txBody>
          <a:bodyPr wrap="none" lIns="80082" tIns="0" rIns="80082" bIns="0">
            <a:spAutoFit/>
          </a:bodyPr>
          <a:lstStyle>
            <a:lvl1pPr defTabSz="801688">
              <a:defRPr>
                <a:solidFill>
                  <a:schemeClr val="tx1"/>
                </a:solidFill>
                <a:latin typeface="Calibri" panose="020F0502020204030204" pitchFamily="34" charset="0"/>
                <a:ea typeface="宋体" panose="02010600030101010101" pitchFamily="2" charset="-122"/>
              </a:defRPr>
            </a:lvl1pPr>
            <a:lvl2pPr marL="742950" indent="-285750" defTabSz="801688">
              <a:defRPr>
                <a:solidFill>
                  <a:schemeClr val="tx1"/>
                </a:solidFill>
                <a:latin typeface="Calibri" panose="020F0502020204030204" pitchFamily="34" charset="0"/>
                <a:ea typeface="宋体" panose="02010600030101010101" pitchFamily="2" charset="-122"/>
              </a:defRPr>
            </a:lvl2pPr>
            <a:lvl3pPr marL="1143000" indent="-228600" defTabSz="801688">
              <a:defRPr>
                <a:solidFill>
                  <a:schemeClr val="tx1"/>
                </a:solidFill>
                <a:latin typeface="Calibri" panose="020F0502020204030204" pitchFamily="34" charset="0"/>
                <a:ea typeface="宋体" panose="02010600030101010101" pitchFamily="2" charset="-122"/>
              </a:defRPr>
            </a:lvl3pPr>
            <a:lvl4pPr marL="1600200" indent="-228600" defTabSz="801688">
              <a:defRPr>
                <a:solidFill>
                  <a:schemeClr val="tx1"/>
                </a:solidFill>
                <a:latin typeface="Calibri" panose="020F0502020204030204" pitchFamily="34" charset="0"/>
                <a:ea typeface="宋体" panose="02010600030101010101" pitchFamily="2" charset="-122"/>
              </a:defRPr>
            </a:lvl4pPr>
            <a:lvl5pPr marL="2057400" indent="-228600" defTabSz="801688">
              <a:defRPr>
                <a:solidFill>
                  <a:schemeClr val="tx1"/>
                </a:solidFill>
                <a:latin typeface="Calibri" panose="020F0502020204030204" pitchFamily="34" charset="0"/>
                <a:ea typeface="宋体" panose="02010600030101010101" pitchFamily="2" charset="-122"/>
              </a:defRPr>
            </a:lvl5pPr>
            <a:lvl6pPr marL="25146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0168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defRPr/>
            </a:pPr>
            <a:r>
              <a:rPr lang="en-US" altLang="zh-CN" sz="1200">
                <a:solidFill>
                  <a:srgbClr val="000000"/>
                </a:solidFill>
                <a:latin typeface="FrutigerNext LT Medium" pitchFamily="34" charset="0"/>
                <a:ea typeface="华文细黑" panose="02010600040101010101" pitchFamily="2" charset="-122"/>
              </a:rPr>
              <a:t>HuaweiConfidential</a:t>
            </a:r>
          </a:p>
        </p:txBody>
      </p:sp>
      <p:sp>
        <p:nvSpPr>
          <p:cNvPr id="81" name="Rectangle 5"/>
          <p:cNvSpPr>
            <a:spLocks noChangeArrowheads="1"/>
          </p:cNvSpPr>
          <p:nvPr/>
        </p:nvSpPr>
        <p:spPr bwMode="auto">
          <a:xfrm>
            <a:off x="8484222" y="6489700"/>
            <a:ext cx="2404101" cy="368300"/>
          </a:xfrm>
          <a:prstGeom prst="rect">
            <a:avLst/>
          </a:prstGeom>
          <a:noFill/>
          <a:ln>
            <a:noFill/>
          </a:ln>
          <a:extLst/>
        </p:spPr>
        <p:txBody>
          <a:bodyPr lIns="0" tIns="0" rIns="0" bIns="0"/>
          <a:lstStyle/>
          <a:p>
            <a:pPr eaLnBrk="0" hangingPunct="0">
              <a:lnSpc>
                <a:spcPct val="85000"/>
              </a:lnSpc>
            </a:pPr>
            <a:fld id="{6F24C0DE-9C08-4092-8C49-C3E30561736F}" type="slidenum">
              <a:rPr lang="de-DE" altLang="zh-CN" sz="1200">
                <a:solidFill>
                  <a:srgbClr val="000000"/>
                </a:solidFill>
                <a:latin typeface="FrutigerNext LT Bold"/>
                <a:ea typeface="MS PGothic" pitchFamily="34" charset="-128"/>
                <a:cs typeface="Arial" pitchFamily="34" charset="0"/>
              </a:rPr>
              <a:pPr eaLnBrk="0" hangingPunct="0">
                <a:lnSpc>
                  <a:spcPct val="85000"/>
                </a:lnSpc>
              </a:pPr>
              <a:t>‹#›</a:t>
            </a:fld>
            <a:endParaRPr lang="en-GB" altLang="zh-CN" sz="1200">
              <a:solidFill>
                <a:srgbClr val="000000"/>
              </a:solidFill>
              <a:latin typeface="FrutigerNext LT Bold"/>
              <a:ea typeface="MS PGothic" pitchFamily="34" charset="-128"/>
              <a:cs typeface="Arial" pitchFamily="34" charset="0"/>
            </a:endParaRPr>
          </a:p>
        </p:txBody>
      </p:sp>
    </p:spTree>
    <p:extLst>
      <p:ext uri="{BB962C8B-B14F-4D97-AF65-F5344CB8AC3E}">
        <p14:creationId xmlns:p14="http://schemas.microsoft.com/office/powerpoint/2010/main" val="2483382470"/>
      </p:ext>
    </p:extLst>
  </p:cSld>
  <p:clrMap bg1="lt1" tx1="dk1" bg2="lt2" tx2="dk2" accent1="accent1" accent2="accent2" accent3="accent3" accent4="accent4" accent5="accent5" accent6="accent6" hlink="hlink" folHlink="folHlink"/>
  <p:sldLayoutIdLst>
    <p:sldLayoutId id="2147484524" r:id="rId1"/>
    <p:sldLayoutId id="2147484526" r:id="rId2"/>
    <p:sldLayoutId id="2147484527" r:id="rId3"/>
    <p:sldLayoutId id="2147484528" r:id="rId4"/>
  </p:sldLayoutIdLst>
  <p:transition advTm="8000">
    <p:fade thruBlk="1"/>
  </p:transition>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2pPr>
      <a:lvl3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3pPr>
      <a:lvl4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4pPr>
      <a:lvl5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5" name="Rectangle 13"/>
          <p:cNvSpPr>
            <a:spLocks noGrp="1" noChangeArrowheads="1"/>
          </p:cNvSpPr>
          <p:nvPr>
            <p:ph type="title"/>
          </p:nvPr>
        </p:nvSpPr>
        <p:spPr bwMode="auto">
          <a:xfrm>
            <a:off x="1007895" y="357610"/>
            <a:ext cx="10179584" cy="87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09" rIns="106820" bIns="53409" numCol="1" anchor="ctr" anchorCtr="0" compatLnSpc="1">
            <a:prstTxWarp prst="textNoShape">
              <a:avLst/>
            </a:prstTxWarp>
          </a:bodyPr>
          <a:lstStyle/>
          <a:p>
            <a:pPr lvl="0"/>
            <a:r>
              <a:rPr lang="zh-CN" altLang="en-US" dirty="0"/>
              <a:t>单击此处编辑母版标题样式</a:t>
            </a:r>
          </a:p>
        </p:txBody>
      </p:sp>
      <p:sp>
        <p:nvSpPr>
          <p:cNvPr id="3076" name="Rectangle 68"/>
          <p:cNvSpPr>
            <a:spLocks noGrp="1" noChangeArrowheads="1"/>
          </p:cNvSpPr>
          <p:nvPr>
            <p:ph type="body" idx="1"/>
          </p:nvPr>
        </p:nvSpPr>
        <p:spPr bwMode="auto">
          <a:xfrm>
            <a:off x="1007796" y="1629841"/>
            <a:ext cx="10179584" cy="4193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37" tIns="53417" rIns="106837" bIns="53417"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81" name="Picture 87" descr="图片3副本"/>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035050" y="6309321"/>
            <a:ext cx="1747932" cy="41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副标题 2"/>
          <p:cNvSpPr txBox="1">
            <a:spLocks/>
          </p:cNvSpPr>
          <p:nvPr userDrawn="1"/>
        </p:nvSpPr>
        <p:spPr bwMode="auto">
          <a:xfrm>
            <a:off x="3663847" y="6363357"/>
            <a:ext cx="4867484" cy="391583"/>
          </a:xfrm>
          <a:prstGeom prst="rect">
            <a:avLst/>
          </a:prstGeom>
        </p:spPr>
        <p:txBody>
          <a:bodyPr lIns="118804" tIns="59401" rIns="118804" bIns="59401"/>
          <a:lstStyle>
            <a:lvl1pPr marL="342900" indent="-342900" algn="l" rtl="0" eaLnBrk="1" fontAlgn="base" hangingPunct="1">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000">
                <a:solidFill>
                  <a:schemeClr val="tx1"/>
                </a:solidFill>
                <a:latin typeface="+mn-lt"/>
                <a:ea typeface="+mn-ea"/>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Font typeface="Arial" charset="0"/>
              <a:buChar char="~"/>
              <a:defRPr sz="1600">
                <a:solidFill>
                  <a:schemeClr val="tx1"/>
                </a:solidFill>
                <a:latin typeface="+mn-lt"/>
                <a:ea typeface="+mn-ea"/>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defRPr>
            </a:lvl9pPr>
          </a:lstStyle>
          <a:p>
            <a:pPr marL="0" indent="0" algn="ctr">
              <a:buFontTx/>
              <a:buNone/>
              <a:defRPr/>
            </a:pPr>
            <a:r>
              <a:rPr lang="en-US" altLang="zh-CN" sz="1559" b="0" dirty="0">
                <a:solidFill>
                  <a:srgbClr val="FFFFFF">
                    <a:lumMod val="50000"/>
                  </a:srgbClr>
                </a:solidFill>
              </a:rPr>
              <a:t>Huawei Confidential</a:t>
            </a: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43382" y="6296158"/>
            <a:ext cx="2707922" cy="49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 name="Rectangle 5"/>
          <p:cNvSpPr>
            <a:spLocks noChangeArrowheads="1"/>
          </p:cNvSpPr>
          <p:nvPr userDrawn="1"/>
        </p:nvSpPr>
        <p:spPr bwMode="auto">
          <a:xfrm>
            <a:off x="8492131" y="6504280"/>
            <a:ext cx="398929" cy="24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67" dirty="0">
                <a:solidFill>
                  <a:srgbClr val="000000">
                    <a:lumMod val="65000"/>
                    <a:lumOff val="35000"/>
                  </a:srgbClr>
                </a:solidFill>
                <a:latin typeface="FrutigerNext LT Bold" pitchFamily="34" charset="0"/>
                <a:ea typeface="MS PGothic" pitchFamily="34" charset="-128"/>
              </a:rPr>
              <a:t> </a:t>
            </a:r>
            <a:fld id="{A4C34F22-587E-473D-9099-376F4F013A30}" type="slidenum">
              <a:rPr lang="de-DE" altLang="zh-CN" sz="1267">
                <a:solidFill>
                  <a:srgbClr val="000000">
                    <a:lumMod val="65000"/>
                    <a:lumOff val="35000"/>
                  </a:srgbClr>
                </a:solidFill>
                <a:latin typeface="FrutigerNext LT Light" pitchFamily="34" charset="0"/>
                <a:ea typeface="MS PGothic" pitchFamily="34" charset="-128"/>
              </a:rPr>
              <a:pPr eaLnBrk="0" hangingPunct="0">
                <a:lnSpc>
                  <a:spcPct val="85000"/>
                </a:lnSpc>
              </a:pPr>
              <a:t>‹#›</a:t>
            </a:fld>
            <a:endParaRPr lang="en-GB" altLang="zh-CN" sz="1267" dirty="0">
              <a:solidFill>
                <a:srgbClr val="000000">
                  <a:lumMod val="65000"/>
                  <a:lumOff val="35000"/>
                </a:srgbClr>
              </a:solidFill>
              <a:latin typeface="FrutigerNext LT Light" pitchFamily="34" charset="0"/>
              <a:ea typeface="MS PGothic" pitchFamily="34" charset="-128"/>
            </a:endParaRPr>
          </a:p>
        </p:txBody>
      </p:sp>
    </p:spTree>
    <p:extLst>
      <p:ext uri="{BB962C8B-B14F-4D97-AF65-F5344CB8AC3E}">
        <p14:creationId xmlns:p14="http://schemas.microsoft.com/office/powerpoint/2010/main" val="1399256607"/>
      </p:ext>
    </p:extLst>
  </p:cSld>
  <p:clrMap bg1="lt1" tx1="dk1" bg2="lt2" tx2="dk2" accent1="accent1" accent2="accent2" accent3="accent3" accent4="accent4" accent5="accent5" accent6="accent6" hlink="hlink" folHlink="folHlink"/>
  <p:transition advClick="0" advTm="8000">
    <p:fade thruBlk="1"/>
  </p:transition>
  <p:txStyles>
    <p:titleStyle>
      <a:lvl1pPr algn="l" rtl="0" eaLnBrk="0" fontAlgn="base" hangingPunct="0">
        <a:spcBef>
          <a:spcPct val="0"/>
        </a:spcBef>
        <a:spcAft>
          <a:spcPct val="0"/>
        </a:spcAft>
        <a:defRPr sz="4678" b="1">
          <a:solidFill>
            <a:srgbClr val="002060"/>
          </a:solidFill>
          <a:latin typeface="Arial" pitchFamily="34" charset="0"/>
          <a:ea typeface="微软雅黑" pitchFamily="34" charset="-122"/>
          <a:cs typeface="Arial" pitchFamily="34" charset="0"/>
        </a:defRPr>
      </a:lvl1pPr>
      <a:lvl2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2pPr>
      <a:lvl3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3pPr>
      <a:lvl4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4pPr>
      <a:lvl5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5pPr>
      <a:lvl6pPr marL="594012"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6pPr>
      <a:lvl7pPr marL="1188025"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7pPr>
      <a:lvl8pPr marL="1782037"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8pPr>
      <a:lvl9pPr marL="2376048"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9pPr>
    </p:titleStyle>
    <p:bodyStyle>
      <a:lvl1pPr marL="445509" indent="-445509" algn="l" rtl="0" eaLnBrk="0" fontAlgn="base" hangingPunct="0">
        <a:lnSpc>
          <a:spcPct val="140000"/>
        </a:lnSpc>
        <a:spcBef>
          <a:spcPct val="0"/>
        </a:spcBef>
        <a:spcAft>
          <a:spcPct val="0"/>
        </a:spcAft>
        <a:buClr>
          <a:srgbClr val="777777"/>
        </a:buClr>
        <a:buSzPct val="60000"/>
        <a:buFont typeface="Wingdings" charset="2"/>
        <a:buChar char="l"/>
        <a:defRPr sz="2631">
          <a:solidFill>
            <a:schemeClr val="tx1"/>
          </a:solidFill>
          <a:latin typeface="+mn-lt"/>
          <a:ea typeface="微软雅黑" pitchFamily="34" charset="-122"/>
          <a:cs typeface="+mn-cs"/>
        </a:defRPr>
      </a:lvl1pPr>
      <a:lvl2pPr marL="965270" indent="-371257" algn="l" rtl="0" eaLnBrk="0" fontAlgn="base" hangingPunct="0">
        <a:lnSpc>
          <a:spcPct val="140000"/>
        </a:lnSpc>
        <a:spcBef>
          <a:spcPct val="0"/>
        </a:spcBef>
        <a:spcAft>
          <a:spcPct val="0"/>
        </a:spcAft>
        <a:buSzPct val="50000"/>
        <a:buFont typeface="Wingdings" charset="2"/>
        <a:buChar char="p"/>
        <a:defRPr>
          <a:solidFill>
            <a:schemeClr val="tx1"/>
          </a:solidFill>
          <a:latin typeface="+mn-lt"/>
          <a:ea typeface="+mn-ea"/>
          <a:cs typeface="+mn-cs"/>
        </a:defRPr>
      </a:lvl2pPr>
      <a:lvl3pPr marL="1485030" indent="-297006" algn="l" rtl="0" eaLnBrk="0" fontAlgn="base" hangingPunct="0">
        <a:lnSpc>
          <a:spcPct val="140000"/>
        </a:lnSpc>
        <a:spcBef>
          <a:spcPct val="0"/>
        </a:spcBef>
        <a:spcAft>
          <a:spcPct val="0"/>
        </a:spcAft>
        <a:buSzPct val="50000"/>
        <a:buFont typeface="Wingdings" charset="2"/>
        <a:buChar char="n"/>
        <a:defRPr sz="2047">
          <a:solidFill>
            <a:schemeClr val="tx1"/>
          </a:solidFill>
          <a:latin typeface="+mn-lt"/>
          <a:ea typeface="+mn-ea"/>
          <a:cs typeface="+mn-cs"/>
        </a:defRPr>
      </a:lvl3pPr>
      <a:lvl4pPr marL="2079043" indent="-297006" algn="l" rtl="0" eaLnBrk="0" fontAlgn="base" hangingPunct="0">
        <a:lnSpc>
          <a:spcPct val="140000"/>
        </a:lnSpc>
        <a:spcBef>
          <a:spcPct val="0"/>
        </a:spcBef>
        <a:spcAft>
          <a:spcPct val="0"/>
        </a:spcAft>
        <a:buChar char="–"/>
        <a:defRPr sz="1852">
          <a:solidFill>
            <a:schemeClr val="tx1"/>
          </a:solidFill>
          <a:latin typeface="+mn-lt"/>
          <a:ea typeface="+mn-ea"/>
          <a:cs typeface="+mn-cs"/>
        </a:defRPr>
      </a:lvl4pPr>
      <a:lvl5pPr marL="2673055" indent="-297006" algn="l" rtl="0" eaLnBrk="0" fontAlgn="base" hangingPunct="0">
        <a:lnSpc>
          <a:spcPct val="140000"/>
        </a:lnSpc>
        <a:spcBef>
          <a:spcPct val="0"/>
        </a:spcBef>
        <a:spcAft>
          <a:spcPct val="0"/>
        </a:spcAft>
        <a:buFont typeface="Arial" charset="0"/>
        <a:buChar char="~"/>
        <a:defRPr sz="1559">
          <a:solidFill>
            <a:schemeClr val="tx1"/>
          </a:solidFill>
          <a:latin typeface="+mn-lt"/>
          <a:ea typeface="+mn-ea"/>
          <a:cs typeface="+mn-cs"/>
        </a:defRPr>
      </a:lvl5pPr>
      <a:lvl6pPr marL="3267067"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6pPr>
      <a:lvl7pPr marL="3861080"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7pPr>
      <a:lvl8pPr marL="4455092"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8pPr>
      <a:lvl9pPr marL="5049103"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9pPr>
    </p:bodyStyle>
    <p:otherStyle>
      <a:defPPr>
        <a:defRPr lang="zh-CN"/>
      </a:defPPr>
      <a:lvl1pPr marL="0" algn="l" defTabSz="1188025" rtl="0" eaLnBrk="1" latinLnBrk="0" hangingPunct="1">
        <a:defRPr sz="2339" kern="1200">
          <a:solidFill>
            <a:schemeClr val="tx1"/>
          </a:solidFill>
          <a:latin typeface="+mn-lt"/>
          <a:ea typeface="+mn-ea"/>
          <a:cs typeface="+mn-cs"/>
        </a:defRPr>
      </a:lvl1pPr>
      <a:lvl2pPr marL="594012" algn="l" defTabSz="1188025" rtl="0" eaLnBrk="1" latinLnBrk="0" hangingPunct="1">
        <a:defRPr sz="2339" kern="1200">
          <a:solidFill>
            <a:schemeClr val="tx1"/>
          </a:solidFill>
          <a:latin typeface="+mn-lt"/>
          <a:ea typeface="+mn-ea"/>
          <a:cs typeface="+mn-cs"/>
        </a:defRPr>
      </a:lvl2pPr>
      <a:lvl3pPr marL="1188025" algn="l" defTabSz="1188025" rtl="0" eaLnBrk="1" latinLnBrk="0" hangingPunct="1">
        <a:defRPr sz="2339" kern="1200">
          <a:solidFill>
            <a:schemeClr val="tx1"/>
          </a:solidFill>
          <a:latin typeface="+mn-lt"/>
          <a:ea typeface="+mn-ea"/>
          <a:cs typeface="+mn-cs"/>
        </a:defRPr>
      </a:lvl3pPr>
      <a:lvl4pPr marL="1782037" algn="l" defTabSz="1188025" rtl="0" eaLnBrk="1" latinLnBrk="0" hangingPunct="1">
        <a:defRPr sz="2339" kern="1200">
          <a:solidFill>
            <a:schemeClr val="tx1"/>
          </a:solidFill>
          <a:latin typeface="+mn-lt"/>
          <a:ea typeface="+mn-ea"/>
          <a:cs typeface="+mn-cs"/>
        </a:defRPr>
      </a:lvl4pPr>
      <a:lvl5pPr marL="2376048" algn="l" defTabSz="1188025" rtl="0" eaLnBrk="1" latinLnBrk="0" hangingPunct="1">
        <a:defRPr sz="2339" kern="1200">
          <a:solidFill>
            <a:schemeClr val="tx1"/>
          </a:solidFill>
          <a:latin typeface="+mn-lt"/>
          <a:ea typeface="+mn-ea"/>
          <a:cs typeface="+mn-cs"/>
        </a:defRPr>
      </a:lvl5pPr>
      <a:lvl6pPr marL="2970061" algn="l" defTabSz="1188025" rtl="0" eaLnBrk="1" latinLnBrk="0" hangingPunct="1">
        <a:defRPr sz="2339" kern="1200">
          <a:solidFill>
            <a:schemeClr val="tx1"/>
          </a:solidFill>
          <a:latin typeface="+mn-lt"/>
          <a:ea typeface="+mn-ea"/>
          <a:cs typeface="+mn-cs"/>
        </a:defRPr>
      </a:lvl6pPr>
      <a:lvl7pPr marL="3564073" algn="l" defTabSz="1188025" rtl="0" eaLnBrk="1" latinLnBrk="0" hangingPunct="1">
        <a:defRPr sz="2339" kern="1200">
          <a:solidFill>
            <a:schemeClr val="tx1"/>
          </a:solidFill>
          <a:latin typeface="+mn-lt"/>
          <a:ea typeface="+mn-ea"/>
          <a:cs typeface="+mn-cs"/>
        </a:defRPr>
      </a:lvl7pPr>
      <a:lvl8pPr marL="4158085" algn="l" defTabSz="1188025" rtl="0" eaLnBrk="1" latinLnBrk="0" hangingPunct="1">
        <a:defRPr sz="2339" kern="1200">
          <a:solidFill>
            <a:schemeClr val="tx1"/>
          </a:solidFill>
          <a:latin typeface="+mn-lt"/>
          <a:ea typeface="+mn-ea"/>
          <a:cs typeface="+mn-cs"/>
        </a:defRPr>
      </a:lvl8pPr>
      <a:lvl9pPr marL="4752098" algn="l" defTabSz="1188025" rtl="0" eaLnBrk="1" latinLnBrk="0" hangingPunct="1">
        <a:defRPr sz="2339"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Picture 79" descr="dd"/>
          <p:cNvPicPr>
            <a:picLocks noChangeAspect="1" noChangeArrowheads="1"/>
          </p:cNvPicPr>
          <p:nvPr/>
        </p:nvPicPr>
        <p:blipFill>
          <a:blip r:embed="rId14" cstate="print"/>
          <a:srcRect/>
          <a:stretch>
            <a:fillRect/>
          </a:stretch>
        </p:blipFill>
        <p:spPr bwMode="auto">
          <a:xfrm>
            <a:off x="1" y="6224597"/>
            <a:ext cx="12203644" cy="636587"/>
          </a:xfrm>
          <a:prstGeom prst="rect">
            <a:avLst/>
          </a:prstGeom>
          <a:noFill/>
          <a:ln w="9525">
            <a:noFill/>
            <a:miter lim="800000"/>
            <a:headEnd/>
            <a:tailEnd/>
          </a:ln>
        </p:spPr>
      </p:pic>
      <p:sp>
        <p:nvSpPr>
          <p:cNvPr id="28680" name="Text Box 8"/>
          <p:cNvSpPr txBox="1">
            <a:spLocks noChangeArrowheads="1"/>
          </p:cNvSpPr>
          <p:nvPr/>
        </p:nvSpPr>
        <p:spPr bwMode="auto">
          <a:xfrm>
            <a:off x="870183" y="6438901"/>
            <a:ext cx="3483143" cy="354048"/>
          </a:xfrm>
          <a:prstGeom prst="rect">
            <a:avLst/>
          </a:prstGeom>
          <a:noFill/>
          <a:ln w="9525">
            <a:noFill/>
            <a:miter lim="800000"/>
            <a:headEnd/>
            <a:tailEnd/>
          </a:ln>
        </p:spPr>
        <p:txBody>
          <a:bodyPr wrap="none" lIns="106780" tIns="53392" rIns="106780" bIns="53392">
            <a:spAutoFit/>
          </a:bodyPr>
          <a:lstStyle/>
          <a:p>
            <a:pPr defTabSz="1068373" eaLnBrk="0" hangingPunct="0">
              <a:defRPr/>
            </a:pPr>
            <a:r>
              <a:rPr lang="en-US" altLang="zh-CN" sz="1600" dirty="0">
                <a:solidFill>
                  <a:srgbClr val="000000"/>
                </a:solidFill>
                <a:latin typeface="FrutigerNext LT Bold" pitchFamily="1" charset="0"/>
                <a:ea typeface="ＭＳ Ｐゴシック" pitchFamily="34" charset="-128"/>
              </a:rPr>
              <a:t>HUAWEI TECHNOLOGIES CO., LTD.</a:t>
            </a:r>
            <a:endParaRPr lang="en-US" altLang="zh-CN" sz="2933" dirty="0">
              <a:solidFill>
                <a:srgbClr val="000000"/>
              </a:solidFill>
              <a:latin typeface="Arial" pitchFamily="34" charset="0"/>
              <a:ea typeface="ＭＳ Ｐゴシック" pitchFamily="34" charset="-128"/>
            </a:endParaRPr>
          </a:p>
        </p:txBody>
      </p:sp>
      <p:pic>
        <p:nvPicPr>
          <p:cNvPr id="4100" name="Picture 9" descr="8"/>
          <p:cNvPicPr>
            <a:picLocks noChangeAspect="1" noChangeArrowheads="1"/>
          </p:cNvPicPr>
          <p:nvPr/>
        </p:nvPicPr>
        <p:blipFill>
          <a:blip r:embed="rId15" cstate="print"/>
          <a:srcRect/>
          <a:stretch>
            <a:fillRect/>
          </a:stretch>
        </p:blipFill>
        <p:spPr bwMode="auto">
          <a:xfrm>
            <a:off x="10014468" y="6399245"/>
            <a:ext cx="1748822" cy="312737"/>
          </a:xfrm>
          <a:prstGeom prst="rect">
            <a:avLst/>
          </a:prstGeom>
          <a:noFill/>
          <a:ln w="9525">
            <a:noFill/>
            <a:miter lim="800000"/>
            <a:headEnd/>
            <a:tailEnd/>
          </a:ln>
        </p:spPr>
      </p:pic>
      <p:sp>
        <p:nvSpPr>
          <p:cNvPr id="28682" name="Rectangle 10"/>
          <p:cNvSpPr>
            <a:spLocks noGrp="1" noChangeArrowheads="1"/>
          </p:cNvSpPr>
          <p:nvPr>
            <p:ph type="dt" sz="half" idx="2"/>
          </p:nvPr>
        </p:nvSpPr>
        <p:spPr bwMode="auto">
          <a:xfrm>
            <a:off x="8483700" y="6489708"/>
            <a:ext cx="2796844" cy="455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lnSpc>
                <a:spcPct val="85000"/>
              </a:lnSpc>
              <a:defRPr sz="1600">
                <a:solidFill>
                  <a:schemeClr val="tx1"/>
                </a:solidFill>
                <a:latin typeface="FrutigerNext LT Bold" pitchFamily="1" charset="0"/>
              </a:defRPr>
            </a:lvl1pPr>
          </a:lstStyle>
          <a:p>
            <a:pPr defTabSz="1218584">
              <a:defRPr/>
            </a:pPr>
            <a:r>
              <a:rPr lang="de-DE" altLang="zh-CN">
                <a:solidFill>
                  <a:srgbClr val="000000"/>
                </a:solidFill>
                <a:ea typeface="ＭＳ Ｐゴシック" pitchFamily="34" charset="-128"/>
              </a:rPr>
              <a:t>Page </a:t>
            </a:r>
            <a:fld id="{296EF413-FFCC-4F7C-B608-3DF4449E18E8}" type="slidenum">
              <a:rPr lang="de-DE" altLang="zh-CN" smtClean="0">
                <a:solidFill>
                  <a:srgbClr val="000000"/>
                </a:solidFill>
                <a:ea typeface="ＭＳ Ｐゴシック" pitchFamily="34" charset="-128"/>
              </a:rPr>
              <a:pPr defTabSz="1218584">
                <a:defRPr/>
              </a:pPr>
              <a:t>‹#›</a:t>
            </a:fld>
            <a:endParaRPr lang="en-GB" altLang="zh-CN">
              <a:solidFill>
                <a:srgbClr val="000000"/>
              </a:solidFill>
              <a:ea typeface="ＭＳ Ｐゴシック" pitchFamily="34" charset="-128"/>
            </a:endParaRPr>
          </a:p>
        </p:txBody>
      </p:sp>
      <p:sp>
        <p:nvSpPr>
          <p:cNvPr id="4102" name="Rectangle 13"/>
          <p:cNvSpPr>
            <a:spLocks noGrp="1" noChangeArrowheads="1"/>
          </p:cNvSpPr>
          <p:nvPr>
            <p:ph type="title"/>
          </p:nvPr>
        </p:nvSpPr>
        <p:spPr bwMode="auto">
          <a:xfrm>
            <a:off x="870179" y="115892"/>
            <a:ext cx="10329905" cy="871537"/>
          </a:xfrm>
          <a:prstGeom prst="rect">
            <a:avLst/>
          </a:prstGeom>
          <a:noFill/>
          <a:ln w="9525">
            <a:noFill/>
            <a:miter lim="800000"/>
            <a:headEnd/>
            <a:tailEnd/>
          </a:ln>
        </p:spPr>
        <p:txBody>
          <a:bodyPr vert="horz" wrap="square" lIns="80100" tIns="40049" rIns="80100" bIns="40049" numCol="1" anchor="ctr" anchorCtr="0" compatLnSpc="1">
            <a:prstTxWarp prst="textNoShape">
              <a:avLst/>
            </a:prstTxWarp>
          </a:bodyPr>
          <a:lstStyle/>
          <a:p>
            <a:pPr lvl="0"/>
            <a:r>
              <a:rPr lang="zh-CN" altLang="en-US"/>
              <a:t>单击此处编辑母版标题样式</a:t>
            </a:r>
          </a:p>
        </p:txBody>
      </p:sp>
      <p:sp>
        <p:nvSpPr>
          <p:cNvPr id="28693" name="Rectangle 21"/>
          <p:cNvSpPr>
            <a:spLocks noChangeArrowheads="1"/>
          </p:cNvSpPr>
          <p:nvPr/>
        </p:nvSpPr>
        <p:spPr bwMode="auto">
          <a:xfrm>
            <a:off x="5191429" y="6438901"/>
            <a:ext cx="2196874" cy="353998"/>
          </a:xfrm>
          <a:prstGeom prst="rect">
            <a:avLst/>
          </a:prstGeom>
          <a:noFill/>
          <a:ln w="9525" algn="ctr">
            <a:noFill/>
            <a:miter lim="800000"/>
            <a:headEnd/>
            <a:tailEnd/>
          </a:ln>
          <a:effectLst/>
        </p:spPr>
        <p:txBody>
          <a:bodyPr wrap="none" lIns="106739" tIns="53367" rIns="106739" bIns="53367">
            <a:spAutoFit/>
          </a:bodyPr>
          <a:lstStyle/>
          <a:p>
            <a:pPr defTabSz="1068373" eaLnBrk="0" hangingPunct="0">
              <a:defRPr/>
            </a:pPr>
            <a:r>
              <a:rPr lang="en-US" altLang="zh-CN" sz="1600" dirty="0">
                <a:solidFill>
                  <a:srgbClr val="000000"/>
                </a:solidFill>
                <a:latin typeface="FrutigerNext LT Bold" pitchFamily="1" charset="0"/>
                <a:ea typeface="MS PGothic" pitchFamily="34" charset="-128"/>
              </a:rPr>
              <a:t>Huawei Confidential </a:t>
            </a:r>
          </a:p>
        </p:txBody>
      </p:sp>
      <p:sp>
        <p:nvSpPr>
          <p:cNvPr id="28694" name="Rectangle 22"/>
          <p:cNvSpPr>
            <a:spLocks noChangeArrowheads="1"/>
          </p:cNvSpPr>
          <p:nvPr/>
        </p:nvSpPr>
        <p:spPr bwMode="auto">
          <a:xfrm>
            <a:off x="-2544894" y="528643"/>
            <a:ext cx="2460207" cy="5307012"/>
          </a:xfrm>
          <a:prstGeom prst="rect">
            <a:avLst/>
          </a:prstGeom>
          <a:noFill/>
          <a:ln w="9525">
            <a:noFill/>
            <a:miter lim="800000"/>
            <a:headEnd/>
            <a:tailEnd/>
          </a:ln>
          <a:effectLst/>
        </p:spPr>
        <p:txBody>
          <a:bodyPr lIns="106780" tIns="53392" rIns="106780" bIns="53392"/>
          <a:lstStyle/>
          <a:p>
            <a:pPr algn="r" defTabSz="1068373">
              <a:lnSpc>
                <a:spcPct val="125000"/>
              </a:lnSpc>
              <a:buClr>
                <a:srgbClr val="777777"/>
              </a:buClr>
              <a:buSzPct val="60000"/>
              <a:buFont typeface="Wingdings" pitchFamily="2" charset="2"/>
              <a:buNone/>
              <a:defRPr/>
            </a:pPr>
            <a:r>
              <a:rPr lang="zh-CN" altLang="en-US" sz="1467" dirty="0">
                <a:solidFill>
                  <a:srgbClr val="FFFFFF"/>
                </a:solidFill>
              </a:rPr>
              <a:t>英文标题</a:t>
            </a:r>
            <a:r>
              <a:rPr lang="en-US" altLang="zh-CN" sz="1467" dirty="0">
                <a:solidFill>
                  <a:srgbClr val="FFFFFF"/>
                </a:solidFill>
              </a:rPr>
              <a:t>:32-35pt  </a:t>
            </a: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 R153 G0 B0</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内部使用字体 </a:t>
            </a:r>
            <a:r>
              <a:rPr lang="en-US" altLang="zh-CN" sz="1467" dirty="0">
                <a:solidFill>
                  <a:srgbClr val="FFFFFF"/>
                </a:solidFill>
                <a:latin typeface="FrutigerNext LT Regular"/>
              </a:rPr>
              <a:t>:</a:t>
            </a:r>
          </a:p>
          <a:p>
            <a:pPr algn="r" defTabSz="1068373">
              <a:lnSpc>
                <a:spcPct val="125000"/>
              </a:lnSpc>
              <a:buClr>
                <a:srgbClr val="777777"/>
              </a:buClr>
              <a:buSzPct val="60000"/>
              <a:buFont typeface="Wingdings" pitchFamily="2" charset="2"/>
              <a:buNone/>
              <a:defRPr/>
            </a:pPr>
            <a:r>
              <a:rPr lang="en-US" altLang="zh-CN" sz="1467" dirty="0" err="1">
                <a:solidFill>
                  <a:srgbClr val="FFFFFF"/>
                </a:solidFill>
                <a:latin typeface="FrutigerNext LT Regular"/>
              </a:rPr>
              <a:t>FrutigerNext</a:t>
            </a:r>
            <a:r>
              <a:rPr lang="en-US" altLang="zh-CN" sz="1467" dirty="0">
                <a:solidFill>
                  <a:srgbClr val="FFFFFF"/>
                </a:solidFill>
                <a:latin typeface="FrutigerNext LT Regular"/>
              </a:rPr>
              <a:t> LT Medium</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外部使用字体 </a:t>
            </a:r>
            <a:r>
              <a:rPr lang="en-US" altLang="zh-CN" sz="1467" dirty="0">
                <a:solidFill>
                  <a:srgbClr val="FFFFFF"/>
                </a:solidFill>
                <a:latin typeface="FrutigerNext LT Regular"/>
              </a:rPr>
              <a:t>: Arial</a:t>
            </a:r>
          </a:p>
          <a:p>
            <a:pPr algn="r" defTabSz="1068373">
              <a:lnSpc>
                <a:spcPct val="7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中文标题</a:t>
            </a:r>
            <a:r>
              <a:rPr lang="en-US" altLang="zh-CN" sz="1467" dirty="0">
                <a:solidFill>
                  <a:srgbClr val="FFFFFF"/>
                </a:solidFill>
              </a:rPr>
              <a:t>:30-32pt  </a:t>
            </a: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 R153 G0 B0</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黑体</a:t>
            </a: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英文正文</a:t>
            </a:r>
            <a:r>
              <a:rPr lang="en-US" altLang="zh-CN" sz="1467" dirty="0">
                <a:solidFill>
                  <a:srgbClr val="FFFFFF"/>
                </a:solidFill>
              </a:rPr>
              <a:t>:20-22pt</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子目录 </a:t>
            </a:r>
            <a:r>
              <a:rPr lang="en-US" altLang="zh-CN" sz="1467" dirty="0">
                <a:solidFill>
                  <a:srgbClr val="FFFFFF"/>
                </a:solidFill>
              </a:rPr>
              <a:t>(2-5</a:t>
            </a:r>
            <a:r>
              <a:rPr lang="zh-CN" altLang="en-US" sz="1467" dirty="0">
                <a:solidFill>
                  <a:srgbClr val="FFFFFF"/>
                </a:solidFill>
              </a:rPr>
              <a:t>级</a:t>
            </a:r>
            <a:r>
              <a:rPr lang="en-US" altLang="zh-CN" sz="1467" dirty="0">
                <a:solidFill>
                  <a:srgbClr val="FFFFFF"/>
                </a:solidFill>
              </a:rPr>
              <a:t>) :18pt  </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a:t>
            </a:r>
            <a:r>
              <a:rPr lang="zh-CN" altLang="en-US" sz="1467" dirty="0">
                <a:solidFill>
                  <a:srgbClr val="FFFFFF"/>
                </a:solidFill>
              </a:rPr>
              <a:t>黑色</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内部使用字体 </a:t>
            </a:r>
            <a:r>
              <a:rPr lang="en-US" altLang="zh-CN" sz="1467" dirty="0">
                <a:solidFill>
                  <a:srgbClr val="FFFFFF"/>
                </a:solidFill>
                <a:latin typeface="FrutigerNext LT Regular"/>
              </a:rPr>
              <a:t>:</a:t>
            </a:r>
          </a:p>
          <a:p>
            <a:pPr algn="r" defTabSz="1068373">
              <a:lnSpc>
                <a:spcPct val="125000"/>
              </a:lnSpc>
              <a:buClr>
                <a:srgbClr val="777777"/>
              </a:buClr>
              <a:buSzPct val="60000"/>
              <a:buFont typeface="Wingdings" pitchFamily="2" charset="2"/>
              <a:buNone/>
              <a:defRPr/>
            </a:pPr>
            <a:r>
              <a:rPr lang="en-US" altLang="zh-CN" sz="1467" dirty="0" err="1">
                <a:solidFill>
                  <a:srgbClr val="FFFFFF"/>
                </a:solidFill>
                <a:latin typeface="FrutigerNext LT Regular"/>
              </a:rPr>
              <a:t>FrutigerNext</a:t>
            </a:r>
            <a:r>
              <a:rPr lang="en-US" altLang="zh-CN" sz="1467" dirty="0">
                <a:solidFill>
                  <a:srgbClr val="FFFFFF"/>
                </a:solidFill>
                <a:latin typeface="FrutigerNext LT Regular"/>
              </a:rPr>
              <a:t> LT Regular</a:t>
            </a:r>
          </a:p>
          <a:p>
            <a:pPr algn="r" defTabSz="1068373">
              <a:lnSpc>
                <a:spcPct val="125000"/>
              </a:lnSpc>
              <a:buClr>
                <a:srgbClr val="777777"/>
              </a:buClr>
              <a:buSzPct val="60000"/>
              <a:buFont typeface="Wingdings" pitchFamily="2" charset="2"/>
              <a:buNone/>
              <a:defRPr/>
            </a:pPr>
            <a:r>
              <a:rPr lang="zh-CN" altLang="en-US" sz="1467" dirty="0">
                <a:solidFill>
                  <a:srgbClr val="FFFFFF"/>
                </a:solidFill>
                <a:latin typeface="FrutigerNext LT Regular"/>
              </a:rPr>
              <a:t>外部使用字体 </a:t>
            </a:r>
            <a:r>
              <a:rPr lang="en-US" altLang="zh-CN" sz="1467" dirty="0">
                <a:solidFill>
                  <a:srgbClr val="FFFFFF"/>
                </a:solidFill>
                <a:latin typeface="FrutigerNext LT Regular"/>
              </a:rPr>
              <a:t>: Arial</a:t>
            </a:r>
          </a:p>
          <a:p>
            <a:pPr algn="r" defTabSz="1068373">
              <a:lnSpc>
                <a:spcPct val="7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中文正文</a:t>
            </a:r>
            <a:r>
              <a:rPr lang="en-US" altLang="zh-CN" sz="1467" dirty="0">
                <a:solidFill>
                  <a:srgbClr val="FFFFFF"/>
                </a:solidFill>
              </a:rPr>
              <a:t>:18-20pt</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子目录</a:t>
            </a:r>
            <a:r>
              <a:rPr lang="en-US" altLang="zh-CN" sz="1467" dirty="0">
                <a:solidFill>
                  <a:srgbClr val="FFFFFF"/>
                </a:solidFill>
              </a:rPr>
              <a:t>(2-5</a:t>
            </a:r>
            <a:r>
              <a:rPr lang="zh-CN" altLang="en-US" sz="1467" dirty="0">
                <a:solidFill>
                  <a:srgbClr val="FFFFFF"/>
                </a:solidFill>
              </a:rPr>
              <a:t>级</a:t>
            </a:r>
            <a:r>
              <a:rPr lang="en-US" altLang="zh-CN" sz="1467" dirty="0">
                <a:solidFill>
                  <a:srgbClr val="FFFFFF"/>
                </a:solidFill>
              </a:rPr>
              <a:t>):18pt </a:t>
            </a: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r>
              <a:rPr lang="zh-CN" altLang="en-US" sz="1467" dirty="0">
                <a:solidFill>
                  <a:srgbClr val="FFFFFF"/>
                </a:solidFill>
              </a:rPr>
              <a:t>颜色</a:t>
            </a:r>
            <a:r>
              <a:rPr lang="en-US" altLang="zh-CN" sz="1467" dirty="0">
                <a:solidFill>
                  <a:srgbClr val="FFFFFF"/>
                </a:solidFill>
              </a:rPr>
              <a:t>:</a:t>
            </a:r>
            <a:r>
              <a:rPr lang="zh-CN" altLang="en-US" sz="1467" dirty="0">
                <a:solidFill>
                  <a:srgbClr val="FFFFFF"/>
                </a:solidFill>
              </a:rPr>
              <a:t>黑色</a:t>
            </a:r>
          </a:p>
          <a:p>
            <a:pPr algn="r" defTabSz="1068373">
              <a:lnSpc>
                <a:spcPct val="125000"/>
              </a:lnSpc>
              <a:buClr>
                <a:srgbClr val="777777"/>
              </a:buClr>
              <a:buSzPct val="60000"/>
              <a:buFont typeface="Wingdings" pitchFamily="2" charset="2"/>
              <a:buNone/>
              <a:defRPr/>
            </a:pPr>
            <a:r>
              <a:rPr lang="zh-CN" altLang="en-US" sz="1467" dirty="0">
                <a:solidFill>
                  <a:srgbClr val="FFFFFF"/>
                </a:solidFill>
              </a:rPr>
              <a:t>字体</a:t>
            </a:r>
            <a:r>
              <a:rPr lang="en-US" altLang="zh-CN" sz="1467" dirty="0">
                <a:solidFill>
                  <a:srgbClr val="FFFFFF"/>
                </a:solidFill>
              </a:rPr>
              <a:t>:</a:t>
            </a:r>
            <a:r>
              <a:rPr lang="zh-CN" altLang="en-US" sz="1467" dirty="0">
                <a:solidFill>
                  <a:srgbClr val="FFFFFF"/>
                </a:solidFill>
              </a:rPr>
              <a:t>细黑体 </a:t>
            </a: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FFFFFF"/>
              </a:solidFill>
            </a:endParaRPr>
          </a:p>
          <a:p>
            <a:pPr algn="r" defTabSz="1068373">
              <a:lnSpc>
                <a:spcPct val="12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endParaRPr lang="en-US" altLang="zh-CN" sz="1467" dirty="0">
              <a:solidFill>
                <a:srgbClr val="FFFFFF"/>
              </a:solidFill>
            </a:endParaRPr>
          </a:p>
          <a:p>
            <a:pPr algn="r" defTabSz="1068373">
              <a:lnSpc>
                <a:spcPct val="125000"/>
              </a:lnSpc>
              <a:buClr>
                <a:srgbClr val="777777"/>
              </a:buClr>
              <a:buSzPct val="60000"/>
              <a:buFont typeface="Wingdings" pitchFamily="2" charset="2"/>
              <a:buNone/>
              <a:defRPr/>
            </a:pPr>
            <a:endParaRPr lang="zh-CN" altLang="en-US" sz="1467" dirty="0">
              <a:solidFill>
                <a:srgbClr val="000000"/>
              </a:solidFill>
            </a:endParaRPr>
          </a:p>
        </p:txBody>
      </p:sp>
      <p:sp>
        <p:nvSpPr>
          <p:cNvPr id="28734" name="Rectangle 62"/>
          <p:cNvSpPr>
            <a:spLocks noChangeArrowheads="1"/>
          </p:cNvSpPr>
          <p:nvPr/>
        </p:nvSpPr>
        <p:spPr bwMode="auto">
          <a:xfrm>
            <a:off x="12269290" y="1423991"/>
            <a:ext cx="1399480" cy="2005012"/>
          </a:xfrm>
          <a:prstGeom prst="rect">
            <a:avLst/>
          </a:prstGeom>
          <a:noFill/>
          <a:ln w="9525">
            <a:noFill/>
            <a:miter lim="800000"/>
            <a:headEnd/>
            <a:tailEnd/>
          </a:ln>
          <a:effectLst/>
        </p:spPr>
        <p:txBody>
          <a:bodyPr lIns="106780" tIns="53392" rIns="106780" bIns="53392"/>
          <a:lstStyle/>
          <a:p>
            <a:pPr defTabSz="1068373">
              <a:lnSpc>
                <a:spcPct val="120000"/>
              </a:lnSpc>
              <a:buClr>
                <a:srgbClr val="777777"/>
              </a:buClr>
              <a:buSzPct val="60000"/>
              <a:buFont typeface="Wingdings" pitchFamily="2" charset="2"/>
              <a:buNone/>
              <a:defRPr/>
            </a:pPr>
            <a:r>
              <a:rPr lang="zh-CN" altLang="en-US" sz="1467" dirty="0">
                <a:solidFill>
                  <a:srgbClr val="FFFFFF"/>
                </a:solidFill>
                <a:latin typeface="华文细黑" pitchFamily="2" charset="-122"/>
              </a:rPr>
              <a:t>配色参考方案：</a:t>
            </a:r>
          </a:p>
          <a:p>
            <a:pPr defTabSz="1068373">
              <a:lnSpc>
                <a:spcPct val="120000"/>
              </a:lnSpc>
              <a:buClr>
                <a:srgbClr val="777777"/>
              </a:buClr>
              <a:buSzPct val="60000"/>
              <a:buFont typeface="Wingdings" pitchFamily="2" charset="2"/>
              <a:buNone/>
              <a:defRPr/>
            </a:pPr>
            <a:r>
              <a:rPr lang="zh-CN" altLang="en-US" sz="1467" dirty="0">
                <a:solidFill>
                  <a:srgbClr val="FFFFFF"/>
                </a:solidFill>
                <a:latin typeface="华文细黑" pitchFamily="2" charset="-122"/>
              </a:rPr>
              <a:t>建议同一页面内不超过四种颜色，以下是</a:t>
            </a:r>
            <a:r>
              <a:rPr lang="en-US" altLang="zh-CN" sz="1467" dirty="0">
                <a:solidFill>
                  <a:srgbClr val="FFFFFF"/>
                </a:solidFill>
                <a:latin typeface="华文细黑" pitchFamily="2" charset="-122"/>
              </a:rPr>
              <a:t>13</a:t>
            </a:r>
            <a:r>
              <a:rPr lang="zh-CN" altLang="en-US" sz="1467" dirty="0">
                <a:solidFill>
                  <a:srgbClr val="FFFFFF"/>
                </a:solidFill>
                <a:latin typeface="华文细黑" pitchFamily="2" charset="-122"/>
              </a:rPr>
              <a:t>组配色方案，同一页面内只选择一组使用。（仅供参考）</a:t>
            </a:r>
          </a:p>
          <a:p>
            <a:pPr defTabSz="1068373">
              <a:lnSpc>
                <a:spcPct val="125000"/>
              </a:lnSpc>
              <a:buClr>
                <a:srgbClr val="777777"/>
              </a:buClr>
              <a:buSzPct val="60000"/>
              <a:buFont typeface="Wingdings" pitchFamily="2" charset="2"/>
              <a:buNone/>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zh-CN" altLang="en-US" sz="1467" dirty="0">
              <a:solidFill>
                <a:srgbClr val="FFFFFF"/>
              </a:solidFill>
              <a:latin typeface="华文细黑" pitchFamily="2" charset="-122"/>
            </a:endParaRPr>
          </a:p>
        </p:txBody>
      </p:sp>
      <p:sp>
        <p:nvSpPr>
          <p:cNvPr id="28737" name="Rectangle 65"/>
          <p:cNvSpPr>
            <a:spLocks noChangeArrowheads="1"/>
          </p:cNvSpPr>
          <p:nvPr/>
        </p:nvSpPr>
        <p:spPr bwMode="auto">
          <a:xfrm>
            <a:off x="12269290" y="-61909"/>
            <a:ext cx="1399480" cy="838201"/>
          </a:xfrm>
          <a:prstGeom prst="rect">
            <a:avLst/>
          </a:prstGeom>
          <a:noFill/>
          <a:ln w="9525">
            <a:noFill/>
            <a:miter lim="800000"/>
            <a:headEnd/>
            <a:tailEnd/>
          </a:ln>
          <a:effectLst/>
        </p:spPr>
        <p:txBody>
          <a:bodyPr lIns="106780" tIns="53392" rIns="106780" bIns="53392"/>
          <a:lstStyle/>
          <a:p>
            <a:pPr defTabSz="1068373">
              <a:lnSpc>
                <a:spcPct val="120000"/>
              </a:lnSpc>
              <a:buClr>
                <a:srgbClr val="777777"/>
              </a:buClr>
              <a:buSzPct val="60000"/>
              <a:buFont typeface="Wingdings" pitchFamily="2" charset="2"/>
              <a:buNone/>
              <a:defRPr/>
            </a:pPr>
            <a:r>
              <a:rPr lang="zh-CN" altLang="en-US" sz="1467" dirty="0">
                <a:solidFill>
                  <a:srgbClr val="FFFFFF"/>
                </a:solidFill>
                <a:latin typeface="华文细黑" pitchFamily="2" charset="-122"/>
              </a:rPr>
              <a:t>客户或者合作伙伴的标志放在右上角</a:t>
            </a:r>
            <a:r>
              <a:rPr lang="en-US" altLang="zh-CN" sz="1467" dirty="0">
                <a:solidFill>
                  <a:srgbClr val="FFFFFF"/>
                </a:solidFill>
                <a:latin typeface="华文细黑" pitchFamily="2" charset="-122"/>
              </a:rPr>
              <a:t>.</a:t>
            </a:r>
          </a:p>
          <a:p>
            <a:pPr defTabSz="1068373">
              <a:lnSpc>
                <a:spcPct val="125000"/>
              </a:lnSpc>
              <a:buClr>
                <a:srgbClr val="777777"/>
              </a:buClr>
              <a:buSzPct val="60000"/>
              <a:buFont typeface="Wingdings" pitchFamily="2" charset="2"/>
              <a:buNone/>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en-US" altLang="zh-CN" sz="1467" dirty="0">
              <a:solidFill>
                <a:srgbClr val="FFFFFF"/>
              </a:solidFill>
              <a:latin typeface="华文细黑" pitchFamily="2" charset="-122"/>
            </a:endParaRPr>
          </a:p>
          <a:p>
            <a:pPr defTabSz="1068373">
              <a:lnSpc>
                <a:spcPct val="125000"/>
              </a:lnSpc>
              <a:buClr>
                <a:srgbClr val="777777"/>
              </a:buClr>
              <a:buSzPct val="60000"/>
              <a:buFont typeface="Wingdings" pitchFamily="2" charset="2"/>
              <a:buChar char="l"/>
              <a:defRPr/>
            </a:pPr>
            <a:endParaRPr lang="zh-CN" altLang="en-US" sz="1467" dirty="0">
              <a:solidFill>
                <a:srgbClr val="FFFFFF"/>
              </a:solidFill>
              <a:latin typeface="华文细黑" pitchFamily="2" charset="-122"/>
            </a:endParaRPr>
          </a:p>
        </p:txBody>
      </p:sp>
      <p:sp>
        <p:nvSpPr>
          <p:cNvPr id="4107" name="Rectangle 68"/>
          <p:cNvSpPr>
            <a:spLocks noGrp="1" noChangeArrowheads="1"/>
          </p:cNvSpPr>
          <p:nvPr>
            <p:ph type="body" idx="1"/>
          </p:nvPr>
        </p:nvSpPr>
        <p:spPr bwMode="auto">
          <a:xfrm>
            <a:off x="870178" y="1641484"/>
            <a:ext cx="10575503" cy="4194175"/>
          </a:xfrm>
          <a:prstGeom prst="rect">
            <a:avLst/>
          </a:prstGeom>
          <a:noFill/>
          <a:ln w="9525">
            <a:noFill/>
            <a:miter lim="800000"/>
            <a:headEnd/>
            <a:tailEnd/>
          </a:ln>
        </p:spPr>
        <p:txBody>
          <a:bodyPr vert="horz" wrap="square" lIns="80113" tIns="40057" rIns="80113" bIns="40057"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52" name="Rectangle 80"/>
          <p:cNvSpPr>
            <a:spLocks noChangeArrowheads="1"/>
          </p:cNvSpPr>
          <p:nvPr/>
        </p:nvSpPr>
        <p:spPr bwMode="auto">
          <a:xfrm>
            <a:off x="12362439" y="4969281"/>
            <a:ext cx="1225868" cy="410359"/>
          </a:xfrm>
          <a:prstGeom prst="rect">
            <a:avLst/>
          </a:prstGeom>
          <a:solidFill>
            <a:schemeClr val="bg1"/>
          </a:solidFill>
          <a:ln w="9525" algn="ctr">
            <a:noFill/>
            <a:miter lim="800000"/>
            <a:headEnd/>
            <a:tailEnd/>
          </a:ln>
          <a:effectLst/>
        </p:spPr>
        <p:txBody>
          <a:bodyPr lIns="121847" tIns="60923" rIns="121847" bIns="60923" anchor="ctr">
            <a:spAutoFit/>
          </a:bodyPr>
          <a:lstStyle/>
          <a:p>
            <a:pPr defTabSz="1218584">
              <a:defRPr/>
            </a:pPr>
            <a:endParaRPr lang="zh-CN" altLang="en-US" sz="1867" dirty="0">
              <a:solidFill>
                <a:srgbClr val="FFFFFF"/>
              </a:solidFill>
              <a:latin typeface="FrutigerNext LT Regular"/>
              <a:ea typeface="ＭＳ Ｐゴシック" pitchFamily="34" charset="-128"/>
            </a:endParaRPr>
          </a:p>
        </p:txBody>
      </p:sp>
      <p:grpSp>
        <p:nvGrpSpPr>
          <p:cNvPr id="2" name="Group 81"/>
          <p:cNvGrpSpPr>
            <a:grpSpLocks/>
          </p:cNvGrpSpPr>
          <p:nvPr/>
        </p:nvGrpSpPr>
        <p:grpSpPr bwMode="auto">
          <a:xfrm>
            <a:off x="12476795" y="3789362"/>
            <a:ext cx="986624" cy="182563"/>
            <a:chOff x="5893" y="2387"/>
            <a:chExt cx="466" cy="115"/>
          </a:xfrm>
        </p:grpSpPr>
        <p:sp>
          <p:nvSpPr>
            <p:cNvPr id="28754" name="Rectangle 82"/>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55" name="Rectangle 83"/>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56" name="Rectangle 84"/>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57" name="Rectangle 85"/>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3" name="Group 86"/>
          <p:cNvGrpSpPr>
            <a:grpSpLocks/>
          </p:cNvGrpSpPr>
          <p:nvPr/>
        </p:nvGrpSpPr>
        <p:grpSpPr bwMode="auto">
          <a:xfrm>
            <a:off x="12476795" y="4005265"/>
            <a:ext cx="986624" cy="182563"/>
            <a:chOff x="5893" y="2523"/>
            <a:chExt cx="466" cy="115"/>
          </a:xfrm>
        </p:grpSpPr>
        <p:sp>
          <p:nvSpPr>
            <p:cNvPr id="28759" name="Rectangle 87"/>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0" name="Rectangle 88"/>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1" name="Rectangle 89"/>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2" name="Rectangle 90"/>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4" name="Group 91"/>
          <p:cNvGrpSpPr>
            <a:grpSpLocks/>
          </p:cNvGrpSpPr>
          <p:nvPr/>
        </p:nvGrpSpPr>
        <p:grpSpPr bwMode="auto">
          <a:xfrm>
            <a:off x="12476795" y="4221165"/>
            <a:ext cx="986624" cy="182563"/>
            <a:chOff x="5893" y="2659"/>
            <a:chExt cx="466" cy="115"/>
          </a:xfrm>
        </p:grpSpPr>
        <p:sp>
          <p:nvSpPr>
            <p:cNvPr id="28764" name="Rectangle 92"/>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5" name="Rectangle 93"/>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6" name="Rectangle 94"/>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67" name="Rectangle 95"/>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5" name="Group 96"/>
          <p:cNvGrpSpPr>
            <a:grpSpLocks/>
          </p:cNvGrpSpPr>
          <p:nvPr/>
        </p:nvGrpSpPr>
        <p:grpSpPr bwMode="auto">
          <a:xfrm>
            <a:off x="12476795" y="3573464"/>
            <a:ext cx="986624" cy="188912"/>
            <a:chOff x="5893" y="2251"/>
            <a:chExt cx="466" cy="119"/>
          </a:xfrm>
        </p:grpSpPr>
        <p:sp>
          <p:nvSpPr>
            <p:cNvPr id="28769" name="Rectangle 97"/>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0" name="Rectangle 98"/>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1" name="Rectangle 99"/>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2" name="Rectangle 100"/>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6" name="Group 101"/>
          <p:cNvGrpSpPr>
            <a:grpSpLocks/>
          </p:cNvGrpSpPr>
          <p:nvPr/>
        </p:nvGrpSpPr>
        <p:grpSpPr bwMode="auto">
          <a:xfrm>
            <a:off x="12476795" y="4581533"/>
            <a:ext cx="986624" cy="182563"/>
            <a:chOff x="5893" y="2886"/>
            <a:chExt cx="466" cy="115"/>
          </a:xfrm>
        </p:grpSpPr>
        <p:sp>
          <p:nvSpPr>
            <p:cNvPr id="28774" name="Rectangle 102"/>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5" name="Rectangle 103"/>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6" name="Rectangle 104"/>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77" name="Rectangle 105"/>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7" name="Group 106"/>
          <p:cNvGrpSpPr>
            <a:grpSpLocks/>
          </p:cNvGrpSpPr>
          <p:nvPr/>
        </p:nvGrpSpPr>
        <p:grpSpPr bwMode="auto">
          <a:xfrm>
            <a:off x="12476795" y="4797433"/>
            <a:ext cx="986624" cy="182563"/>
            <a:chOff x="5893" y="3022"/>
            <a:chExt cx="466" cy="115"/>
          </a:xfrm>
        </p:grpSpPr>
        <p:sp>
          <p:nvSpPr>
            <p:cNvPr id="28779" name="Rectangle 107"/>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0" name="Rectangle 108"/>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1" name="Rectangle 109"/>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2" name="Rectangle 110"/>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8" name="Group 111"/>
          <p:cNvGrpSpPr>
            <a:grpSpLocks/>
          </p:cNvGrpSpPr>
          <p:nvPr/>
        </p:nvGrpSpPr>
        <p:grpSpPr bwMode="auto">
          <a:xfrm>
            <a:off x="12476795" y="5013333"/>
            <a:ext cx="986624" cy="182563"/>
            <a:chOff x="5893" y="3158"/>
            <a:chExt cx="466" cy="115"/>
          </a:xfrm>
        </p:grpSpPr>
        <p:sp>
          <p:nvSpPr>
            <p:cNvPr id="28784" name="Rectangle 112"/>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5" name="Rectangle 113"/>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6" name="Rectangle 114"/>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87" name="Rectangle 115"/>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9" name="Group 116"/>
          <p:cNvGrpSpPr>
            <a:grpSpLocks/>
          </p:cNvGrpSpPr>
          <p:nvPr/>
        </p:nvGrpSpPr>
        <p:grpSpPr bwMode="auto">
          <a:xfrm>
            <a:off x="12476795" y="5373689"/>
            <a:ext cx="986624" cy="182563"/>
            <a:chOff x="5893" y="3385"/>
            <a:chExt cx="466" cy="115"/>
          </a:xfrm>
        </p:grpSpPr>
        <p:sp>
          <p:nvSpPr>
            <p:cNvPr id="28789" name="Rectangle 117"/>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0" name="Rectangle 118"/>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1" name="Rectangle 119"/>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2" name="Rectangle 120"/>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0" name="Group 121"/>
          <p:cNvGrpSpPr>
            <a:grpSpLocks/>
          </p:cNvGrpSpPr>
          <p:nvPr/>
        </p:nvGrpSpPr>
        <p:grpSpPr bwMode="auto">
          <a:xfrm>
            <a:off x="12476795" y="5589589"/>
            <a:ext cx="986624" cy="182563"/>
            <a:chOff x="5893" y="3521"/>
            <a:chExt cx="466" cy="115"/>
          </a:xfrm>
        </p:grpSpPr>
        <p:sp>
          <p:nvSpPr>
            <p:cNvPr id="28794" name="Rectangle 122"/>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5" name="Rectangle 123"/>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6" name="Rectangle 124"/>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797" name="Rectangle 125"/>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1" name="Group 126"/>
          <p:cNvGrpSpPr>
            <a:grpSpLocks/>
          </p:cNvGrpSpPr>
          <p:nvPr/>
        </p:nvGrpSpPr>
        <p:grpSpPr bwMode="auto">
          <a:xfrm>
            <a:off x="12476795" y="5805489"/>
            <a:ext cx="986624" cy="182563"/>
            <a:chOff x="5893" y="3657"/>
            <a:chExt cx="466" cy="115"/>
          </a:xfrm>
        </p:grpSpPr>
        <p:sp>
          <p:nvSpPr>
            <p:cNvPr id="28799" name="Rectangle 127"/>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0" name="Rectangle 128"/>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1" name="Rectangle 129"/>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2" name="Rectangle 130"/>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2" name="Group 131"/>
          <p:cNvGrpSpPr>
            <a:grpSpLocks/>
          </p:cNvGrpSpPr>
          <p:nvPr/>
        </p:nvGrpSpPr>
        <p:grpSpPr bwMode="auto">
          <a:xfrm>
            <a:off x="12476795" y="6165861"/>
            <a:ext cx="986624" cy="182563"/>
            <a:chOff x="5893" y="3884"/>
            <a:chExt cx="466" cy="115"/>
          </a:xfrm>
        </p:grpSpPr>
        <p:sp>
          <p:nvSpPr>
            <p:cNvPr id="28804" name="Rectangle 132"/>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5" name="Rectangle 133"/>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6" name="Rectangle 134"/>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07" name="Rectangle 135"/>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3" name="Group 136"/>
          <p:cNvGrpSpPr>
            <a:grpSpLocks/>
          </p:cNvGrpSpPr>
          <p:nvPr/>
        </p:nvGrpSpPr>
        <p:grpSpPr bwMode="auto">
          <a:xfrm>
            <a:off x="12476795" y="6391285"/>
            <a:ext cx="986624" cy="182563"/>
            <a:chOff x="5893" y="4026"/>
            <a:chExt cx="466" cy="115"/>
          </a:xfrm>
        </p:grpSpPr>
        <p:sp>
          <p:nvSpPr>
            <p:cNvPr id="28809" name="Rectangle 137"/>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0" name="Rectangle 138"/>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1" name="Rectangle 139"/>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2" name="Rectangle 140"/>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grpSp>
        <p:nvGrpSpPr>
          <p:cNvPr id="14" name="Group 141"/>
          <p:cNvGrpSpPr>
            <a:grpSpLocks/>
          </p:cNvGrpSpPr>
          <p:nvPr/>
        </p:nvGrpSpPr>
        <p:grpSpPr bwMode="auto">
          <a:xfrm>
            <a:off x="12476795" y="6615113"/>
            <a:ext cx="986624" cy="182563"/>
            <a:chOff x="5893" y="4167"/>
            <a:chExt cx="466" cy="115"/>
          </a:xfrm>
        </p:grpSpPr>
        <p:sp>
          <p:nvSpPr>
            <p:cNvPr id="28814" name="Rectangle 142"/>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5" name="Rectangle 143"/>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6" name="Rectangle 144"/>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sp>
          <p:nvSpPr>
            <p:cNvPr id="28817" name="Rectangle 145"/>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pPr defTabSz="1218584">
                <a:defRPr/>
              </a:pPr>
              <a:endParaRPr lang="zh-CN" altLang="en-US" sz="1867" dirty="0">
                <a:solidFill>
                  <a:srgbClr val="FFFFFF"/>
                </a:solidFill>
                <a:latin typeface="FrutigerNext LT Regular"/>
                <a:ea typeface="ＭＳ Ｐゴシック" pitchFamily="34" charset="-128"/>
              </a:endParaRPr>
            </a:p>
          </p:txBody>
        </p:sp>
      </p:grpSp>
    </p:spTree>
    <p:extLst>
      <p:ext uri="{BB962C8B-B14F-4D97-AF65-F5344CB8AC3E}">
        <p14:creationId xmlns:p14="http://schemas.microsoft.com/office/powerpoint/2010/main" val="1365515252"/>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Lst>
  <p:hf sldNum="0" hdr="0" ftr="0"/>
  <p:txStyles>
    <p:titleStyle>
      <a:lvl1pPr algn="l" defTabSz="1068373" rtl="0" eaLnBrk="0" fontAlgn="base" hangingPunct="0">
        <a:spcBef>
          <a:spcPct val="0"/>
        </a:spcBef>
        <a:spcAft>
          <a:spcPct val="0"/>
        </a:spcAft>
        <a:defRPr sz="4000">
          <a:solidFill>
            <a:srgbClr val="990000"/>
          </a:solidFill>
          <a:latin typeface="+mj-lt"/>
          <a:ea typeface="黑体" pitchFamily="2" charset="-122"/>
          <a:cs typeface="+mj-cs"/>
        </a:defRPr>
      </a:lvl1pPr>
      <a:lvl2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2pPr>
      <a:lvl3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3pPr>
      <a:lvl4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4pPr>
      <a:lvl5pPr algn="l" defTabSz="1068373" rtl="0" eaLnBrk="0" fontAlgn="base" hangingPunct="0">
        <a:spcBef>
          <a:spcPct val="0"/>
        </a:spcBef>
        <a:spcAft>
          <a:spcPct val="0"/>
        </a:spcAft>
        <a:defRPr sz="4000">
          <a:solidFill>
            <a:srgbClr val="990000"/>
          </a:solidFill>
          <a:latin typeface="FrutigerNext LT Medium" pitchFamily="34" charset="0"/>
          <a:ea typeface="黑体" pitchFamily="2" charset="-122"/>
        </a:defRPr>
      </a:lvl5pPr>
      <a:lvl6pPr marL="609279" algn="l" defTabSz="1068373" rtl="0" fontAlgn="base">
        <a:spcBef>
          <a:spcPct val="0"/>
        </a:spcBef>
        <a:spcAft>
          <a:spcPct val="0"/>
        </a:spcAft>
        <a:defRPr sz="4000">
          <a:solidFill>
            <a:srgbClr val="990000"/>
          </a:solidFill>
          <a:latin typeface="FrutigerNext LT Medium" pitchFamily="34" charset="0"/>
          <a:ea typeface="黑体" pitchFamily="2" charset="-122"/>
        </a:defRPr>
      </a:lvl6pPr>
      <a:lvl7pPr marL="1218584" algn="l" defTabSz="1068373" rtl="0" fontAlgn="base">
        <a:spcBef>
          <a:spcPct val="0"/>
        </a:spcBef>
        <a:spcAft>
          <a:spcPct val="0"/>
        </a:spcAft>
        <a:defRPr sz="4000">
          <a:solidFill>
            <a:srgbClr val="990000"/>
          </a:solidFill>
          <a:latin typeface="FrutigerNext LT Medium" pitchFamily="34" charset="0"/>
          <a:ea typeface="黑体" pitchFamily="2" charset="-122"/>
        </a:defRPr>
      </a:lvl7pPr>
      <a:lvl8pPr marL="1827873" algn="l" defTabSz="1068373" rtl="0" fontAlgn="base">
        <a:spcBef>
          <a:spcPct val="0"/>
        </a:spcBef>
        <a:spcAft>
          <a:spcPct val="0"/>
        </a:spcAft>
        <a:defRPr sz="4000">
          <a:solidFill>
            <a:srgbClr val="990000"/>
          </a:solidFill>
          <a:latin typeface="FrutigerNext LT Medium" pitchFamily="34" charset="0"/>
          <a:ea typeface="黑体" pitchFamily="2" charset="-122"/>
        </a:defRPr>
      </a:lvl8pPr>
      <a:lvl9pPr marL="2437170" algn="l" defTabSz="1068373" rtl="0" fontAlgn="base">
        <a:spcBef>
          <a:spcPct val="0"/>
        </a:spcBef>
        <a:spcAft>
          <a:spcPct val="0"/>
        </a:spcAft>
        <a:defRPr sz="4000">
          <a:solidFill>
            <a:srgbClr val="990000"/>
          </a:solidFill>
          <a:latin typeface="FrutigerNext LT Medium" pitchFamily="34" charset="0"/>
          <a:ea typeface="黑体" pitchFamily="2" charset="-122"/>
        </a:defRPr>
      </a:lvl9pPr>
    </p:titleStyle>
    <p:bodyStyle>
      <a:lvl1pPr marL="399847" indent="-399847" algn="l" defTabSz="1068373" rtl="0" eaLnBrk="0" fontAlgn="base" hangingPunct="0">
        <a:lnSpc>
          <a:spcPct val="140000"/>
        </a:lnSpc>
        <a:spcBef>
          <a:spcPct val="0"/>
        </a:spcBef>
        <a:spcAft>
          <a:spcPct val="0"/>
        </a:spcAft>
        <a:buClr>
          <a:schemeClr val="bg2"/>
        </a:buClr>
        <a:buSzPct val="60000"/>
        <a:buFont typeface="Wingdings" pitchFamily="2" charset="2"/>
        <a:buChar char="l"/>
        <a:defRPr sz="2667" b="1">
          <a:solidFill>
            <a:schemeClr val="tx1"/>
          </a:solidFill>
          <a:latin typeface="+mn-lt"/>
          <a:ea typeface="+mn-ea"/>
          <a:cs typeface="+mn-cs"/>
        </a:defRPr>
      </a:lvl1pPr>
      <a:lvl2pPr marL="869513" indent="-334268" algn="l" defTabSz="1068373"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337053" indent="-268681" algn="l" defTabSz="1068373" rtl="0" eaLnBrk="0" fontAlgn="base" hangingPunct="0">
        <a:lnSpc>
          <a:spcPct val="140000"/>
        </a:lnSpc>
        <a:spcBef>
          <a:spcPct val="0"/>
        </a:spcBef>
        <a:spcAft>
          <a:spcPct val="0"/>
        </a:spcAft>
        <a:buSzPct val="50000"/>
        <a:buFont typeface="Wingdings" pitchFamily="2" charset="2"/>
        <a:buChar char="n"/>
        <a:defRPr sz="2133">
          <a:solidFill>
            <a:schemeClr val="tx1"/>
          </a:solidFill>
          <a:latin typeface="FrutigerNext LT Light" pitchFamily="34" charset="0"/>
          <a:ea typeface="+mn-ea"/>
        </a:defRPr>
      </a:lvl3pPr>
      <a:lvl4pPr marL="1868065" indent="-266564" algn="l" defTabSz="1068373" rtl="0" eaLnBrk="0" fontAlgn="base" hangingPunct="0">
        <a:lnSpc>
          <a:spcPct val="140000"/>
        </a:lnSpc>
        <a:spcBef>
          <a:spcPct val="0"/>
        </a:spcBef>
        <a:spcAft>
          <a:spcPct val="0"/>
        </a:spcAft>
        <a:buChar char="–"/>
        <a:defRPr sz="1867">
          <a:solidFill>
            <a:schemeClr val="tx1"/>
          </a:solidFill>
          <a:latin typeface="+mj-lt"/>
          <a:ea typeface="+mn-ea"/>
        </a:defRPr>
      </a:lvl4pPr>
      <a:lvl5pPr marL="2403308" indent="-268681" algn="l" defTabSz="1068373" rtl="0" eaLnBrk="0" fontAlgn="base" hangingPunct="0">
        <a:lnSpc>
          <a:spcPct val="140000"/>
        </a:lnSpc>
        <a:spcBef>
          <a:spcPct val="0"/>
        </a:spcBef>
        <a:spcAft>
          <a:spcPct val="0"/>
        </a:spcAft>
        <a:buFont typeface="FrutigerNext LT Medium" pitchFamily="34" charset="0"/>
        <a:buChar char="~"/>
        <a:defRPr sz="1600">
          <a:solidFill>
            <a:schemeClr val="tx1"/>
          </a:solidFill>
          <a:latin typeface="+mj-lt"/>
          <a:ea typeface="+mn-ea"/>
        </a:defRPr>
      </a:lvl5pPr>
      <a:lvl6pPr marL="3012587"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6pPr>
      <a:lvl7pPr marL="3621884"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7pPr>
      <a:lvl8pPr marL="4231182"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8pPr>
      <a:lvl9pPr marL="4840478" indent="-268681" algn="l" defTabSz="1068373" rtl="0" fontAlgn="base">
        <a:lnSpc>
          <a:spcPct val="140000"/>
        </a:lnSpc>
        <a:spcBef>
          <a:spcPct val="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1218584" rtl="0" eaLnBrk="1" latinLnBrk="0" hangingPunct="1">
        <a:defRPr sz="2400" kern="1200">
          <a:solidFill>
            <a:schemeClr val="tx1"/>
          </a:solidFill>
          <a:latin typeface="+mn-lt"/>
          <a:ea typeface="+mn-ea"/>
          <a:cs typeface="+mn-cs"/>
        </a:defRPr>
      </a:lvl1pPr>
      <a:lvl2pPr marL="609279" algn="l" defTabSz="1218584" rtl="0" eaLnBrk="1" latinLnBrk="0" hangingPunct="1">
        <a:defRPr sz="2400" kern="1200">
          <a:solidFill>
            <a:schemeClr val="tx1"/>
          </a:solidFill>
          <a:latin typeface="+mn-lt"/>
          <a:ea typeface="+mn-ea"/>
          <a:cs typeface="+mn-cs"/>
        </a:defRPr>
      </a:lvl2pPr>
      <a:lvl3pPr marL="1218584" algn="l" defTabSz="1218584" rtl="0" eaLnBrk="1" latinLnBrk="0" hangingPunct="1">
        <a:defRPr sz="2400" kern="1200">
          <a:solidFill>
            <a:schemeClr val="tx1"/>
          </a:solidFill>
          <a:latin typeface="+mn-lt"/>
          <a:ea typeface="+mn-ea"/>
          <a:cs typeface="+mn-cs"/>
        </a:defRPr>
      </a:lvl3pPr>
      <a:lvl4pPr marL="1827873" algn="l" defTabSz="1218584" rtl="0" eaLnBrk="1" latinLnBrk="0" hangingPunct="1">
        <a:defRPr sz="2400" kern="1200">
          <a:solidFill>
            <a:schemeClr val="tx1"/>
          </a:solidFill>
          <a:latin typeface="+mn-lt"/>
          <a:ea typeface="+mn-ea"/>
          <a:cs typeface="+mn-cs"/>
        </a:defRPr>
      </a:lvl4pPr>
      <a:lvl5pPr marL="2437170" algn="l" defTabSz="1218584" rtl="0" eaLnBrk="1" latinLnBrk="0" hangingPunct="1">
        <a:defRPr sz="2400" kern="1200">
          <a:solidFill>
            <a:schemeClr val="tx1"/>
          </a:solidFill>
          <a:latin typeface="+mn-lt"/>
          <a:ea typeface="+mn-ea"/>
          <a:cs typeface="+mn-cs"/>
        </a:defRPr>
      </a:lvl5pPr>
      <a:lvl6pPr marL="3046449" algn="l" defTabSz="1218584" rtl="0" eaLnBrk="1" latinLnBrk="0" hangingPunct="1">
        <a:defRPr sz="2400" kern="1200">
          <a:solidFill>
            <a:schemeClr val="tx1"/>
          </a:solidFill>
          <a:latin typeface="+mn-lt"/>
          <a:ea typeface="+mn-ea"/>
          <a:cs typeface="+mn-cs"/>
        </a:defRPr>
      </a:lvl6pPr>
      <a:lvl7pPr marL="3655727" algn="l" defTabSz="1218584" rtl="0" eaLnBrk="1" latinLnBrk="0" hangingPunct="1">
        <a:defRPr sz="2400" kern="1200">
          <a:solidFill>
            <a:schemeClr val="tx1"/>
          </a:solidFill>
          <a:latin typeface="+mn-lt"/>
          <a:ea typeface="+mn-ea"/>
          <a:cs typeface="+mn-cs"/>
        </a:defRPr>
      </a:lvl7pPr>
      <a:lvl8pPr marL="4265024" algn="l" defTabSz="1218584" rtl="0" eaLnBrk="1" latinLnBrk="0" hangingPunct="1">
        <a:defRPr sz="2400" kern="1200">
          <a:solidFill>
            <a:schemeClr val="tx1"/>
          </a:solidFill>
          <a:latin typeface="+mn-lt"/>
          <a:ea typeface="+mn-ea"/>
          <a:cs typeface="+mn-cs"/>
        </a:defRPr>
      </a:lvl8pPr>
      <a:lvl9pPr marL="4874311" algn="l" defTabSz="1218584" rtl="0" eaLnBrk="1" latinLnBrk="0" hangingPunct="1">
        <a:defRPr sz="24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9" descr="d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6224589"/>
            <a:ext cx="1220311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Box 8"/>
          <p:cNvSpPr txBox="1">
            <a:spLocks noChangeArrowheads="1"/>
          </p:cNvSpPr>
          <p:nvPr/>
        </p:nvSpPr>
        <p:spPr bwMode="auto">
          <a:xfrm>
            <a:off x="870177" y="6438901"/>
            <a:ext cx="261370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0124" tIns="40063" rIns="80124" bIns="40063">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200">
                <a:solidFill>
                  <a:srgbClr val="000000"/>
                </a:solidFill>
                <a:latin typeface="FrutigerNext LT Bold" panose="020B0803040504020204" pitchFamily="34" charset="0"/>
              </a:rPr>
              <a:t>HUAWEI TECHNOLOGIES CO., LTD.</a:t>
            </a:r>
            <a:endParaRPr lang="en-US" altLang="zh-CN" sz="2200">
              <a:solidFill>
                <a:srgbClr val="000000"/>
              </a:solidFill>
              <a:latin typeface="Arial" panose="020B0604020202020204" pitchFamily="34" charset="0"/>
            </a:endParaRPr>
          </a:p>
        </p:txBody>
      </p:sp>
      <p:pic>
        <p:nvPicPr>
          <p:cNvPr id="1028" name="Picture 9" descr="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14971" y="6399214"/>
            <a:ext cx="174829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Grp="1" noChangeArrowheads="1"/>
          </p:cNvSpPr>
          <p:nvPr>
            <p:ph type="dt" sz="half" idx="2"/>
          </p:nvPr>
        </p:nvSpPr>
        <p:spPr bwMode="auto">
          <a:xfrm>
            <a:off x="8484222" y="6669088"/>
            <a:ext cx="2796315" cy="4556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85000"/>
              </a:lnSpc>
              <a:defRPr sz="1200">
                <a:solidFill>
                  <a:schemeClr val="tx1"/>
                </a:solidFill>
                <a:latin typeface="FrutigerNext LT Bold" panose="020B0803040504020204" pitchFamily="34" charset="0"/>
              </a:defRPr>
            </a:lvl1pPr>
          </a:lstStyle>
          <a:p>
            <a:pPr eaLnBrk="0" hangingPunct="0">
              <a:defRPr/>
            </a:pPr>
            <a:r>
              <a:rPr lang="de-DE" altLang="zh-CN">
                <a:solidFill>
                  <a:srgbClr val="000000"/>
                </a:solidFill>
                <a:ea typeface="MS PGothic" panose="020B0600070205080204" pitchFamily="34" charset="-128"/>
              </a:rPr>
              <a:t>Page </a:t>
            </a:r>
            <a:fld id="{393C2855-DBEA-4997-AA7E-41374F88825F}" type="slidenum">
              <a:rPr lang="de-DE" altLang="zh-CN">
                <a:solidFill>
                  <a:srgbClr val="000000"/>
                </a:solidFill>
                <a:ea typeface="MS PGothic" panose="020B0600070205080204" pitchFamily="34" charset="-128"/>
              </a:rPr>
              <a:pPr eaLnBrk="0" hangingPunct="0">
                <a:defRPr/>
              </a:pPr>
              <a:t>‹#›</a:t>
            </a:fld>
            <a:endParaRPr lang="en-GB" altLang="zh-CN">
              <a:solidFill>
                <a:srgbClr val="000000"/>
              </a:solidFill>
              <a:ea typeface="MS PGothic" panose="020B0600070205080204" pitchFamily="34" charset="-128"/>
            </a:endParaRPr>
          </a:p>
        </p:txBody>
      </p:sp>
      <p:sp>
        <p:nvSpPr>
          <p:cNvPr id="1030" name="Rectangle 13"/>
          <p:cNvSpPr>
            <a:spLocks noGrp="1" noChangeArrowheads="1"/>
          </p:cNvSpPr>
          <p:nvPr>
            <p:ph type="title"/>
          </p:nvPr>
        </p:nvSpPr>
        <p:spPr bwMode="auto">
          <a:xfrm>
            <a:off x="870177" y="115889"/>
            <a:ext cx="10329377"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39" tIns="40069" rIns="80139" bIns="40069" numCol="1" anchor="ctr" anchorCtr="0" compatLnSpc="1">
            <a:prstTxWarp prst="textNoShape">
              <a:avLst/>
            </a:prstTxWarp>
          </a:bodyPr>
          <a:lstStyle/>
          <a:p>
            <a:pPr lvl="0"/>
            <a:r>
              <a:rPr lang="zh-CN" altLang="en-US"/>
              <a:t>单击此处编辑母版标题样式</a:t>
            </a:r>
          </a:p>
        </p:txBody>
      </p:sp>
      <p:sp>
        <p:nvSpPr>
          <p:cNvPr id="1031" name="Rectangle 21"/>
          <p:cNvSpPr>
            <a:spLocks noChangeArrowheads="1"/>
          </p:cNvSpPr>
          <p:nvPr/>
        </p:nvSpPr>
        <p:spPr bwMode="auto">
          <a:xfrm>
            <a:off x="4177800" y="6438901"/>
            <a:ext cx="3777646"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0092" tIns="40044" rIns="80092" bIns="40044">
            <a:spAutoFit/>
          </a:bodyPr>
          <a:lstStyle>
            <a:lvl1pPr defTabSz="801688">
              <a:defRPr sz="1400">
                <a:solidFill>
                  <a:schemeClr val="bg1"/>
                </a:solidFill>
                <a:latin typeface="FrutigerNext LT Regular" panose="020B0503040504020204" pitchFamily="34" charset="0"/>
                <a:ea typeface="MS PGothic" panose="020B0600070205080204" pitchFamily="34" charset="-128"/>
              </a:defRPr>
            </a:lvl1pPr>
            <a:lvl2pPr marL="742950" indent="-285750" defTabSz="801688">
              <a:defRPr sz="1400">
                <a:solidFill>
                  <a:schemeClr val="bg1"/>
                </a:solidFill>
                <a:latin typeface="FrutigerNext LT Regular" panose="020B0503040504020204" pitchFamily="34" charset="0"/>
                <a:ea typeface="MS PGothic" panose="020B0600070205080204" pitchFamily="34" charset="-128"/>
              </a:defRPr>
            </a:lvl2pPr>
            <a:lvl3pPr marL="1143000" indent="-228600" defTabSz="801688">
              <a:defRPr sz="1400">
                <a:solidFill>
                  <a:schemeClr val="bg1"/>
                </a:solidFill>
                <a:latin typeface="FrutigerNext LT Regular" panose="020B0503040504020204" pitchFamily="34" charset="0"/>
                <a:ea typeface="MS PGothic" panose="020B0600070205080204" pitchFamily="34" charset="-128"/>
              </a:defRPr>
            </a:lvl3pPr>
            <a:lvl4pPr marL="1600200" indent="-228600" defTabSz="801688">
              <a:defRPr sz="1400">
                <a:solidFill>
                  <a:schemeClr val="bg1"/>
                </a:solidFill>
                <a:latin typeface="FrutigerNext LT Regular" panose="020B0503040504020204" pitchFamily="34" charset="0"/>
                <a:ea typeface="MS PGothic" panose="020B0600070205080204" pitchFamily="34" charset="-128"/>
              </a:defRPr>
            </a:lvl4pPr>
            <a:lvl5pPr marL="2057400" indent="-228600" defTabSz="801688">
              <a:defRPr sz="1400">
                <a:solidFill>
                  <a:schemeClr val="bg1"/>
                </a:solidFill>
                <a:latin typeface="FrutigerNext LT Regular" panose="020B0503040504020204" pitchFamily="34" charset="0"/>
                <a:ea typeface="MS PGothic"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eaLnBrk="0" hangingPunct="0">
              <a:defRPr/>
            </a:pPr>
            <a:r>
              <a:rPr lang="en-US" altLang="zh-CN" sz="1400" b="1">
                <a:solidFill>
                  <a:srgbClr val="000000"/>
                </a:solidFill>
              </a:rPr>
              <a:t>Huawei Proprietary - Restricted Distribution</a:t>
            </a:r>
            <a:endParaRPr lang="en-US" altLang="zh-CN" sz="1200" b="1">
              <a:solidFill>
                <a:srgbClr val="000000"/>
              </a:solidFill>
              <a:latin typeface="FrutigerNext LT Bold" panose="020B0803040504020204" pitchFamily="34" charset="0"/>
            </a:endParaRPr>
          </a:p>
        </p:txBody>
      </p:sp>
      <p:sp>
        <p:nvSpPr>
          <p:cNvPr id="1032" name="Rectangle 22"/>
          <p:cNvSpPr>
            <a:spLocks noChangeArrowheads="1"/>
          </p:cNvSpPr>
          <p:nvPr/>
        </p:nvSpPr>
        <p:spPr bwMode="auto">
          <a:xfrm>
            <a:off x="-2545425" y="528638"/>
            <a:ext cx="2461266" cy="530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4" tIns="40063" rIns="80124" bIns="40063"/>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英文标题</a:t>
            </a:r>
            <a:r>
              <a:rPr lang="en-US" altLang="zh-CN" sz="1100">
                <a:solidFill>
                  <a:srgbClr val="FFFFFF"/>
                </a:solidFill>
                <a:latin typeface="Arial" panose="020B0604020202020204" pitchFamily="34" charset="0"/>
                <a:ea typeface="华文细黑" panose="02010600040101010101" pitchFamily="2" charset="-122"/>
              </a:rPr>
              <a:t>:32-35pt  </a:t>
            </a: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 R153 G0 B0</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内部使用字体 </a:t>
            </a:r>
            <a:r>
              <a:rPr lang="en-US" altLang="zh-CN" sz="1100">
                <a:solidFill>
                  <a:srgbClr val="FFFFFF"/>
                </a:solidFill>
                <a:ea typeface="华文细黑" panose="02010600040101010101" pitchFamily="2" charset="-122"/>
              </a:rPr>
              <a:t>:</a:t>
            </a:r>
          </a:p>
          <a:p>
            <a:pPr algn="r">
              <a:lnSpc>
                <a:spcPct val="125000"/>
              </a:lnSpc>
              <a:buClr>
                <a:srgbClr val="777777"/>
              </a:buClr>
              <a:buSzPct val="60000"/>
              <a:buFont typeface="Wingdings" panose="05000000000000000000" pitchFamily="2" charset="2"/>
              <a:buNone/>
              <a:defRPr/>
            </a:pPr>
            <a:r>
              <a:rPr lang="en-US" altLang="zh-CN" sz="1100">
                <a:solidFill>
                  <a:srgbClr val="FFFFFF"/>
                </a:solidFill>
                <a:ea typeface="华文细黑" panose="02010600040101010101" pitchFamily="2" charset="-122"/>
              </a:rPr>
              <a:t>FrutigerNext LT Medium</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外部使用字体 </a:t>
            </a:r>
            <a:r>
              <a:rPr lang="en-US" altLang="zh-CN" sz="1100">
                <a:solidFill>
                  <a:srgbClr val="FFFFFF"/>
                </a:solidFill>
                <a:ea typeface="华文细黑" panose="02010600040101010101" pitchFamily="2" charset="-122"/>
              </a:rPr>
              <a:t>: Arial</a:t>
            </a:r>
          </a:p>
          <a:p>
            <a:pPr algn="r">
              <a:lnSpc>
                <a:spcPct val="7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中文标题</a:t>
            </a:r>
            <a:r>
              <a:rPr lang="en-US" altLang="zh-CN" sz="1100">
                <a:solidFill>
                  <a:srgbClr val="FFFFFF"/>
                </a:solidFill>
                <a:latin typeface="Arial" panose="020B0604020202020204" pitchFamily="34" charset="0"/>
                <a:ea typeface="华文细黑" panose="02010600040101010101" pitchFamily="2" charset="-122"/>
              </a:rPr>
              <a:t>:30-32pt  </a:t>
            </a: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 R153 G0 B0</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黑体</a:t>
            </a: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英文正文</a:t>
            </a:r>
            <a:r>
              <a:rPr lang="en-US" altLang="zh-CN" sz="1100">
                <a:solidFill>
                  <a:srgbClr val="FFFFFF"/>
                </a:solidFill>
                <a:latin typeface="Arial" panose="020B0604020202020204" pitchFamily="34" charset="0"/>
                <a:ea typeface="华文细黑" panose="02010600040101010101" pitchFamily="2" charset="-122"/>
              </a:rPr>
              <a:t>:20-22pt</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子目录 </a:t>
            </a:r>
            <a:r>
              <a:rPr lang="en-US" altLang="zh-CN" sz="1100">
                <a:solidFill>
                  <a:srgbClr val="FFFFFF"/>
                </a:solidFill>
                <a:latin typeface="Arial" panose="020B0604020202020204" pitchFamily="34" charset="0"/>
                <a:ea typeface="华文细黑" panose="02010600040101010101" pitchFamily="2" charset="-122"/>
              </a:rPr>
              <a:t>(2-5</a:t>
            </a:r>
            <a:r>
              <a:rPr lang="zh-CN" altLang="en-US" sz="1100">
                <a:solidFill>
                  <a:srgbClr val="FFFFFF"/>
                </a:solidFill>
                <a:latin typeface="Arial" panose="020B0604020202020204" pitchFamily="34" charset="0"/>
                <a:ea typeface="华文细黑" panose="02010600040101010101" pitchFamily="2" charset="-122"/>
              </a:rPr>
              <a:t>级</a:t>
            </a:r>
            <a:r>
              <a:rPr lang="en-US" altLang="zh-CN" sz="1100">
                <a:solidFill>
                  <a:srgbClr val="FFFFFF"/>
                </a:solidFill>
                <a:latin typeface="Arial" panose="020B0604020202020204" pitchFamily="34" charset="0"/>
                <a:ea typeface="华文细黑" panose="02010600040101010101" pitchFamily="2" charset="-122"/>
              </a:rPr>
              <a:t>) :18pt  </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黑色</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内部使用字体 </a:t>
            </a:r>
            <a:r>
              <a:rPr lang="en-US" altLang="zh-CN" sz="1100">
                <a:solidFill>
                  <a:srgbClr val="FFFFFF"/>
                </a:solidFill>
                <a:ea typeface="华文细黑" panose="02010600040101010101" pitchFamily="2" charset="-122"/>
              </a:rPr>
              <a:t>:</a:t>
            </a:r>
          </a:p>
          <a:p>
            <a:pPr algn="r">
              <a:lnSpc>
                <a:spcPct val="125000"/>
              </a:lnSpc>
              <a:buClr>
                <a:srgbClr val="777777"/>
              </a:buClr>
              <a:buSzPct val="60000"/>
              <a:buFont typeface="Wingdings" panose="05000000000000000000" pitchFamily="2" charset="2"/>
              <a:buNone/>
              <a:defRPr/>
            </a:pPr>
            <a:r>
              <a:rPr lang="en-US" altLang="zh-CN" sz="1100">
                <a:solidFill>
                  <a:srgbClr val="FFFFFF"/>
                </a:solidFill>
                <a:ea typeface="华文细黑" panose="02010600040101010101" pitchFamily="2" charset="-122"/>
              </a:rPr>
              <a:t>FrutigerNext LT Regular</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ea typeface="华文细黑" panose="02010600040101010101" pitchFamily="2" charset="-122"/>
              </a:rPr>
              <a:t>外部使用字体 </a:t>
            </a:r>
            <a:r>
              <a:rPr lang="en-US" altLang="zh-CN" sz="1100">
                <a:solidFill>
                  <a:srgbClr val="FFFFFF"/>
                </a:solidFill>
                <a:ea typeface="华文细黑" panose="02010600040101010101" pitchFamily="2" charset="-122"/>
              </a:rPr>
              <a:t>: Arial</a:t>
            </a:r>
          </a:p>
          <a:p>
            <a:pPr algn="r">
              <a:lnSpc>
                <a:spcPct val="7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中文正文</a:t>
            </a:r>
            <a:r>
              <a:rPr lang="en-US" altLang="zh-CN" sz="1100">
                <a:solidFill>
                  <a:srgbClr val="FFFFFF"/>
                </a:solidFill>
                <a:latin typeface="Arial" panose="020B0604020202020204" pitchFamily="34" charset="0"/>
                <a:ea typeface="华文细黑" panose="02010600040101010101" pitchFamily="2" charset="-122"/>
              </a:rPr>
              <a:t>:18-20pt</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子目录</a:t>
            </a:r>
            <a:r>
              <a:rPr lang="en-US" altLang="zh-CN" sz="1100">
                <a:solidFill>
                  <a:srgbClr val="FFFFFF"/>
                </a:solidFill>
                <a:latin typeface="Arial" panose="020B0604020202020204" pitchFamily="34" charset="0"/>
                <a:ea typeface="华文细黑" panose="02010600040101010101" pitchFamily="2" charset="-122"/>
              </a:rPr>
              <a:t>(2-5</a:t>
            </a:r>
            <a:r>
              <a:rPr lang="zh-CN" altLang="en-US" sz="1100">
                <a:solidFill>
                  <a:srgbClr val="FFFFFF"/>
                </a:solidFill>
                <a:latin typeface="Arial" panose="020B0604020202020204" pitchFamily="34" charset="0"/>
                <a:ea typeface="华文细黑" panose="02010600040101010101" pitchFamily="2" charset="-122"/>
              </a:rPr>
              <a:t>级</a:t>
            </a:r>
            <a:r>
              <a:rPr lang="en-US" altLang="zh-CN" sz="1100">
                <a:solidFill>
                  <a:srgbClr val="FFFFFF"/>
                </a:solidFill>
                <a:latin typeface="Arial" panose="020B0604020202020204" pitchFamily="34" charset="0"/>
                <a:ea typeface="华文细黑" panose="02010600040101010101" pitchFamily="2" charset="-122"/>
              </a:rPr>
              <a:t>):18pt </a:t>
            </a: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颜色</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黑色</a:t>
            </a:r>
          </a:p>
          <a:p>
            <a:pPr algn="r">
              <a:lnSpc>
                <a:spcPct val="125000"/>
              </a:lnSpc>
              <a:buClr>
                <a:srgbClr val="777777"/>
              </a:buClr>
              <a:buSzPct val="60000"/>
              <a:buFont typeface="Wingdings" panose="05000000000000000000" pitchFamily="2" charset="2"/>
              <a:buNone/>
              <a:defRPr/>
            </a:pPr>
            <a:r>
              <a:rPr lang="zh-CN" altLang="en-US" sz="1100">
                <a:solidFill>
                  <a:srgbClr val="FFFFFF"/>
                </a:solidFill>
                <a:latin typeface="Arial" panose="020B0604020202020204" pitchFamily="34" charset="0"/>
                <a:ea typeface="华文细黑" panose="02010600040101010101" pitchFamily="2" charset="-122"/>
              </a:rPr>
              <a:t>字体</a:t>
            </a:r>
            <a:r>
              <a:rPr lang="en-US" altLang="zh-CN" sz="1100">
                <a:solidFill>
                  <a:srgbClr val="FFFFFF"/>
                </a:solidFill>
                <a:latin typeface="Arial" panose="020B0604020202020204" pitchFamily="34" charset="0"/>
                <a:ea typeface="华文细黑" panose="02010600040101010101" pitchFamily="2" charset="-122"/>
              </a:rPr>
              <a:t>:</a:t>
            </a:r>
            <a:r>
              <a:rPr lang="zh-CN" altLang="en-US" sz="1100">
                <a:solidFill>
                  <a:srgbClr val="FFFFFF"/>
                </a:solidFill>
                <a:latin typeface="Arial" panose="020B0604020202020204" pitchFamily="34" charset="0"/>
                <a:ea typeface="华文细黑" panose="02010600040101010101" pitchFamily="2" charset="-122"/>
              </a:rPr>
              <a:t>细黑体 </a:t>
            </a: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en-US" altLang="zh-CN" sz="1100">
              <a:solidFill>
                <a:srgbClr val="FFFFFF"/>
              </a:solidFill>
              <a:latin typeface="Arial" panose="020B0604020202020204" pitchFamily="34" charset="0"/>
              <a:ea typeface="华文细黑" panose="02010600040101010101" pitchFamily="2" charset="-122"/>
            </a:endParaRPr>
          </a:p>
          <a:p>
            <a:pPr algn="r">
              <a:lnSpc>
                <a:spcPct val="125000"/>
              </a:lnSpc>
              <a:buClr>
                <a:srgbClr val="777777"/>
              </a:buClr>
              <a:buSzPct val="60000"/>
              <a:buFont typeface="Wingdings" panose="05000000000000000000" pitchFamily="2" charset="2"/>
              <a:buNone/>
              <a:defRPr/>
            </a:pPr>
            <a:endParaRPr lang="zh-CN" altLang="en-US" sz="1100">
              <a:solidFill>
                <a:srgbClr val="000000"/>
              </a:solidFill>
              <a:latin typeface="Arial" panose="020B0604020202020204" pitchFamily="34" charset="0"/>
              <a:ea typeface="华文细黑" panose="02010600040101010101" pitchFamily="2" charset="-122"/>
            </a:endParaRPr>
          </a:p>
        </p:txBody>
      </p:sp>
      <p:sp>
        <p:nvSpPr>
          <p:cNvPr id="1033" name="Rectangle 62"/>
          <p:cNvSpPr>
            <a:spLocks noChangeArrowheads="1"/>
          </p:cNvSpPr>
          <p:nvPr/>
        </p:nvSpPr>
        <p:spPr bwMode="auto">
          <a:xfrm>
            <a:off x="12269808" y="1423988"/>
            <a:ext cx="1398951"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4" tIns="40063" rIns="80124" bIns="40063"/>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nSpc>
                <a:spcPct val="120000"/>
              </a:lnSpc>
              <a:buClr>
                <a:srgbClr val="777777"/>
              </a:buClr>
              <a:buSzPct val="60000"/>
              <a:buFont typeface="Wingdings" panose="05000000000000000000" pitchFamily="2" charset="2"/>
              <a:buNone/>
              <a:defRPr/>
            </a:pPr>
            <a:r>
              <a:rPr lang="zh-CN" altLang="en-US" sz="1100">
                <a:solidFill>
                  <a:srgbClr val="FFFFFF"/>
                </a:solidFill>
                <a:latin typeface="华文细黑" panose="02010600040101010101" pitchFamily="2" charset="-122"/>
                <a:ea typeface="华文细黑" panose="02010600040101010101" pitchFamily="2" charset="-122"/>
              </a:rPr>
              <a:t>配色参考方案：</a:t>
            </a:r>
          </a:p>
          <a:p>
            <a:pPr>
              <a:lnSpc>
                <a:spcPct val="120000"/>
              </a:lnSpc>
              <a:buClr>
                <a:srgbClr val="777777"/>
              </a:buClr>
              <a:buSzPct val="60000"/>
              <a:buFont typeface="Wingdings" panose="05000000000000000000" pitchFamily="2" charset="2"/>
              <a:buNone/>
              <a:defRPr/>
            </a:pPr>
            <a:r>
              <a:rPr lang="zh-CN" altLang="en-US" sz="1100">
                <a:solidFill>
                  <a:srgbClr val="FFFFFF"/>
                </a:solidFill>
                <a:latin typeface="华文细黑" panose="02010600040101010101" pitchFamily="2" charset="-122"/>
                <a:ea typeface="华文细黑" panose="02010600040101010101" pitchFamily="2" charset="-122"/>
              </a:rPr>
              <a:t>建议同一页面内不超过四种颜色，以下是</a:t>
            </a:r>
            <a:r>
              <a:rPr lang="en-US" altLang="zh-CN" sz="1100">
                <a:solidFill>
                  <a:srgbClr val="FFFFFF"/>
                </a:solidFill>
                <a:latin typeface="华文细黑" panose="02010600040101010101" pitchFamily="2" charset="-122"/>
                <a:ea typeface="华文细黑" panose="02010600040101010101" pitchFamily="2" charset="-122"/>
              </a:rPr>
              <a:t>13</a:t>
            </a:r>
            <a:r>
              <a:rPr lang="zh-CN" altLang="en-US" sz="1100">
                <a:solidFill>
                  <a:srgbClr val="FFFFFF"/>
                </a:solidFill>
                <a:latin typeface="华文细黑" panose="02010600040101010101" pitchFamily="2" charset="-122"/>
                <a:ea typeface="华文细黑" panose="02010600040101010101" pitchFamily="2" charset="-122"/>
              </a:rPr>
              <a:t>组配色方案，同一页面内只选择一组使用。（仅供参考）</a:t>
            </a:r>
          </a:p>
          <a:p>
            <a:pPr>
              <a:lnSpc>
                <a:spcPct val="125000"/>
              </a:lnSpc>
              <a:buClr>
                <a:srgbClr val="777777"/>
              </a:buClr>
              <a:buSzPct val="60000"/>
              <a:buFont typeface="Wingdings" panose="05000000000000000000" pitchFamily="2" charset="2"/>
              <a:buNone/>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zh-CN" altLang="en-US" sz="1100">
              <a:solidFill>
                <a:srgbClr val="FFFFFF"/>
              </a:solidFill>
              <a:latin typeface="华文细黑" panose="02010600040101010101" pitchFamily="2" charset="-122"/>
              <a:ea typeface="华文细黑" panose="02010600040101010101" pitchFamily="2" charset="-122"/>
            </a:endParaRPr>
          </a:p>
        </p:txBody>
      </p:sp>
      <p:sp>
        <p:nvSpPr>
          <p:cNvPr id="1034" name="Rectangle 65"/>
          <p:cNvSpPr>
            <a:spLocks noChangeArrowheads="1"/>
          </p:cNvSpPr>
          <p:nvPr/>
        </p:nvSpPr>
        <p:spPr bwMode="auto">
          <a:xfrm>
            <a:off x="12269808" y="-61913"/>
            <a:ext cx="1398951" cy="83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24" tIns="40063" rIns="80124" bIns="40063"/>
          <a:lstStyle>
            <a:lvl1pPr defTabSz="801688">
              <a:defRPr sz="1400">
                <a:solidFill>
                  <a:schemeClr val="bg1"/>
                </a:solidFill>
                <a:latin typeface="FrutigerNext LT Regular" panose="020B0503040504020204" pitchFamily="34" charset="0"/>
                <a:ea typeface="ＭＳ Ｐゴシック" panose="020B0600070205080204" pitchFamily="34" charset="-128"/>
              </a:defRPr>
            </a:lvl1pPr>
            <a:lvl2pPr marL="742950" indent="-285750" defTabSz="801688">
              <a:defRPr sz="1400">
                <a:solidFill>
                  <a:schemeClr val="bg1"/>
                </a:solidFill>
                <a:latin typeface="FrutigerNext LT Regular" panose="020B0503040504020204" pitchFamily="34" charset="0"/>
                <a:ea typeface="ＭＳ Ｐゴシック" panose="020B0600070205080204" pitchFamily="34" charset="-128"/>
              </a:defRPr>
            </a:lvl2pPr>
            <a:lvl3pPr marL="1143000" indent="-228600" defTabSz="801688">
              <a:defRPr sz="1400">
                <a:solidFill>
                  <a:schemeClr val="bg1"/>
                </a:solidFill>
                <a:latin typeface="FrutigerNext LT Regular" panose="020B0503040504020204" pitchFamily="34" charset="0"/>
                <a:ea typeface="ＭＳ Ｐゴシック" panose="020B0600070205080204" pitchFamily="34" charset="-128"/>
              </a:defRPr>
            </a:lvl3pPr>
            <a:lvl4pPr marL="1600200" indent="-228600" defTabSz="801688">
              <a:defRPr sz="1400">
                <a:solidFill>
                  <a:schemeClr val="bg1"/>
                </a:solidFill>
                <a:latin typeface="FrutigerNext LT Regular" panose="020B0503040504020204" pitchFamily="34" charset="0"/>
                <a:ea typeface="ＭＳ Ｐゴシック" panose="020B0600070205080204" pitchFamily="34" charset="-128"/>
              </a:defRPr>
            </a:lvl4pPr>
            <a:lvl5pPr marL="2057400" indent="-228600" defTabSz="801688">
              <a:defRPr sz="1400">
                <a:solidFill>
                  <a:schemeClr val="bg1"/>
                </a:solidFill>
                <a:latin typeface="FrutigerNext LT Regular" panose="020B0503040504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1400">
                <a:solidFill>
                  <a:schemeClr val="bg1"/>
                </a:solidFill>
                <a:latin typeface="FrutigerNext LT Regular" panose="020B0503040504020204" pitchFamily="34" charset="0"/>
                <a:ea typeface="ＭＳ Ｐゴシック" panose="020B0600070205080204" pitchFamily="34" charset="-128"/>
              </a:defRPr>
            </a:lvl9pPr>
          </a:lstStyle>
          <a:p>
            <a:pPr>
              <a:lnSpc>
                <a:spcPct val="120000"/>
              </a:lnSpc>
              <a:buClr>
                <a:srgbClr val="777777"/>
              </a:buClr>
              <a:buSzPct val="60000"/>
              <a:buFont typeface="Wingdings" panose="05000000000000000000" pitchFamily="2" charset="2"/>
              <a:buNone/>
              <a:defRPr/>
            </a:pPr>
            <a:r>
              <a:rPr lang="zh-CN" altLang="en-US" sz="1100">
                <a:solidFill>
                  <a:srgbClr val="FFFFFF"/>
                </a:solidFill>
                <a:latin typeface="华文细黑" panose="02010600040101010101" pitchFamily="2" charset="-122"/>
                <a:ea typeface="华文细黑" panose="02010600040101010101" pitchFamily="2" charset="-122"/>
              </a:rPr>
              <a:t>客户或者合作伙伴的标志放在右上角</a:t>
            </a:r>
            <a:r>
              <a:rPr lang="en-US" altLang="zh-CN" sz="1100">
                <a:solidFill>
                  <a:srgbClr val="FFFFFF"/>
                </a:solidFill>
                <a:latin typeface="华文细黑" panose="02010600040101010101" pitchFamily="2" charset="-122"/>
                <a:ea typeface="华文细黑" panose="02010600040101010101" pitchFamily="2" charset="-122"/>
              </a:rPr>
              <a:t>.</a:t>
            </a:r>
          </a:p>
          <a:p>
            <a:pPr>
              <a:lnSpc>
                <a:spcPct val="125000"/>
              </a:lnSpc>
              <a:buClr>
                <a:srgbClr val="777777"/>
              </a:buClr>
              <a:buSzPct val="60000"/>
              <a:buFont typeface="Wingdings" panose="05000000000000000000" pitchFamily="2" charset="2"/>
              <a:buNone/>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en-US" altLang="zh-CN" sz="1100">
              <a:solidFill>
                <a:srgbClr val="FFFFFF"/>
              </a:solidFill>
              <a:latin typeface="华文细黑" panose="02010600040101010101" pitchFamily="2" charset="-122"/>
              <a:ea typeface="华文细黑" panose="02010600040101010101" pitchFamily="2" charset="-122"/>
            </a:endParaRPr>
          </a:p>
          <a:p>
            <a:pPr>
              <a:lnSpc>
                <a:spcPct val="125000"/>
              </a:lnSpc>
              <a:buClr>
                <a:srgbClr val="777777"/>
              </a:buClr>
              <a:buSzPct val="60000"/>
              <a:buFont typeface="Wingdings" panose="05000000000000000000" pitchFamily="2" charset="2"/>
              <a:buChar char="l"/>
              <a:defRPr/>
            </a:pPr>
            <a:endParaRPr lang="zh-CN" altLang="en-US" sz="1100">
              <a:solidFill>
                <a:srgbClr val="FFFFFF"/>
              </a:solidFill>
              <a:latin typeface="华文细黑" panose="02010600040101010101" pitchFamily="2" charset="-122"/>
              <a:ea typeface="华文细黑" panose="02010600040101010101" pitchFamily="2" charset="-122"/>
            </a:endParaRPr>
          </a:p>
        </p:txBody>
      </p:sp>
      <p:sp>
        <p:nvSpPr>
          <p:cNvPr id="1035" name="Rectangle 68"/>
          <p:cNvSpPr>
            <a:spLocks noGrp="1" noChangeArrowheads="1"/>
          </p:cNvSpPr>
          <p:nvPr>
            <p:ph type="body" idx="1"/>
          </p:nvPr>
        </p:nvSpPr>
        <p:spPr bwMode="auto">
          <a:xfrm>
            <a:off x="870177" y="1641475"/>
            <a:ext cx="10575503"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152" tIns="40076" rIns="80152" bIns="40076"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6" name="Rectangle 80"/>
          <p:cNvSpPr>
            <a:spLocks noChangeArrowheads="1"/>
          </p:cNvSpPr>
          <p:nvPr/>
        </p:nvSpPr>
        <p:spPr bwMode="auto">
          <a:xfrm>
            <a:off x="12361906" y="5021264"/>
            <a:ext cx="1225869" cy="306387"/>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1425" tIns="45712" rIns="91425" bIns="45712" anchor="ctr">
            <a:spAutoFit/>
          </a:bodyP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nvGrpSpPr>
          <p:cNvPr id="1037" name="Group 81"/>
          <p:cNvGrpSpPr>
            <a:grpSpLocks/>
          </p:cNvGrpSpPr>
          <p:nvPr/>
        </p:nvGrpSpPr>
        <p:grpSpPr bwMode="auto">
          <a:xfrm>
            <a:off x="12476237" y="3789363"/>
            <a:ext cx="987682" cy="182562"/>
            <a:chOff x="5893" y="2387"/>
            <a:chExt cx="466" cy="115"/>
          </a:xfrm>
        </p:grpSpPr>
        <p:sp>
          <p:nvSpPr>
            <p:cNvPr id="1098" name="Rectangle 82"/>
            <p:cNvSpPr>
              <a:spLocks noChangeArrowheads="1"/>
            </p:cNvSpPr>
            <p:nvPr userDrawn="1"/>
          </p:nvSpPr>
          <p:spPr bwMode="auto">
            <a:xfrm flipV="1">
              <a:off x="6010" y="2387"/>
              <a:ext cx="116"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9" name="Rectangle 83"/>
            <p:cNvSpPr>
              <a:spLocks noChangeArrowheads="1"/>
            </p:cNvSpPr>
            <p:nvPr userDrawn="1"/>
          </p:nvSpPr>
          <p:spPr bwMode="auto">
            <a:xfrm flipV="1">
              <a:off x="6126" y="2387"/>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100" name="Rectangle 84"/>
            <p:cNvSpPr>
              <a:spLocks noChangeArrowheads="1"/>
            </p:cNvSpPr>
            <p:nvPr userDrawn="1"/>
          </p:nvSpPr>
          <p:spPr bwMode="auto">
            <a:xfrm flipV="1">
              <a:off x="6242" y="2387"/>
              <a:ext cx="117" cy="115"/>
            </a:xfrm>
            <a:prstGeom prst="rect">
              <a:avLst/>
            </a:prstGeom>
            <a:solidFill>
              <a:srgbClr val="99660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101" name="Rectangle 85"/>
            <p:cNvSpPr>
              <a:spLocks noChangeArrowheads="1"/>
            </p:cNvSpPr>
            <p:nvPr userDrawn="1"/>
          </p:nvSpPr>
          <p:spPr bwMode="auto">
            <a:xfrm flipV="1">
              <a:off x="5893" y="2387"/>
              <a:ext cx="117"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38" name="Group 86"/>
          <p:cNvGrpSpPr>
            <a:grpSpLocks/>
          </p:cNvGrpSpPr>
          <p:nvPr/>
        </p:nvGrpSpPr>
        <p:grpSpPr bwMode="auto">
          <a:xfrm>
            <a:off x="12476237" y="4005263"/>
            <a:ext cx="987682" cy="182562"/>
            <a:chOff x="5893" y="2523"/>
            <a:chExt cx="466" cy="115"/>
          </a:xfrm>
        </p:grpSpPr>
        <p:sp>
          <p:nvSpPr>
            <p:cNvPr id="1094" name="Rectangle 87"/>
            <p:cNvSpPr>
              <a:spLocks noChangeArrowheads="1"/>
            </p:cNvSpPr>
            <p:nvPr userDrawn="1"/>
          </p:nvSpPr>
          <p:spPr bwMode="auto">
            <a:xfrm flipV="1">
              <a:off x="6010" y="2523"/>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5" name="Rectangle 88"/>
            <p:cNvSpPr>
              <a:spLocks noChangeArrowheads="1"/>
            </p:cNvSpPr>
            <p:nvPr userDrawn="1"/>
          </p:nvSpPr>
          <p:spPr bwMode="auto">
            <a:xfrm flipV="1">
              <a:off x="6126" y="2523"/>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6" name="Rectangle 89"/>
            <p:cNvSpPr>
              <a:spLocks noChangeArrowheads="1"/>
            </p:cNvSpPr>
            <p:nvPr userDrawn="1"/>
          </p:nvSpPr>
          <p:spPr bwMode="auto">
            <a:xfrm flipV="1">
              <a:off x="6242" y="2523"/>
              <a:ext cx="117"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7" name="Rectangle 90"/>
            <p:cNvSpPr>
              <a:spLocks noChangeArrowheads="1"/>
            </p:cNvSpPr>
            <p:nvPr userDrawn="1"/>
          </p:nvSpPr>
          <p:spPr bwMode="auto">
            <a:xfrm flipV="1">
              <a:off x="5893" y="2523"/>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39" name="Group 91"/>
          <p:cNvGrpSpPr>
            <a:grpSpLocks/>
          </p:cNvGrpSpPr>
          <p:nvPr/>
        </p:nvGrpSpPr>
        <p:grpSpPr bwMode="auto">
          <a:xfrm>
            <a:off x="12476237" y="4221163"/>
            <a:ext cx="987682" cy="182562"/>
            <a:chOff x="5893" y="2659"/>
            <a:chExt cx="466" cy="115"/>
          </a:xfrm>
        </p:grpSpPr>
        <p:sp>
          <p:nvSpPr>
            <p:cNvPr id="1090" name="Rectangle 92"/>
            <p:cNvSpPr>
              <a:spLocks noChangeArrowheads="1"/>
            </p:cNvSpPr>
            <p:nvPr userDrawn="1"/>
          </p:nvSpPr>
          <p:spPr bwMode="auto">
            <a:xfrm flipV="1">
              <a:off x="6010" y="2659"/>
              <a:ext cx="116"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1" name="Rectangle 93"/>
            <p:cNvSpPr>
              <a:spLocks noChangeArrowheads="1"/>
            </p:cNvSpPr>
            <p:nvPr userDrawn="1"/>
          </p:nvSpPr>
          <p:spPr bwMode="auto">
            <a:xfrm flipV="1">
              <a:off x="6126" y="2659"/>
              <a:ext cx="116" cy="115"/>
            </a:xfrm>
            <a:prstGeom prst="rect">
              <a:avLst/>
            </a:prstGeom>
            <a:solidFill>
              <a:srgbClr val="00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2" name="Rectangle 94"/>
            <p:cNvSpPr>
              <a:spLocks noChangeArrowheads="1"/>
            </p:cNvSpPr>
            <p:nvPr userDrawn="1"/>
          </p:nvSpPr>
          <p:spPr bwMode="auto">
            <a:xfrm flipV="1">
              <a:off x="6242" y="2659"/>
              <a:ext cx="117"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93" name="Rectangle 95"/>
            <p:cNvSpPr>
              <a:spLocks noChangeArrowheads="1"/>
            </p:cNvSpPr>
            <p:nvPr userDrawn="1"/>
          </p:nvSpPr>
          <p:spPr bwMode="auto">
            <a:xfrm flipV="1">
              <a:off x="5893" y="2659"/>
              <a:ext cx="117"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0" name="Group 96"/>
          <p:cNvGrpSpPr>
            <a:grpSpLocks/>
          </p:cNvGrpSpPr>
          <p:nvPr/>
        </p:nvGrpSpPr>
        <p:grpSpPr bwMode="auto">
          <a:xfrm>
            <a:off x="12476237" y="3573463"/>
            <a:ext cx="987682" cy="188912"/>
            <a:chOff x="5893" y="2251"/>
            <a:chExt cx="466" cy="119"/>
          </a:xfrm>
        </p:grpSpPr>
        <p:sp>
          <p:nvSpPr>
            <p:cNvPr id="1086" name="Rectangle 97"/>
            <p:cNvSpPr>
              <a:spLocks noChangeArrowheads="1"/>
            </p:cNvSpPr>
            <p:nvPr userDrawn="1"/>
          </p:nvSpPr>
          <p:spPr bwMode="auto">
            <a:xfrm flipV="1">
              <a:off x="6126" y="2251"/>
              <a:ext cx="116" cy="119"/>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7" name="Rectangle 98"/>
            <p:cNvSpPr>
              <a:spLocks noChangeArrowheads="1"/>
            </p:cNvSpPr>
            <p:nvPr userDrawn="1"/>
          </p:nvSpPr>
          <p:spPr bwMode="auto">
            <a:xfrm flipV="1">
              <a:off x="6242" y="2251"/>
              <a:ext cx="117" cy="1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8" name="Rectangle 99"/>
            <p:cNvSpPr>
              <a:spLocks noChangeArrowheads="1"/>
            </p:cNvSpPr>
            <p:nvPr userDrawn="1"/>
          </p:nvSpPr>
          <p:spPr bwMode="auto">
            <a:xfrm flipV="1">
              <a:off x="5893" y="2251"/>
              <a:ext cx="117" cy="119"/>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9" name="Rectangle 100"/>
            <p:cNvSpPr>
              <a:spLocks noChangeArrowheads="1"/>
            </p:cNvSpPr>
            <p:nvPr userDrawn="1"/>
          </p:nvSpPr>
          <p:spPr bwMode="auto">
            <a:xfrm flipV="1">
              <a:off x="6010" y="2251"/>
              <a:ext cx="116" cy="119"/>
            </a:xfrm>
            <a:prstGeom prst="rect">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1" name="Group 101"/>
          <p:cNvGrpSpPr>
            <a:grpSpLocks/>
          </p:cNvGrpSpPr>
          <p:nvPr/>
        </p:nvGrpSpPr>
        <p:grpSpPr bwMode="auto">
          <a:xfrm>
            <a:off x="12476237" y="4581526"/>
            <a:ext cx="987682" cy="182563"/>
            <a:chOff x="5893" y="2886"/>
            <a:chExt cx="466" cy="115"/>
          </a:xfrm>
        </p:grpSpPr>
        <p:sp>
          <p:nvSpPr>
            <p:cNvPr id="1082" name="Rectangle 102"/>
            <p:cNvSpPr>
              <a:spLocks noChangeArrowheads="1"/>
            </p:cNvSpPr>
            <p:nvPr userDrawn="1"/>
          </p:nvSpPr>
          <p:spPr bwMode="auto">
            <a:xfrm flipV="1">
              <a:off x="6010" y="2886"/>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3" name="Rectangle 103"/>
            <p:cNvSpPr>
              <a:spLocks noChangeArrowheads="1"/>
            </p:cNvSpPr>
            <p:nvPr userDrawn="1"/>
          </p:nvSpPr>
          <p:spPr bwMode="auto">
            <a:xfrm flipV="1">
              <a:off x="6126" y="2886"/>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4" name="Rectangle 104"/>
            <p:cNvSpPr>
              <a:spLocks noChangeArrowheads="1"/>
            </p:cNvSpPr>
            <p:nvPr userDrawn="1"/>
          </p:nvSpPr>
          <p:spPr bwMode="auto">
            <a:xfrm flipV="1">
              <a:off x="6242" y="2886"/>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5" name="Rectangle 105"/>
            <p:cNvSpPr>
              <a:spLocks noChangeArrowheads="1"/>
            </p:cNvSpPr>
            <p:nvPr userDrawn="1"/>
          </p:nvSpPr>
          <p:spPr bwMode="auto">
            <a:xfrm flipV="1">
              <a:off x="5893" y="2886"/>
              <a:ext cx="117" cy="11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2" name="Group 106"/>
          <p:cNvGrpSpPr>
            <a:grpSpLocks/>
          </p:cNvGrpSpPr>
          <p:nvPr/>
        </p:nvGrpSpPr>
        <p:grpSpPr bwMode="auto">
          <a:xfrm>
            <a:off x="12476237" y="4797426"/>
            <a:ext cx="987682" cy="182563"/>
            <a:chOff x="5893" y="3022"/>
            <a:chExt cx="466" cy="115"/>
          </a:xfrm>
        </p:grpSpPr>
        <p:sp>
          <p:nvSpPr>
            <p:cNvPr id="1078" name="Rectangle 107"/>
            <p:cNvSpPr>
              <a:spLocks noChangeArrowheads="1"/>
            </p:cNvSpPr>
            <p:nvPr userDrawn="1"/>
          </p:nvSpPr>
          <p:spPr bwMode="auto">
            <a:xfrm flipV="1">
              <a:off x="6010" y="3022"/>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9" name="Rectangle 108"/>
            <p:cNvSpPr>
              <a:spLocks noChangeArrowheads="1"/>
            </p:cNvSpPr>
            <p:nvPr userDrawn="1"/>
          </p:nvSpPr>
          <p:spPr bwMode="auto">
            <a:xfrm flipV="1">
              <a:off x="6126" y="3022"/>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0" name="Rectangle 109"/>
            <p:cNvSpPr>
              <a:spLocks noChangeArrowheads="1"/>
            </p:cNvSpPr>
            <p:nvPr userDrawn="1"/>
          </p:nvSpPr>
          <p:spPr bwMode="auto">
            <a:xfrm flipV="1">
              <a:off x="6242" y="3022"/>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81" name="Rectangle 110"/>
            <p:cNvSpPr>
              <a:spLocks noChangeArrowheads="1"/>
            </p:cNvSpPr>
            <p:nvPr userDrawn="1"/>
          </p:nvSpPr>
          <p:spPr bwMode="auto">
            <a:xfrm flipV="1">
              <a:off x="5893" y="3022"/>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3" name="Group 111"/>
          <p:cNvGrpSpPr>
            <a:grpSpLocks/>
          </p:cNvGrpSpPr>
          <p:nvPr/>
        </p:nvGrpSpPr>
        <p:grpSpPr bwMode="auto">
          <a:xfrm>
            <a:off x="12476237" y="5013326"/>
            <a:ext cx="987682" cy="182563"/>
            <a:chOff x="5893" y="3158"/>
            <a:chExt cx="466" cy="115"/>
          </a:xfrm>
        </p:grpSpPr>
        <p:sp>
          <p:nvSpPr>
            <p:cNvPr id="1074" name="Rectangle 112"/>
            <p:cNvSpPr>
              <a:spLocks noChangeArrowheads="1"/>
            </p:cNvSpPr>
            <p:nvPr userDrawn="1"/>
          </p:nvSpPr>
          <p:spPr bwMode="auto">
            <a:xfrm flipV="1">
              <a:off x="6010" y="3158"/>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5" name="Rectangle 113"/>
            <p:cNvSpPr>
              <a:spLocks noChangeArrowheads="1"/>
            </p:cNvSpPr>
            <p:nvPr userDrawn="1"/>
          </p:nvSpPr>
          <p:spPr bwMode="auto">
            <a:xfrm flipV="1">
              <a:off x="6126" y="3158"/>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6" name="Rectangle 114"/>
            <p:cNvSpPr>
              <a:spLocks noChangeArrowheads="1"/>
            </p:cNvSpPr>
            <p:nvPr userDrawn="1"/>
          </p:nvSpPr>
          <p:spPr bwMode="auto">
            <a:xfrm flipV="1">
              <a:off x="6242" y="3158"/>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7" name="Rectangle 115"/>
            <p:cNvSpPr>
              <a:spLocks noChangeArrowheads="1"/>
            </p:cNvSpPr>
            <p:nvPr userDrawn="1"/>
          </p:nvSpPr>
          <p:spPr bwMode="auto">
            <a:xfrm flipV="1">
              <a:off x="5893" y="3158"/>
              <a:ext cx="117" cy="115"/>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4" name="Group 116"/>
          <p:cNvGrpSpPr>
            <a:grpSpLocks/>
          </p:cNvGrpSpPr>
          <p:nvPr/>
        </p:nvGrpSpPr>
        <p:grpSpPr bwMode="auto">
          <a:xfrm>
            <a:off x="12476237" y="5373688"/>
            <a:ext cx="987682" cy="182562"/>
            <a:chOff x="5893" y="3385"/>
            <a:chExt cx="466" cy="115"/>
          </a:xfrm>
        </p:grpSpPr>
        <p:sp>
          <p:nvSpPr>
            <p:cNvPr id="1070" name="Rectangle 117"/>
            <p:cNvSpPr>
              <a:spLocks noChangeArrowheads="1"/>
            </p:cNvSpPr>
            <p:nvPr userDrawn="1"/>
          </p:nvSpPr>
          <p:spPr bwMode="auto">
            <a:xfrm flipV="1">
              <a:off x="6010" y="3385"/>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1" name="Rectangle 118"/>
            <p:cNvSpPr>
              <a:spLocks noChangeArrowheads="1"/>
            </p:cNvSpPr>
            <p:nvPr userDrawn="1"/>
          </p:nvSpPr>
          <p:spPr bwMode="auto">
            <a:xfrm flipV="1">
              <a:off x="6126" y="3385"/>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2" name="Rectangle 119"/>
            <p:cNvSpPr>
              <a:spLocks noChangeArrowheads="1"/>
            </p:cNvSpPr>
            <p:nvPr userDrawn="1"/>
          </p:nvSpPr>
          <p:spPr bwMode="auto">
            <a:xfrm flipV="1">
              <a:off x="6242" y="3385"/>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73" name="Rectangle 120"/>
            <p:cNvSpPr>
              <a:spLocks noChangeArrowheads="1"/>
            </p:cNvSpPr>
            <p:nvPr userDrawn="1"/>
          </p:nvSpPr>
          <p:spPr bwMode="auto">
            <a:xfrm flipV="1">
              <a:off x="5893" y="3385"/>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5" name="Group 121"/>
          <p:cNvGrpSpPr>
            <a:grpSpLocks/>
          </p:cNvGrpSpPr>
          <p:nvPr/>
        </p:nvGrpSpPr>
        <p:grpSpPr bwMode="auto">
          <a:xfrm>
            <a:off x="12476237" y="5589588"/>
            <a:ext cx="987682" cy="182562"/>
            <a:chOff x="5893" y="3521"/>
            <a:chExt cx="466" cy="115"/>
          </a:xfrm>
        </p:grpSpPr>
        <p:sp>
          <p:nvSpPr>
            <p:cNvPr id="1066" name="Rectangle 122"/>
            <p:cNvSpPr>
              <a:spLocks noChangeArrowheads="1"/>
            </p:cNvSpPr>
            <p:nvPr userDrawn="1"/>
          </p:nvSpPr>
          <p:spPr bwMode="auto">
            <a:xfrm flipV="1">
              <a:off x="6010" y="3521"/>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7" name="Rectangle 123"/>
            <p:cNvSpPr>
              <a:spLocks noChangeArrowheads="1"/>
            </p:cNvSpPr>
            <p:nvPr userDrawn="1"/>
          </p:nvSpPr>
          <p:spPr bwMode="auto">
            <a:xfrm flipV="1">
              <a:off x="6126" y="3521"/>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8" name="Rectangle 124"/>
            <p:cNvSpPr>
              <a:spLocks noChangeArrowheads="1"/>
            </p:cNvSpPr>
            <p:nvPr userDrawn="1"/>
          </p:nvSpPr>
          <p:spPr bwMode="auto">
            <a:xfrm flipV="1">
              <a:off x="6242" y="3521"/>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9" name="Rectangle 125"/>
            <p:cNvSpPr>
              <a:spLocks noChangeArrowheads="1"/>
            </p:cNvSpPr>
            <p:nvPr userDrawn="1"/>
          </p:nvSpPr>
          <p:spPr bwMode="auto">
            <a:xfrm flipV="1">
              <a:off x="5893" y="3521"/>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6" name="Group 126"/>
          <p:cNvGrpSpPr>
            <a:grpSpLocks/>
          </p:cNvGrpSpPr>
          <p:nvPr/>
        </p:nvGrpSpPr>
        <p:grpSpPr bwMode="auto">
          <a:xfrm>
            <a:off x="12476237" y="5805488"/>
            <a:ext cx="987682" cy="182562"/>
            <a:chOff x="5893" y="3657"/>
            <a:chExt cx="466" cy="115"/>
          </a:xfrm>
        </p:grpSpPr>
        <p:sp>
          <p:nvSpPr>
            <p:cNvPr id="1062" name="Rectangle 127"/>
            <p:cNvSpPr>
              <a:spLocks noChangeArrowheads="1"/>
            </p:cNvSpPr>
            <p:nvPr userDrawn="1"/>
          </p:nvSpPr>
          <p:spPr bwMode="auto">
            <a:xfrm flipV="1">
              <a:off x="6010" y="3657"/>
              <a:ext cx="116" cy="115"/>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3" name="Rectangle 128"/>
            <p:cNvSpPr>
              <a:spLocks noChangeArrowheads="1"/>
            </p:cNvSpPr>
            <p:nvPr userDrawn="1"/>
          </p:nvSpPr>
          <p:spPr bwMode="auto">
            <a:xfrm flipV="1">
              <a:off x="6126" y="3657"/>
              <a:ext cx="116" cy="115"/>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4" name="Rectangle 129"/>
            <p:cNvSpPr>
              <a:spLocks noChangeArrowheads="1"/>
            </p:cNvSpPr>
            <p:nvPr userDrawn="1"/>
          </p:nvSpPr>
          <p:spPr bwMode="auto">
            <a:xfrm flipV="1">
              <a:off x="6242" y="3657"/>
              <a:ext cx="117" cy="115"/>
            </a:xfrm>
            <a:prstGeom prst="rect">
              <a:avLst/>
            </a:prstGeom>
            <a:solidFill>
              <a:srgbClr val="99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5" name="Rectangle 130"/>
            <p:cNvSpPr>
              <a:spLocks noChangeArrowheads="1"/>
            </p:cNvSpPr>
            <p:nvPr userDrawn="1"/>
          </p:nvSpPr>
          <p:spPr bwMode="auto">
            <a:xfrm flipV="1">
              <a:off x="5893" y="3657"/>
              <a:ext cx="117" cy="11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7" name="Group 131"/>
          <p:cNvGrpSpPr>
            <a:grpSpLocks/>
          </p:cNvGrpSpPr>
          <p:nvPr/>
        </p:nvGrpSpPr>
        <p:grpSpPr bwMode="auto">
          <a:xfrm>
            <a:off x="12476237" y="6165851"/>
            <a:ext cx="987682" cy="182563"/>
            <a:chOff x="5893" y="3884"/>
            <a:chExt cx="466" cy="115"/>
          </a:xfrm>
        </p:grpSpPr>
        <p:sp>
          <p:nvSpPr>
            <p:cNvPr id="1058" name="Rectangle 132"/>
            <p:cNvSpPr>
              <a:spLocks noChangeArrowheads="1"/>
            </p:cNvSpPr>
            <p:nvPr userDrawn="1"/>
          </p:nvSpPr>
          <p:spPr bwMode="auto">
            <a:xfrm flipV="1">
              <a:off x="6010" y="3884"/>
              <a:ext cx="116" cy="11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9" name="Rectangle 133"/>
            <p:cNvSpPr>
              <a:spLocks noChangeArrowheads="1"/>
            </p:cNvSpPr>
            <p:nvPr userDrawn="1"/>
          </p:nvSpPr>
          <p:spPr bwMode="auto">
            <a:xfrm flipV="1">
              <a:off x="6126" y="3884"/>
              <a:ext cx="116" cy="11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0" name="Rectangle 134"/>
            <p:cNvSpPr>
              <a:spLocks noChangeArrowheads="1"/>
            </p:cNvSpPr>
            <p:nvPr userDrawn="1"/>
          </p:nvSpPr>
          <p:spPr bwMode="auto">
            <a:xfrm flipV="1">
              <a:off x="6242" y="3884"/>
              <a:ext cx="117" cy="115"/>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61" name="Rectangle 135"/>
            <p:cNvSpPr>
              <a:spLocks noChangeArrowheads="1"/>
            </p:cNvSpPr>
            <p:nvPr userDrawn="1"/>
          </p:nvSpPr>
          <p:spPr bwMode="auto">
            <a:xfrm flipV="1">
              <a:off x="5893" y="3884"/>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8" name="Group 136"/>
          <p:cNvGrpSpPr>
            <a:grpSpLocks/>
          </p:cNvGrpSpPr>
          <p:nvPr/>
        </p:nvGrpSpPr>
        <p:grpSpPr bwMode="auto">
          <a:xfrm>
            <a:off x="12476237" y="6391276"/>
            <a:ext cx="987682" cy="182563"/>
            <a:chOff x="5893" y="4026"/>
            <a:chExt cx="466" cy="115"/>
          </a:xfrm>
        </p:grpSpPr>
        <p:sp>
          <p:nvSpPr>
            <p:cNvPr id="1054" name="Rectangle 137"/>
            <p:cNvSpPr>
              <a:spLocks noChangeArrowheads="1"/>
            </p:cNvSpPr>
            <p:nvPr userDrawn="1"/>
          </p:nvSpPr>
          <p:spPr bwMode="auto">
            <a:xfrm flipV="1">
              <a:off x="6010" y="4026"/>
              <a:ext cx="116" cy="115"/>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5" name="Rectangle 138"/>
            <p:cNvSpPr>
              <a:spLocks noChangeArrowheads="1"/>
            </p:cNvSpPr>
            <p:nvPr userDrawn="1"/>
          </p:nvSpPr>
          <p:spPr bwMode="auto">
            <a:xfrm flipV="1">
              <a:off x="6126" y="4026"/>
              <a:ext cx="116" cy="11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6" name="Rectangle 139"/>
            <p:cNvSpPr>
              <a:spLocks noChangeArrowheads="1"/>
            </p:cNvSpPr>
            <p:nvPr userDrawn="1"/>
          </p:nvSpPr>
          <p:spPr bwMode="auto">
            <a:xfrm flipV="1">
              <a:off x="6242" y="4026"/>
              <a:ext cx="117" cy="11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7" name="Rectangle 140"/>
            <p:cNvSpPr>
              <a:spLocks noChangeArrowheads="1"/>
            </p:cNvSpPr>
            <p:nvPr userDrawn="1"/>
          </p:nvSpPr>
          <p:spPr bwMode="auto">
            <a:xfrm flipV="1">
              <a:off x="5893" y="4026"/>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grpSp>
        <p:nvGrpSpPr>
          <p:cNvPr id="1049" name="Group 141"/>
          <p:cNvGrpSpPr>
            <a:grpSpLocks/>
          </p:cNvGrpSpPr>
          <p:nvPr/>
        </p:nvGrpSpPr>
        <p:grpSpPr bwMode="auto">
          <a:xfrm>
            <a:off x="12476237" y="6615113"/>
            <a:ext cx="987682" cy="182562"/>
            <a:chOff x="5893" y="4167"/>
            <a:chExt cx="466" cy="115"/>
          </a:xfrm>
        </p:grpSpPr>
        <p:sp>
          <p:nvSpPr>
            <p:cNvPr id="1050" name="Rectangle 142"/>
            <p:cNvSpPr>
              <a:spLocks noChangeArrowheads="1"/>
            </p:cNvSpPr>
            <p:nvPr userDrawn="1"/>
          </p:nvSpPr>
          <p:spPr bwMode="auto">
            <a:xfrm flipV="1">
              <a:off x="6010" y="4167"/>
              <a:ext cx="116" cy="11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1" name="Rectangle 143"/>
            <p:cNvSpPr>
              <a:spLocks noChangeArrowheads="1"/>
            </p:cNvSpPr>
            <p:nvPr userDrawn="1"/>
          </p:nvSpPr>
          <p:spPr bwMode="auto">
            <a:xfrm flipV="1">
              <a:off x="6126" y="4167"/>
              <a:ext cx="116" cy="11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2" name="Rectangle 144"/>
            <p:cNvSpPr>
              <a:spLocks noChangeArrowheads="1"/>
            </p:cNvSpPr>
            <p:nvPr userDrawn="1"/>
          </p:nvSpPr>
          <p:spPr bwMode="auto">
            <a:xfrm flipV="1">
              <a:off x="6242" y="4167"/>
              <a:ext cx="117" cy="11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sp>
          <p:nvSpPr>
            <p:cNvPr id="1053" name="Rectangle 145"/>
            <p:cNvSpPr>
              <a:spLocks noChangeArrowheads="1"/>
            </p:cNvSpPr>
            <p:nvPr userDrawn="1"/>
          </p:nvSpPr>
          <p:spPr bwMode="auto">
            <a:xfrm flipV="1">
              <a:off x="5893" y="4167"/>
              <a:ext cx="117" cy="11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a:solidFill>
                    <a:schemeClr val="bg1"/>
                  </a:solidFill>
                  <a:latin typeface="FrutigerNext LT Regular" panose="020B0503040504020204" pitchFamily="34" charset="0"/>
                  <a:ea typeface="MS PGothic" panose="020B0600070205080204" pitchFamily="34" charset="-128"/>
                </a:defRPr>
              </a:lvl1pPr>
              <a:lvl2pPr marL="742950" indent="-285750">
                <a:defRPr sz="1400">
                  <a:solidFill>
                    <a:schemeClr val="bg1"/>
                  </a:solidFill>
                  <a:latin typeface="FrutigerNext LT Regular" panose="020B0503040504020204" pitchFamily="34" charset="0"/>
                  <a:ea typeface="MS PGothic" panose="020B0600070205080204" pitchFamily="34" charset="-128"/>
                </a:defRPr>
              </a:lvl2pPr>
              <a:lvl3pPr marL="1143000" indent="-228600">
                <a:defRPr sz="1400">
                  <a:solidFill>
                    <a:schemeClr val="bg1"/>
                  </a:solidFill>
                  <a:latin typeface="FrutigerNext LT Regular" panose="020B0503040504020204" pitchFamily="34" charset="0"/>
                  <a:ea typeface="MS PGothic" panose="020B0600070205080204" pitchFamily="34" charset="-128"/>
                </a:defRPr>
              </a:lvl3pPr>
              <a:lvl4pPr marL="1600200" indent="-228600">
                <a:defRPr sz="1400">
                  <a:solidFill>
                    <a:schemeClr val="bg1"/>
                  </a:solidFill>
                  <a:latin typeface="FrutigerNext LT Regular" panose="020B0503040504020204" pitchFamily="34" charset="0"/>
                  <a:ea typeface="MS PGothic" panose="020B0600070205080204" pitchFamily="34" charset="-128"/>
                </a:defRPr>
              </a:lvl4pPr>
              <a:lvl5pPr marL="2057400" indent="-228600">
                <a:defRPr sz="1400">
                  <a:solidFill>
                    <a:schemeClr val="bg1"/>
                  </a:solidFill>
                  <a:latin typeface="FrutigerNext LT Regular" panose="020B0503040504020204" pitchFamily="34" charset="0"/>
                  <a:ea typeface="MS PGothic" panose="020B0600070205080204" pitchFamily="34" charset="-128"/>
                </a:defRPr>
              </a:lvl5pPr>
              <a:lvl6pPr marL="25146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6pPr>
              <a:lvl7pPr marL="29718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7pPr>
              <a:lvl8pPr marL="34290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8pPr>
              <a:lvl9pPr marL="3886200" indent="-228600" eaLnBrk="0" fontAlgn="base" hangingPunct="0">
                <a:spcBef>
                  <a:spcPct val="0"/>
                </a:spcBef>
                <a:spcAft>
                  <a:spcPct val="0"/>
                </a:spcAft>
                <a:defRPr sz="1400">
                  <a:solidFill>
                    <a:schemeClr val="bg1"/>
                  </a:solidFill>
                  <a:latin typeface="FrutigerNext LT Regular" panose="020B0503040504020204" pitchFamily="34" charset="0"/>
                  <a:ea typeface="MS PGothic" panose="020B0600070205080204" pitchFamily="34" charset="-128"/>
                </a:defRPr>
              </a:lvl9pPr>
            </a:lstStyle>
            <a:p>
              <a:pPr>
                <a:defRPr/>
              </a:pPr>
              <a:endParaRPr lang="zh-CN" altLang="en-US" sz="1400">
                <a:solidFill>
                  <a:srgbClr val="FFFFFF"/>
                </a:solidFill>
              </a:endParaRPr>
            </a:p>
          </p:txBody>
        </p:sp>
      </p:grpSp>
    </p:spTree>
    <p:extLst>
      <p:ext uri="{BB962C8B-B14F-4D97-AF65-F5344CB8AC3E}">
        <p14:creationId xmlns:p14="http://schemas.microsoft.com/office/powerpoint/2010/main" val="1090016076"/>
      </p:ext>
    </p:extLst>
  </p:cSld>
  <p:clrMap bg1="lt1" tx1="dk1" bg2="lt2" tx2="dk2" accent1="accent1" accent2="accent2" accent3="accent3" accent4="accent4" accent5="accent5" accent6="accent6" hlink="hlink" folHlink="folHlink"/>
  <p:sldLayoutIdLst>
    <p:sldLayoutId id="2147484546" r:id="rId1"/>
    <p:sldLayoutId id="2147484547" r:id="rId2"/>
    <p:sldLayoutId id="2147484548" r:id="rId3"/>
    <p:sldLayoutId id="2147484549" r:id="rId4"/>
    <p:sldLayoutId id="2147484550" r:id="rId5"/>
    <p:sldLayoutId id="2147484551" r:id="rId6"/>
    <p:sldLayoutId id="2147484552" r:id="rId7"/>
  </p:sldLayoutIdLst>
  <p:hf sldNum="0" hdr="0" ftr="0"/>
  <p:txStyles>
    <p:titleStyle>
      <a:lvl1pPr algn="l" defTabSz="801688" rtl="0" eaLnBrk="0" fontAlgn="base" hangingPunct="0">
        <a:spcBef>
          <a:spcPct val="0"/>
        </a:spcBef>
        <a:spcAft>
          <a:spcPct val="0"/>
        </a:spcAft>
        <a:defRPr sz="3100" b="1">
          <a:solidFill>
            <a:srgbClr val="990000"/>
          </a:solidFill>
          <a:latin typeface="+mj-lt"/>
          <a:ea typeface="+mj-ea"/>
          <a:cs typeface="+mj-cs"/>
        </a:defRPr>
      </a:lvl1pPr>
      <a:lvl2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2pPr>
      <a:lvl3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3pPr>
      <a:lvl4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4pPr>
      <a:lvl5pPr algn="l" defTabSz="801688" rtl="0" eaLnBrk="0" fontAlgn="base" hangingPunct="0">
        <a:spcBef>
          <a:spcPct val="0"/>
        </a:spcBef>
        <a:spcAft>
          <a:spcPct val="0"/>
        </a:spcAft>
        <a:defRPr sz="3100" b="1">
          <a:solidFill>
            <a:srgbClr val="990000"/>
          </a:solidFill>
          <a:latin typeface="FrutigerNext LT Regular" pitchFamily="34" charset="0"/>
          <a:ea typeface="黑体" pitchFamily="2" charset="-122"/>
        </a:defRPr>
      </a:lvl5pPr>
      <a:lvl6pPr marL="457200" algn="l" defTabSz="801688" rtl="0" fontAlgn="base">
        <a:spcBef>
          <a:spcPct val="0"/>
        </a:spcBef>
        <a:spcAft>
          <a:spcPct val="0"/>
        </a:spcAft>
        <a:defRPr sz="3100" b="1">
          <a:solidFill>
            <a:srgbClr val="990000"/>
          </a:solidFill>
          <a:latin typeface="FrutigerNext LT Regular" pitchFamily="34" charset="0"/>
          <a:ea typeface="黑体" pitchFamily="2" charset="-122"/>
        </a:defRPr>
      </a:lvl6pPr>
      <a:lvl7pPr marL="914400" algn="l" defTabSz="801688" rtl="0" fontAlgn="base">
        <a:spcBef>
          <a:spcPct val="0"/>
        </a:spcBef>
        <a:spcAft>
          <a:spcPct val="0"/>
        </a:spcAft>
        <a:defRPr sz="3100" b="1">
          <a:solidFill>
            <a:srgbClr val="990000"/>
          </a:solidFill>
          <a:latin typeface="FrutigerNext LT Regular" pitchFamily="34" charset="0"/>
          <a:ea typeface="黑体" pitchFamily="2" charset="-122"/>
        </a:defRPr>
      </a:lvl7pPr>
      <a:lvl8pPr marL="1371600" algn="l" defTabSz="801688" rtl="0" fontAlgn="base">
        <a:spcBef>
          <a:spcPct val="0"/>
        </a:spcBef>
        <a:spcAft>
          <a:spcPct val="0"/>
        </a:spcAft>
        <a:defRPr sz="3100" b="1">
          <a:solidFill>
            <a:srgbClr val="990000"/>
          </a:solidFill>
          <a:latin typeface="FrutigerNext LT Regular" pitchFamily="34" charset="0"/>
          <a:ea typeface="黑体" pitchFamily="2" charset="-122"/>
        </a:defRPr>
      </a:lvl8pPr>
      <a:lvl9pPr marL="1828800" algn="l" defTabSz="801688" rtl="0" fontAlgn="base">
        <a:spcBef>
          <a:spcPct val="0"/>
        </a:spcBef>
        <a:spcAft>
          <a:spcPct val="0"/>
        </a:spcAft>
        <a:defRPr sz="3100" b="1">
          <a:solidFill>
            <a:srgbClr val="990000"/>
          </a:solidFill>
          <a:latin typeface="FrutigerNext LT Regular" pitchFamily="34" charset="0"/>
          <a:ea typeface="黑体" pitchFamily="2" charset="-122"/>
        </a:defRPr>
      </a:lvl9pPr>
    </p:titleStyle>
    <p:bodyStyle>
      <a:lvl1pPr marL="300038" indent="-300038" algn="l" defTabSz="801688" rtl="0" eaLnBrk="0" fontAlgn="base" hangingPunct="0">
        <a:lnSpc>
          <a:spcPct val="140000"/>
        </a:lnSpc>
        <a:spcBef>
          <a:spcPct val="0"/>
        </a:spcBef>
        <a:spcAft>
          <a:spcPct val="0"/>
        </a:spcAft>
        <a:buClr>
          <a:schemeClr val="bg2"/>
        </a:buClr>
        <a:buSzPct val="60000"/>
        <a:buFont typeface="Wingdings" pitchFamily="2" charset="2"/>
        <a:buChar char="l"/>
        <a:defRPr sz="2000" b="1">
          <a:solidFill>
            <a:schemeClr val="tx1"/>
          </a:solidFill>
          <a:latin typeface="+mn-lt"/>
          <a:ea typeface="+mn-ea"/>
          <a:cs typeface="+mn-cs"/>
        </a:defRPr>
      </a:lvl1pPr>
      <a:lvl2pPr marL="652463" indent="-250825" algn="l" defTabSz="801688" rtl="0" eaLnBrk="0" fontAlgn="base" hangingPunct="0">
        <a:lnSpc>
          <a:spcPct val="140000"/>
        </a:lnSpc>
        <a:spcBef>
          <a:spcPct val="0"/>
        </a:spcBef>
        <a:spcAft>
          <a:spcPct val="0"/>
        </a:spcAft>
        <a:buClr>
          <a:schemeClr val="tx1"/>
        </a:buClr>
        <a:buSzPct val="50000"/>
        <a:buFont typeface="Wingdings" pitchFamily="2" charset="2"/>
        <a:buChar char="p"/>
        <a:defRPr>
          <a:solidFill>
            <a:schemeClr val="tx1"/>
          </a:solidFill>
          <a:latin typeface="+mn-lt"/>
          <a:ea typeface="+mn-ea"/>
        </a:defRPr>
      </a:lvl2pPr>
      <a:lvl3pPr marL="1003300" indent="-201613" algn="l" defTabSz="801688" rtl="0" eaLnBrk="0" fontAlgn="base" hangingPunct="0">
        <a:lnSpc>
          <a:spcPct val="140000"/>
        </a:lnSpc>
        <a:spcBef>
          <a:spcPct val="0"/>
        </a:spcBef>
        <a:spcAft>
          <a:spcPct val="0"/>
        </a:spcAft>
        <a:buSzPct val="50000"/>
        <a:buFont typeface="Wingdings" panose="05000000000000000000" pitchFamily="2" charset="2"/>
        <a:buChar char="n"/>
        <a:defRPr sz="1600">
          <a:solidFill>
            <a:schemeClr val="tx1"/>
          </a:solidFill>
          <a:latin typeface="FrutigerNext LT Light" pitchFamily="34" charset="0"/>
          <a:ea typeface="+mn-ea"/>
        </a:defRPr>
      </a:lvl3pPr>
      <a:lvl4pPr marL="1401763" indent="-200025" algn="l" defTabSz="801688" rtl="0" eaLnBrk="0" fontAlgn="base" hangingPunct="0">
        <a:lnSpc>
          <a:spcPct val="140000"/>
        </a:lnSpc>
        <a:spcBef>
          <a:spcPct val="0"/>
        </a:spcBef>
        <a:spcAft>
          <a:spcPct val="0"/>
        </a:spcAft>
        <a:buChar char="–"/>
        <a:defRPr sz="1400">
          <a:solidFill>
            <a:schemeClr val="tx1"/>
          </a:solidFill>
          <a:latin typeface="FrutigerNext LT Medium" pitchFamily="34" charset="0"/>
          <a:ea typeface="+mn-ea"/>
        </a:defRPr>
      </a:lvl4pPr>
      <a:lvl5pPr marL="1803400" indent="-201613" algn="l" defTabSz="801688" rtl="0" eaLnBrk="0" fontAlgn="base" hangingPunct="0">
        <a:lnSpc>
          <a:spcPct val="140000"/>
        </a:lnSpc>
        <a:spcBef>
          <a:spcPct val="0"/>
        </a:spcBef>
        <a:spcAft>
          <a:spcPct val="0"/>
        </a:spcAft>
        <a:buFont typeface="FrutigerNext LT Medium" panose="020B0603040504020204" pitchFamily="34" charset="0"/>
        <a:buChar char="~"/>
        <a:defRPr sz="1200">
          <a:solidFill>
            <a:schemeClr val="tx1"/>
          </a:solidFill>
          <a:latin typeface="FrutigerNext LT Medium" pitchFamily="34" charset="0"/>
          <a:ea typeface="+mn-ea"/>
        </a:defRPr>
      </a:lvl5pPr>
      <a:lvl6pPr marL="22606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6pPr>
      <a:lvl7pPr marL="27178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7pPr>
      <a:lvl8pPr marL="31750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8pPr>
      <a:lvl9pPr marL="3632200" indent="-201613" algn="l" defTabSz="801688" rtl="0" fontAlgn="base">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1269" name="Rectangle 10"/>
          <p:cNvSpPr>
            <a:spLocks noChangeArrowheads="1"/>
          </p:cNvSpPr>
          <p:nvPr/>
        </p:nvSpPr>
        <p:spPr bwMode="auto">
          <a:xfrm>
            <a:off x="-2604173" y="692152"/>
            <a:ext cx="2460207" cy="6022474"/>
          </a:xfrm>
          <a:prstGeom prst="rect">
            <a:avLst/>
          </a:prstGeom>
          <a:noFill/>
          <a:ln w="9525">
            <a:noFill/>
            <a:miter lim="800000"/>
            <a:headEnd/>
            <a:tailEnd/>
          </a:ln>
          <a:effectLst/>
        </p:spPr>
        <p:txBody>
          <a:bodyPr lIns="84636" tIns="42319" rIns="84636" bIns="42319">
            <a:spAutoFit/>
          </a:bodyPr>
          <a:lstStyle/>
          <a:p>
            <a:pPr marL="362224" indent="-362224" algn="r" eaLnBrk="0" hangingPunct="0">
              <a:lnSpc>
                <a:spcPct val="125000"/>
              </a:lnSpc>
              <a:spcBef>
                <a:spcPct val="20000"/>
              </a:spcBef>
              <a:defRPr/>
            </a:pPr>
            <a:r>
              <a:rPr lang="zh-CN" altLang="en-US" sz="1200" dirty="0">
                <a:solidFill>
                  <a:srgbClr val="FFFFFF"/>
                </a:solidFill>
              </a:rPr>
              <a:t>英文标题</a:t>
            </a:r>
            <a:r>
              <a:rPr lang="en-US" altLang="zh-CN" sz="1200" dirty="0">
                <a:solidFill>
                  <a:srgbClr val="FFFFFF"/>
                </a:solidFill>
              </a:rPr>
              <a:t>:32-35pt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Medium</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中文标题</a:t>
            </a:r>
            <a:r>
              <a:rPr lang="en-US" altLang="zh-CN" sz="1200" dirty="0">
                <a:solidFill>
                  <a:srgbClr val="FFFFFF"/>
                </a:solidFill>
              </a:rPr>
              <a:t>:30-32pt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 R153 G0 B0</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黑体</a:t>
            </a: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英文正文</a:t>
            </a:r>
            <a:r>
              <a:rPr lang="en-US" altLang="zh-CN" sz="1200" dirty="0">
                <a:solidFill>
                  <a:srgbClr val="FFFFFF"/>
                </a:solidFill>
              </a:rPr>
              <a:t>:20-22pt</a:t>
            </a:r>
          </a:p>
          <a:p>
            <a:pPr marL="362224" indent="-362224" algn="r" eaLnBrk="0" hangingPunct="0">
              <a:lnSpc>
                <a:spcPct val="125000"/>
              </a:lnSpc>
              <a:spcBef>
                <a:spcPct val="20000"/>
              </a:spcBef>
              <a:defRPr/>
            </a:pPr>
            <a:r>
              <a:rPr lang="zh-CN" altLang="en-US" sz="1200" dirty="0">
                <a:solidFill>
                  <a:srgbClr val="FFFFFF"/>
                </a:solidFill>
              </a:rPr>
              <a:t>子目录 </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 :18pt  </a:t>
            </a: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内部使用字体 </a:t>
            </a:r>
            <a:r>
              <a:rPr lang="en-US" altLang="zh-CN" sz="1200" dirty="0">
                <a:solidFill>
                  <a:srgbClr val="FFFFFF"/>
                </a:solidFill>
              </a:rPr>
              <a:t>:</a:t>
            </a:r>
          </a:p>
          <a:p>
            <a:pPr marL="362224" indent="-362224" algn="r" eaLnBrk="0" hangingPunct="0">
              <a:lnSpc>
                <a:spcPct val="125000"/>
              </a:lnSpc>
              <a:spcBef>
                <a:spcPct val="20000"/>
              </a:spcBef>
              <a:defRPr/>
            </a:pPr>
            <a:r>
              <a:rPr lang="en-US" altLang="zh-CN" sz="1200" dirty="0">
                <a:solidFill>
                  <a:srgbClr val="FFFFFF"/>
                </a:solidFill>
              </a:rPr>
              <a:t>FrutigerNext LT Regular</a:t>
            </a:r>
          </a:p>
          <a:p>
            <a:pPr marL="362224" indent="-362224" algn="r" eaLnBrk="0" hangingPunct="0">
              <a:lnSpc>
                <a:spcPct val="125000"/>
              </a:lnSpc>
              <a:spcBef>
                <a:spcPct val="20000"/>
              </a:spcBef>
              <a:defRPr/>
            </a:pPr>
            <a:r>
              <a:rPr lang="zh-CN" altLang="en-US" sz="1200" dirty="0">
                <a:solidFill>
                  <a:srgbClr val="FFFFFF"/>
                </a:solidFill>
              </a:rPr>
              <a:t>外部使用字体 </a:t>
            </a:r>
            <a:r>
              <a:rPr lang="en-US" altLang="zh-CN" sz="1200" dirty="0">
                <a:solidFill>
                  <a:srgbClr val="FFFFFF"/>
                </a:solidFill>
              </a:rPr>
              <a:t>: Arial</a:t>
            </a:r>
          </a:p>
          <a:p>
            <a:pPr marL="362224" indent="-362224" algn="r" eaLnBrk="0" hangingPunct="0">
              <a:lnSpc>
                <a:spcPct val="75000"/>
              </a:lnSpc>
              <a:spcBef>
                <a:spcPct val="20000"/>
              </a:spcBef>
              <a:defRPr/>
            </a:pPr>
            <a:endParaRPr lang="en-US" altLang="zh-CN"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中文正文</a:t>
            </a:r>
            <a:r>
              <a:rPr lang="en-US" altLang="zh-CN" sz="1200" dirty="0">
                <a:solidFill>
                  <a:srgbClr val="FFFFFF"/>
                </a:solidFill>
              </a:rPr>
              <a:t>:18-20pt</a:t>
            </a:r>
          </a:p>
          <a:p>
            <a:pPr marL="362224" indent="-362224" algn="r" eaLnBrk="0" hangingPunct="0">
              <a:lnSpc>
                <a:spcPct val="125000"/>
              </a:lnSpc>
              <a:spcBef>
                <a:spcPct val="20000"/>
              </a:spcBef>
              <a:defRPr/>
            </a:pPr>
            <a:r>
              <a:rPr lang="zh-CN" altLang="en-US" sz="1200" dirty="0">
                <a:solidFill>
                  <a:srgbClr val="FFFFFF"/>
                </a:solidFill>
              </a:rPr>
              <a:t>子目录</a:t>
            </a:r>
            <a:r>
              <a:rPr lang="en-US" altLang="zh-CN" sz="1200" dirty="0">
                <a:solidFill>
                  <a:srgbClr val="FFFFFF"/>
                </a:solidFill>
              </a:rPr>
              <a:t>(2-5</a:t>
            </a:r>
            <a:r>
              <a:rPr lang="zh-CN" altLang="en-US" sz="1200" dirty="0">
                <a:solidFill>
                  <a:srgbClr val="FFFFFF"/>
                </a:solidFill>
              </a:rPr>
              <a:t>级</a:t>
            </a:r>
            <a:r>
              <a:rPr lang="en-US" altLang="zh-CN" sz="1200" dirty="0">
                <a:solidFill>
                  <a:srgbClr val="FFFFFF"/>
                </a:solidFill>
              </a:rPr>
              <a:t>):18pt </a:t>
            </a:r>
            <a:endParaRPr lang="zh-CN" altLang="en-US" sz="1200" dirty="0">
              <a:solidFill>
                <a:srgbClr val="FFFFFF"/>
              </a:solidFill>
            </a:endParaRPr>
          </a:p>
          <a:p>
            <a:pPr marL="362224" indent="-362224" algn="r" eaLnBrk="0" hangingPunct="0">
              <a:lnSpc>
                <a:spcPct val="125000"/>
              </a:lnSpc>
              <a:spcBef>
                <a:spcPct val="20000"/>
              </a:spcBef>
              <a:defRPr/>
            </a:pPr>
            <a:r>
              <a:rPr lang="zh-CN" altLang="en-US" sz="1200" dirty="0">
                <a:solidFill>
                  <a:srgbClr val="FFFFFF"/>
                </a:solidFill>
              </a:rPr>
              <a:t>颜色</a:t>
            </a:r>
            <a:r>
              <a:rPr lang="en-US" altLang="zh-CN" sz="1200" dirty="0">
                <a:solidFill>
                  <a:srgbClr val="FFFFFF"/>
                </a:solidFill>
              </a:rPr>
              <a:t>:</a:t>
            </a:r>
            <a:r>
              <a:rPr lang="zh-CN" altLang="en-US" sz="1200" dirty="0">
                <a:solidFill>
                  <a:srgbClr val="FFFFFF"/>
                </a:solidFill>
              </a:rPr>
              <a:t>黑色</a:t>
            </a:r>
          </a:p>
          <a:p>
            <a:pPr marL="362224" indent="-362224" algn="r" eaLnBrk="0" hangingPunct="0">
              <a:lnSpc>
                <a:spcPct val="125000"/>
              </a:lnSpc>
              <a:spcBef>
                <a:spcPct val="20000"/>
              </a:spcBef>
              <a:defRPr/>
            </a:pPr>
            <a:r>
              <a:rPr lang="zh-CN" altLang="en-US" sz="1200" dirty="0">
                <a:solidFill>
                  <a:srgbClr val="FFFFFF"/>
                </a:solidFill>
              </a:rPr>
              <a:t>字体</a:t>
            </a:r>
            <a:r>
              <a:rPr lang="en-US" altLang="zh-CN" sz="1200" dirty="0">
                <a:solidFill>
                  <a:srgbClr val="FFFFFF"/>
                </a:solidFill>
              </a:rPr>
              <a:t>:</a:t>
            </a:r>
            <a:r>
              <a:rPr lang="zh-CN" altLang="en-US" sz="1200" dirty="0">
                <a:solidFill>
                  <a:srgbClr val="FFFFFF"/>
                </a:solidFill>
              </a:rPr>
              <a:t>细黑体 </a:t>
            </a:r>
          </a:p>
        </p:txBody>
      </p:sp>
      <p:sp>
        <p:nvSpPr>
          <p:cNvPr id="11271" name="Rectangle 78"/>
          <p:cNvSpPr>
            <a:spLocks noChangeArrowheads="1"/>
          </p:cNvSpPr>
          <p:nvPr/>
        </p:nvSpPr>
        <p:spPr bwMode="auto">
          <a:xfrm>
            <a:off x="12339152" y="1341443"/>
            <a:ext cx="1590031" cy="1451992"/>
          </a:xfrm>
          <a:prstGeom prst="rect">
            <a:avLst/>
          </a:prstGeom>
          <a:noFill/>
          <a:ln w="9525">
            <a:noFill/>
            <a:miter lim="800000"/>
            <a:headEnd/>
            <a:tailEnd/>
          </a:ln>
          <a:effectLst/>
        </p:spPr>
        <p:txBody>
          <a:bodyPr lIns="84636" tIns="42319" rIns="84636" bIns="42319">
            <a:spAutoFit/>
          </a:bodyPr>
          <a:lstStyle/>
          <a:p>
            <a:pPr eaLnBrk="0" hangingPunct="0">
              <a:lnSpc>
                <a:spcPct val="120000"/>
              </a:lnSpc>
              <a:spcBef>
                <a:spcPct val="20000"/>
              </a:spcBef>
              <a:defRPr/>
            </a:pPr>
            <a:r>
              <a:rPr lang="zh-CN" altLang="en-US" sz="1200" dirty="0">
                <a:solidFill>
                  <a:srgbClr val="FFFFFF"/>
                </a:solidFill>
              </a:rPr>
              <a:t>配色参考方案：</a:t>
            </a:r>
          </a:p>
          <a:p>
            <a:pPr eaLnBrk="0" hangingPunct="0">
              <a:lnSpc>
                <a:spcPct val="120000"/>
              </a:lnSpc>
              <a:spcBef>
                <a:spcPct val="20000"/>
              </a:spcBef>
              <a:defRPr/>
            </a:pPr>
            <a:r>
              <a:rPr lang="zh-CN" altLang="en-US" sz="1200" dirty="0">
                <a:solidFill>
                  <a:srgbClr val="FFFFFF"/>
                </a:solidFill>
              </a:rPr>
              <a:t>建议同一页面内不超过四种颜色，以下是</a:t>
            </a:r>
            <a:r>
              <a:rPr lang="en-US" altLang="zh-CN" sz="1200" dirty="0">
                <a:solidFill>
                  <a:srgbClr val="FFFFFF"/>
                </a:solidFill>
              </a:rPr>
              <a:t>13</a:t>
            </a:r>
            <a:r>
              <a:rPr lang="zh-CN" altLang="en-US" sz="1200" dirty="0">
                <a:solidFill>
                  <a:srgbClr val="FFFFFF"/>
                </a:solidFill>
              </a:rPr>
              <a:t>组配色方案，同一页面内只选择一组使用。（仅供参考）</a:t>
            </a:r>
          </a:p>
        </p:txBody>
      </p:sp>
      <p:sp>
        <p:nvSpPr>
          <p:cNvPr id="11272" name="Rectangle 79"/>
          <p:cNvSpPr>
            <a:spLocks noChangeArrowheads="1"/>
          </p:cNvSpPr>
          <p:nvPr/>
        </p:nvSpPr>
        <p:spPr bwMode="auto">
          <a:xfrm>
            <a:off x="12339150" y="7941"/>
            <a:ext cx="1494756" cy="528663"/>
          </a:xfrm>
          <a:prstGeom prst="rect">
            <a:avLst/>
          </a:prstGeom>
          <a:noFill/>
          <a:ln w="9525">
            <a:noFill/>
            <a:miter lim="800000"/>
            <a:headEnd/>
            <a:tailEnd/>
          </a:ln>
          <a:effectLst/>
        </p:spPr>
        <p:txBody>
          <a:bodyPr lIns="84636" tIns="42319" rIns="84636" bIns="42319">
            <a:spAutoFit/>
          </a:bodyPr>
          <a:lstStyle/>
          <a:p>
            <a:pPr>
              <a:lnSpc>
                <a:spcPct val="120000"/>
              </a:lnSpc>
              <a:spcBef>
                <a:spcPct val="20000"/>
              </a:spcBef>
              <a:defRPr/>
            </a:pPr>
            <a:r>
              <a:rPr lang="zh-CN" altLang="en-US" sz="1200" dirty="0">
                <a:solidFill>
                  <a:srgbClr val="FFFFFF"/>
                </a:solidFill>
              </a:rPr>
              <a:t>客户或者合作伙伴的标志放在右上角</a:t>
            </a:r>
            <a:r>
              <a:rPr lang="en-US" altLang="zh-CN" sz="1200" dirty="0">
                <a:solidFill>
                  <a:srgbClr val="FFFFFF"/>
                </a:solidFill>
              </a:rPr>
              <a:t>.</a:t>
            </a:r>
            <a:endParaRPr lang="zh-CN" altLang="en-US" sz="1200" dirty="0">
              <a:solidFill>
                <a:srgbClr val="FFFFFF"/>
              </a:solidFill>
            </a:endParaRPr>
          </a:p>
        </p:txBody>
      </p:sp>
      <p:grpSp>
        <p:nvGrpSpPr>
          <p:cNvPr id="2" name="Group 148"/>
          <p:cNvGrpSpPr>
            <a:grpSpLocks/>
          </p:cNvGrpSpPr>
          <p:nvPr/>
        </p:nvGrpSpPr>
        <p:grpSpPr bwMode="auto">
          <a:xfrm>
            <a:off x="12436545" y="3511570"/>
            <a:ext cx="1225869" cy="3224213"/>
            <a:chOff x="5839" y="2251"/>
            <a:chExt cx="579" cy="2031"/>
          </a:xfrm>
        </p:grpSpPr>
        <p:sp>
          <p:nvSpPr>
            <p:cNvPr id="81" name="Rectangle 149"/>
            <p:cNvSpPr>
              <a:spLocks noChangeArrowheads="1"/>
            </p:cNvSpPr>
            <p:nvPr userDrawn="1"/>
          </p:nvSpPr>
          <p:spPr bwMode="auto">
            <a:xfrm>
              <a:off x="5839" y="3150"/>
              <a:ext cx="579" cy="233"/>
            </a:xfrm>
            <a:prstGeom prst="rect">
              <a:avLst/>
            </a:prstGeom>
            <a:solidFill>
              <a:srgbClr val="FFFFFF"/>
            </a:solidFill>
            <a:ln w="9525" algn="ctr">
              <a:noFill/>
              <a:miter lim="800000"/>
              <a:headEnd/>
              <a:tailEnd/>
            </a:ln>
            <a:effectLst/>
          </p:spPr>
          <p:txBody>
            <a:bodyPr lIns="91425" tIns="45712" rIns="91425" bIns="45712" anchor="ctr">
              <a:spAutoFit/>
            </a:bodyPr>
            <a:lstStyle/>
            <a:p>
              <a:pPr>
                <a:defRPr/>
              </a:pPr>
              <a:endParaRPr lang="zh-CN" altLang="en-US">
                <a:solidFill>
                  <a:srgbClr val="000000"/>
                </a:solidFill>
              </a:endParaRPr>
            </a:p>
          </p:txBody>
        </p:sp>
        <p:grpSp>
          <p:nvGrpSpPr>
            <p:cNvPr id="3" name="Group 150"/>
            <p:cNvGrpSpPr>
              <a:grpSpLocks/>
            </p:cNvGrpSpPr>
            <p:nvPr userDrawn="1"/>
          </p:nvGrpSpPr>
          <p:grpSpPr bwMode="auto">
            <a:xfrm>
              <a:off x="5893" y="2387"/>
              <a:ext cx="466" cy="115"/>
              <a:chOff x="5893" y="2387"/>
              <a:chExt cx="466" cy="115"/>
            </a:xfrm>
          </p:grpSpPr>
          <p:sp>
            <p:nvSpPr>
              <p:cNvPr id="143" name="Rectangle 151"/>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44" name="Rectangle 152"/>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45" name="Rectangle 153"/>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pPr>
                  <a:defRPr/>
                </a:pPr>
                <a:endParaRPr lang="zh-CN" altLang="en-US">
                  <a:solidFill>
                    <a:srgbClr val="000000"/>
                  </a:solidFill>
                </a:endParaRPr>
              </a:p>
            </p:txBody>
          </p:sp>
          <p:sp>
            <p:nvSpPr>
              <p:cNvPr id="146" name="Rectangle 154"/>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4" name="Group 155"/>
            <p:cNvGrpSpPr>
              <a:grpSpLocks/>
            </p:cNvGrpSpPr>
            <p:nvPr userDrawn="1"/>
          </p:nvGrpSpPr>
          <p:grpSpPr bwMode="auto">
            <a:xfrm>
              <a:off x="5893" y="2523"/>
              <a:ext cx="466" cy="115"/>
              <a:chOff x="5893" y="2523"/>
              <a:chExt cx="466" cy="115"/>
            </a:xfrm>
          </p:grpSpPr>
          <p:sp>
            <p:nvSpPr>
              <p:cNvPr id="139" name="Rectangle 156"/>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40" name="Rectangle 157"/>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41" name="Rectangle 158"/>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42" name="Rectangle 159"/>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5" name="Group 160"/>
            <p:cNvGrpSpPr>
              <a:grpSpLocks/>
            </p:cNvGrpSpPr>
            <p:nvPr userDrawn="1"/>
          </p:nvGrpSpPr>
          <p:grpSpPr bwMode="auto">
            <a:xfrm>
              <a:off x="5893" y="2659"/>
              <a:ext cx="466" cy="115"/>
              <a:chOff x="5893" y="2659"/>
              <a:chExt cx="466" cy="115"/>
            </a:xfrm>
          </p:grpSpPr>
          <p:sp>
            <p:nvSpPr>
              <p:cNvPr id="135" name="Rectangle 161"/>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6" name="Rectangle 162"/>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pPr>
                  <a:defRPr/>
                </a:pPr>
                <a:endParaRPr lang="zh-CN" altLang="en-US">
                  <a:solidFill>
                    <a:srgbClr val="000000"/>
                  </a:solidFill>
                </a:endParaRPr>
              </a:p>
            </p:txBody>
          </p:sp>
          <p:sp>
            <p:nvSpPr>
              <p:cNvPr id="137" name="Rectangle 163"/>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38" name="Rectangle 164"/>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6" name="Group 165"/>
            <p:cNvGrpSpPr>
              <a:grpSpLocks/>
            </p:cNvGrpSpPr>
            <p:nvPr userDrawn="1"/>
          </p:nvGrpSpPr>
          <p:grpSpPr bwMode="auto">
            <a:xfrm>
              <a:off x="5893" y="2251"/>
              <a:ext cx="466" cy="119"/>
              <a:chOff x="5893" y="2251"/>
              <a:chExt cx="466" cy="119"/>
            </a:xfrm>
          </p:grpSpPr>
          <p:sp>
            <p:nvSpPr>
              <p:cNvPr id="131" name="Rectangle 166"/>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32" name="Rectangle 167"/>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pPr>
                  <a:defRPr/>
                </a:pPr>
                <a:endParaRPr lang="zh-CN" altLang="en-US">
                  <a:solidFill>
                    <a:srgbClr val="000000"/>
                  </a:solidFill>
                </a:endParaRPr>
              </a:p>
            </p:txBody>
          </p:sp>
          <p:sp>
            <p:nvSpPr>
              <p:cNvPr id="133" name="Rectangle 168"/>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34" name="Rectangle 169"/>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7" name="Group 170"/>
            <p:cNvGrpSpPr>
              <a:grpSpLocks/>
            </p:cNvGrpSpPr>
            <p:nvPr userDrawn="1"/>
          </p:nvGrpSpPr>
          <p:grpSpPr bwMode="auto">
            <a:xfrm>
              <a:off x="5893" y="2886"/>
              <a:ext cx="466" cy="115"/>
              <a:chOff x="5893" y="2886"/>
              <a:chExt cx="466" cy="115"/>
            </a:xfrm>
          </p:grpSpPr>
          <p:sp>
            <p:nvSpPr>
              <p:cNvPr id="127" name="Rectangle 171"/>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28" name="Rectangle 172"/>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29" name="Rectangle 173"/>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30" name="Rectangle 174"/>
              <p:cNvSpPr>
                <a:spLocks noChangeArrowheads="1"/>
              </p:cNvSpPr>
              <p:nvPr userDrawn="1"/>
            </p:nvSpPr>
            <p:spPr bwMode="auto">
              <a:xfrm flipV="1">
                <a:off x="5893" y="2886"/>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8" name="Group 175"/>
            <p:cNvGrpSpPr>
              <a:grpSpLocks/>
            </p:cNvGrpSpPr>
            <p:nvPr userDrawn="1"/>
          </p:nvGrpSpPr>
          <p:grpSpPr bwMode="auto">
            <a:xfrm>
              <a:off x="5893" y="3022"/>
              <a:ext cx="466" cy="115"/>
              <a:chOff x="5893" y="3022"/>
              <a:chExt cx="466" cy="115"/>
            </a:xfrm>
          </p:grpSpPr>
          <p:sp>
            <p:nvSpPr>
              <p:cNvPr id="123" name="Rectangle 176"/>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24" name="Rectangle 177"/>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5" name="Rectangle 178"/>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26" name="Rectangle 179"/>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9" name="Group 180"/>
            <p:cNvGrpSpPr>
              <a:grpSpLocks/>
            </p:cNvGrpSpPr>
            <p:nvPr userDrawn="1"/>
          </p:nvGrpSpPr>
          <p:grpSpPr bwMode="auto">
            <a:xfrm>
              <a:off x="5893" y="3158"/>
              <a:ext cx="466" cy="115"/>
              <a:chOff x="5893" y="3158"/>
              <a:chExt cx="466" cy="115"/>
            </a:xfrm>
          </p:grpSpPr>
          <p:sp>
            <p:nvSpPr>
              <p:cNvPr id="119" name="Rectangle 181"/>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20" name="Rectangle 182"/>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21" name="Rectangle 183"/>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22" name="Rectangle 184"/>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0" name="Group 185"/>
            <p:cNvGrpSpPr>
              <a:grpSpLocks/>
            </p:cNvGrpSpPr>
            <p:nvPr userDrawn="1"/>
          </p:nvGrpSpPr>
          <p:grpSpPr bwMode="auto">
            <a:xfrm>
              <a:off x="5893" y="3385"/>
              <a:ext cx="466" cy="115"/>
              <a:chOff x="5893" y="3385"/>
              <a:chExt cx="466" cy="115"/>
            </a:xfrm>
          </p:grpSpPr>
          <p:sp>
            <p:nvSpPr>
              <p:cNvPr id="115" name="Rectangle 186"/>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16" name="Rectangle 187"/>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17" name="Rectangle 188"/>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18" name="Rectangle 189"/>
              <p:cNvSpPr>
                <a:spLocks noChangeArrowheads="1"/>
              </p:cNvSpPr>
              <p:nvPr userDrawn="1"/>
            </p:nvSpPr>
            <p:spPr bwMode="auto">
              <a:xfrm flipV="1">
                <a:off x="5893" y="3385"/>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1" name="Group 190"/>
            <p:cNvGrpSpPr>
              <a:grpSpLocks/>
            </p:cNvGrpSpPr>
            <p:nvPr userDrawn="1"/>
          </p:nvGrpSpPr>
          <p:grpSpPr bwMode="auto">
            <a:xfrm>
              <a:off x="5893" y="3521"/>
              <a:ext cx="466" cy="115"/>
              <a:chOff x="5893" y="3521"/>
              <a:chExt cx="466" cy="115"/>
            </a:xfrm>
          </p:grpSpPr>
          <p:sp>
            <p:nvSpPr>
              <p:cNvPr id="111" name="Rectangle 191"/>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12" name="Rectangle 192"/>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3" name="Rectangle 193"/>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14" name="Rectangle 194"/>
              <p:cNvSpPr>
                <a:spLocks noChangeArrowheads="1"/>
              </p:cNvSpPr>
              <p:nvPr userDrawn="1"/>
            </p:nvSpPr>
            <p:spPr bwMode="auto">
              <a:xfrm flipV="1">
                <a:off x="5893" y="3521"/>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2" name="Group 195"/>
            <p:cNvGrpSpPr>
              <a:grpSpLocks/>
            </p:cNvGrpSpPr>
            <p:nvPr userDrawn="1"/>
          </p:nvGrpSpPr>
          <p:grpSpPr bwMode="auto">
            <a:xfrm>
              <a:off x="5893" y="3657"/>
              <a:ext cx="466" cy="115"/>
              <a:chOff x="5893" y="3657"/>
              <a:chExt cx="466" cy="115"/>
            </a:xfrm>
          </p:grpSpPr>
          <p:sp>
            <p:nvSpPr>
              <p:cNvPr id="107" name="Rectangle 196"/>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108" name="Rectangle 197"/>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pPr>
                  <a:defRPr/>
                </a:pPr>
                <a:endParaRPr lang="zh-CN" altLang="en-US">
                  <a:solidFill>
                    <a:srgbClr val="000000"/>
                  </a:solidFill>
                </a:endParaRPr>
              </a:p>
            </p:txBody>
          </p:sp>
          <p:sp>
            <p:nvSpPr>
              <p:cNvPr id="109" name="Rectangle 198"/>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pPr>
                  <a:defRPr/>
                </a:pPr>
                <a:endParaRPr lang="zh-CN" altLang="en-US">
                  <a:solidFill>
                    <a:srgbClr val="000000"/>
                  </a:solidFill>
                </a:endParaRPr>
              </a:p>
            </p:txBody>
          </p:sp>
          <p:sp>
            <p:nvSpPr>
              <p:cNvPr id="110" name="Rectangle 199"/>
              <p:cNvSpPr>
                <a:spLocks noChangeArrowheads="1"/>
              </p:cNvSpPr>
              <p:nvPr userDrawn="1"/>
            </p:nvSpPr>
            <p:spPr bwMode="auto">
              <a:xfrm flipV="1">
                <a:off x="5893" y="3657"/>
                <a:ext cx="117" cy="115"/>
              </a:xfrm>
              <a:prstGeom prst="rect">
                <a:avLst/>
              </a:prstGeom>
              <a:solidFill>
                <a:srgbClr val="00000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3" name="Group 200"/>
            <p:cNvGrpSpPr>
              <a:grpSpLocks/>
            </p:cNvGrpSpPr>
            <p:nvPr userDrawn="1"/>
          </p:nvGrpSpPr>
          <p:grpSpPr bwMode="auto">
            <a:xfrm>
              <a:off x="5893" y="3884"/>
              <a:ext cx="466" cy="115"/>
              <a:chOff x="5893" y="3884"/>
              <a:chExt cx="466" cy="115"/>
            </a:xfrm>
          </p:grpSpPr>
          <p:sp>
            <p:nvSpPr>
              <p:cNvPr id="103" name="Rectangle 201"/>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pPr>
                  <a:defRPr/>
                </a:pPr>
                <a:endParaRPr lang="zh-CN" altLang="en-US">
                  <a:solidFill>
                    <a:srgbClr val="000000"/>
                  </a:solidFill>
                </a:endParaRPr>
              </a:p>
            </p:txBody>
          </p:sp>
          <p:sp>
            <p:nvSpPr>
              <p:cNvPr id="104" name="Rectangle 202"/>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pPr>
                  <a:defRPr/>
                </a:pPr>
                <a:endParaRPr lang="zh-CN" altLang="en-US">
                  <a:solidFill>
                    <a:srgbClr val="000000"/>
                  </a:solidFill>
                </a:endParaRPr>
              </a:p>
            </p:txBody>
          </p:sp>
          <p:sp>
            <p:nvSpPr>
              <p:cNvPr id="105" name="Rectangle 203"/>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pPr>
                  <a:defRPr/>
                </a:pPr>
                <a:endParaRPr lang="zh-CN" altLang="en-US">
                  <a:solidFill>
                    <a:srgbClr val="000000"/>
                  </a:solidFill>
                </a:endParaRPr>
              </a:p>
            </p:txBody>
          </p:sp>
          <p:sp>
            <p:nvSpPr>
              <p:cNvPr id="106" name="Rectangle 204"/>
              <p:cNvSpPr>
                <a:spLocks noChangeArrowheads="1"/>
              </p:cNvSpPr>
              <p:nvPr userDrawn="1"/>
            </p:nvSpPr>
            <p:spPr bwMode="auto">
              <a:xfrm flipV="1">
                <a:off x="5893" y="3884"/>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4" name="Group 205"/>
            <p:cNvGrpSpPr>
              <a:grpSpLocks/>
            </p:cNvGrpSpPr>
            <p:nvPr userDrawn="1"/>
          </p:nvGrpSpPr>
          <p:grpSpPr bwMode="auto">
            <a:xfrm>
              <a:off x="5893" y="4026"/>
              <a:ext cx="466" cy="115"/>
              <a:chOff x="5893" y="4026"/>
              <a:chExt cx="466" cy="115"/>
            </a:xfrm>
          </p:grpSpPr>
          <p:sp>
            <p:nvSpPr>
              <p:cNvPr id="99" name="Rectangle 206"/>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pPr>
                  <a:defRPr/>
                </a:pPr>
                <a:endParaRPr lang="zh-CN" altLang="en-US">
                  <a:solidFill>
                    <a:srgbClr val="000000"/>
                  </a:solidFill>
                </a:endParaRPr>
              </a:p>
            </p:txBody>
          </p:sp>
          <p:sp>
            <p:nvSpPr>
              <p:cNvPr id="100" name="Rectangle 207"/>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1" name="Rectangle 208"/>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pPr>
                  <a:defRPr/>
                </a:pPr>
                <a:endParaRPr lang="zh-CN" altLang="en-US">
                  <a:solidFill>
                    <a:srgbClr val="000000"/>
                  </a:solidFill>
                </a:endParaRPr>
              </a:p>
            </p:txBody>
          </p:sp>
          <p:sp>
            <p:nvSpPr>
              <p:cNvPr id="102" name="Rectangle 209"/>
              <p:cNvSpPr>
                <a:spLocks noChangeArrowheads="1"/>
              </p:cNvSpPr>
              <p:nvPr userDrawn="1"/>
            </p:nvSpPr>
            <p:spPr bwMode="auto">
              <a:xfrm flipV="1">
                <a:off x="5893" y="4026"/>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nvGrpSpPr>
            <p:cNvPr id="15" name="Group 210"/>
            <p:cNvGrpSpPr>
              <a:grpSpLocks/>
            </p:cNvGrpSpPr>
            <p:nvPr userDrawn="1"/>
          </p:nvGrpSpPr>
          <p:grpSpPr bwMode="auto">
            <a:xfrm>
              <a:off x="5893" y="4167"/>
              <a:ext cx="466" cy="115"/>
              <a:chOff x="5893" y="4167"/>
              <a:chExt cx="466" cy="115"/>
            </a:xfrm>
          </p:grpSpPr>
          <p:sp>
            <p:nvSpPr>
              <p:cNvPr id="95" name="Rectangle 211"/>
              <p:cNvSpPr>
                <a:spLocks noChangeArrowheads="1"/>
              </p:cNvSpPr>
              <p:nvPr userDrawn="1"/>
            </p:nvSpPr>
            <p:spPr bwMode="auto">
              <a:xfrm flipV="1">
                <a:off x="6010" y="4167"/>
                <a:ext cx="116" cy="115"/>
              </a:xfrm>
              <a:prstGeom prst="rect">
                <a:avLst/>
              </a:prstGeom>
              <a:solidFill>
                <a:srgbClr val="009999"/>
              </a:solidFill>
              <a:ln w="9525">
                <a:noFill/>
                <a:miter lim="800000"/>
                <a:headEnd/>
                <a:tailEnd/>
              </a:ln>
              <a:effectLst/>
            </p:spPr>
            <p:txBody>
              <a:bodyPr wrap="none" anchor="ctr"/>
              <a:lstStyle/>
              <a:p>
                <a:pPr>
                  <a:defRPr/>
                </a:pPr>
                <a:endParaRPr lang="zh-CN" altLang="en-US">
                  <a:solidFill>
                    <a:srgbClr val="000000"/>
                  </a:solidFill>
                </a:endParaRPr>
              </a:p>
            </p:txBody>
          </p:sp>
          <p:sp>
            <p:nvSpPr>
              <p:cNvPr id="96" name="Rectangle 212"/>
              <p:cNvSpPr>
                <a:spLocks noChangeArrowheads="1"/>
              </p:cNvSpPr>
              <p:nvPr userDrawn="1"/>
            </p:nvSpPr>
            <p:spPr bwMode="auto">
              <a:xfrm flipV="1">
                <a:off x="6126" y="4167"/>
                <a:ext cx="116" cy="115"/>
              </a:xfrm>
              <a:prstGeom prst="rect">
                <a:avLst/>
              </a:prstGeom>
              <a:solidFill>
                <a:srgbClr val="333399"/>
              </a:solidFill>
              <a:ln w="9525">
                <a:noFill/>
                <a:miter lim="800000"/>
                <a:headEnd/>
                <a:tailEnd/>
              </a:ln>
              <a:effectLst/>
            </p:spPr>
            <p:txBody>
              <a:bodyPr wrap="none" anchor="ctr"/>
              <a:lstStyle/>
              <a:p>
                <a:pPr>
                  <a:defRPr/>
                </a:pPr>
                <a:endParaRPr lang="zh-CN" altLang="en-US">
                  <a:solidFill>
                    <a:srgbClr val="000000"/>
                  </a:solidFill>
                </a:endParaRPr>
              </a:p>
            </p:txBody>
          </p:sp>
          <p:sp>
            <p:nvSpPr>
              <p:cNvPr id="97" name="Rectangle 213"/>
              <p:cNvSpPr>
                <a:spLocks noChangeArrowheads="1"/>
              </p:cNvSpPr>
              <p:nvPr userDrawn="1"/>
            </p:nvSpPr>
            <p:spPr bwMode="auto">
              <a:xfrm flipV="1">
                <a:off x="6242" y="4167"/>
                <a:ext cx="117" cy="115"/>
              </a:xfrm>
              <a:prstGeom prst="rect">
                <a:avLst/>
              </a:prstGeom>
              <a:solidFill>
                <a:srgbClr val="BBE0E3"/>
              </a:solidFill>
              <a:ln w="9525">
                <a:noFill/>
                <a:miter lim="800000"/>
                <a:headEnd/>
                <a:tailEnd/>
              </a:ln>
              <a:effectLst/>
            </p:spPr>
            <p:txBody>
              <a:bodyPr wrap="none" anchor="ctr"/>
              <a:lstStyle/>
              <a:p>
                <a:pPr>
                  <a:defRPr/>
                </a:pPr>
                <a:endParaRPr lang="zh-CN" altLang="en-US">
                  <a:solidFill>
                    <a:srgbClr val="000000"/>
                  </a:solidFill>
                </a:endParaRPr>
              </a:p>
            </p:txBody>
          </p:sp>
          <p:sp>
            <p:nvSpPr>
              <p:cNvPr id="98" name="Rectangle 214"/>
              <p:cNvSpPr>
                <a:spLocks noChangeArrowheads="1"/>
              </p:cNvSpPr>
              <p:nvPr userDrawn="1"/>
            </p:nvSpPr>
            <p:spPr bwMode="auto">
              <a:xfrm flipV="1">
                <a:off x="5893" y="4167"/>
                <a:ext cx="117" cy="115"/>
              </a:xfrm>
              <a:prstGeom prst="rect">
                <a:avLst/>
              </a:prstGeom>
              <a:solidFill>
                <a:srgbClr val="808080"/>
              </a:solidFill>
              <a:ln w="9525">
                <a:noFill/>
                <a:miter lim="800000"/>
                <a:headEnd/>
                <a:tailEnd/>
              </a:ln>
              <a:effectLst/>
            </p:spPr>
            <p:txBody>
              <a:bodyPr wrap="none" anchor="ctr"/>
              <a:lstStyle/>
              <a:p>
                <a:pPr>
                  <a:defRPr/>
                </a:pPr>
                <a:endParaRPr lang="zh-CN" altLang="en-US">
                  <a:solidFill>
                    <a:srgbClr val="000000"/>
                  </a:solidFill>
                </a:endParaRPr>
              </a:p>
            </p:txBody>
          </p:sp>
        </p:grpSp>
      </p:grpSp>
      <p:sp>
        <p:nvSpPr>
          <p:cNvPr id="72" name="矩形 10"/>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dirty="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dirty="0">
                <a:solidFill>
                  <a:srgbClr val="000000"/>
                </a:solidFill>
                <a:latin typeface="Arial" pitchFamily="34" charset="0"/>
                <a:ea typeface="ＭＳ Ｐゴシック" pitchFamily="34" charset="-128"/>
              </a:rPr>
              <a:t>Page </a:t>
            </a:r>
            <a:fld id="{B8E67E45-DFD4-4B48-B373-0A6B3E484724}"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dirty="0">
              <a:solidFill>
                <a:srgbClr val="000000"/>
              </a:solidFill>
              <a:latin typeface="Arial" pitchFamily="34" charset="0"/>
              <a:ea typeface="ＭＳ Ｐゴシック" pitchFamily="34" charset="-128"/>
            </a:endParaRPr>
          </a:p>
        </p:txBody>
      </p:sp>
      <p:pic>
        <p:nvPicPr>
          <p:cNvPr id="73" name="图片 78" descr="内页元素3-1"/>
          <p:cNvPicPr>
            <a:picLocks noChangeAspect="1" noChangeArrowheads="1"/>
          </p:cNvPicPr>
          <p:nvPr userDrawn="1"/>
        </p:nvPicPr>
        <p:blipFill>
          <a:blip r:embed="rId13" cstate="print"/>
          <a:srcRect/>
          <a:stretch>
            <a:fillRect/>
          </a:stretch>
        </p:blipFill>
        <p:spPr bwMode="auto">
          <a:xfrm>
            <a:off x="1" y="7"/>
            <a:ext cx="12193587" cy="6492875"/>
          </a:xfrm>
          <a:prstGeom prst="rect">
            <a:avLst/>
          </a:prstGeom>
          <a:noFill/>
          <a:ln w="9525">
            <a:noFill/>
            <a:miter lim="800000"/>
            <a:headEnd/>
            <a:tailEnd/>
          </a:ln>
        </p:spPr>
      </p:pic>
      <p:grpSp>
        <p:nvGrpSpPr>
          <p:cNvPr id="74" name="组合 81"/>
          <p:cNvGrpSpPr>
            <a:grpSpLocks/>
          </p:cNvGrpSpPr>
          <p:nvPr userDrawn="1"/>
        </p:nvGrpSpPr>
        <p:grpSpPr bwMode="auto">
          <a:xfrm>
            <a:off x="1" y="6216650"/>
            <a:ext cx="12195175" cy="635000"/>
            <a:chOff x="0" y="3920"/>
            <a:chExt cx="7682" cy="400"/>
          </a:xfrm>
        </p:grpSpPr>
        <p:pic>
          <p:nvPicPr>
            <p:cNvPr id="75" name="图片 82" descr="图片1"/>
            <p:cNvPicPr>
              <a:picLocks noChangeAspect="1" noChangeArrowheads="1"/>
            </p:cNvPicPr>
            <p:nvPr userDrawn="1"/>
          </p:nvPicPr>
          <p:blipFill>
            <a:blip r:embed="rId14" cstate="print"/>
            <a:srcRect/>
            <a:stretch>
              <a:fillRect/>
            </a:stretch>
          </p:blipFill>
          <p:spPr bwMode="auto">
            <a:xfrm>
              <a:off x="0" y="3920"/>
              <a:ext cx="5760" cy="400"/>
            </a:xfrm>
            <a:prstGeom prst="rect">
              <a:avLst/>
            </a:prstGeom>
            <a:noFill/>
            <a:ln w="9525">
              <a:noFill/>
              <a:miter lim="800000"/>
              <a:headEnd/>
              <a:tailEnd/>
            </a:ln>
          </p:spPr>
        </p:pic>
        <p:pic>
          <p:nvPicPr>
            <p:cNvPr id="76" name="图片 83" descr="图片1"/>
            <p:cNvPicPr>
              <a:picLocks noChangeAspect="1" noChangeArrowheads="1"/>
            </p:cNvPicPr>
            <p:nvPr userDrawn="1"/>
          </p:nvPicPr>
          <p:blipFill>
            <a:blip r:embed="rId14" cstate="print"/>
            <a:srcRect/>
            <a:stretch>
              <a:fillRect/>
            </a:stretch>
          </p:blipFill>
          <p:spPr bwMode="auto">
            <a:xfrm>
              <a:off x="1539" y="3920"/>
              <a:ext cx="5760" cy="400"/>
            </a:xfrm>
            <a:prstGeom prst="rect">
              <a:avLst/>
            </a:prstGeom>
            <a:noFill/>
            <a:ln w="9525">
              <a:noFill/>
              <a:miter lim="800000"/>
              <a:headEnd/>
              <a:tailEnd/>
            </a:ln>
          </p:spPr>
        </p:pic>
        <p:pic>
          <p:nvPicPr>
            <p:cNvPr id="77" name="图片 84" descr="图片1"/>
            <p:cNvPicPr>
              <a:picLocks noChangeAspect="1" noChangeArrowheads="1"/>
            </p:cNvPicPr>
            <p:nvPr userDrawn="1"/>
          </p:nvPicPr>
          <p:blipFill>
            <a:blip r:embed="rId14" cstate="print"/>
            <a:srcRect/>
            <a:stretch>
              <a:fillRect/>
            </a:stretch>
          </p:blipFill>
          <p:spPr bwMode="auto">
            <a:xfrm rot="10800000">
              <a:off x="6619" y="3920"/>
              <a:ext cx="1063" cy="400"/>
            </a:xfrm>
            <a:prstGeom prst="rect">
              <a:avLst/>
            </a:prstGeom>
            <a:noFill/>
            <a:ln w="9525">
              <a:noFill/>
              <a:miter lim="800000"/>
              <a:headEnd/>
              <a:tailEnd/>
            </a:ln>
          </p:spPr>
        </p:pic>
      </p:grpSp>
      <p:sp>
        <p:nvSpPr>
          <p:cNvPr id="78" name="矩形 86"/>
          <p:cNvSpPr>
            <a:spLocks noChangeArrowheads="1"/>
          </p:cNvSpPr>
          <p:nvPr userDrawn="1"/>
        </p:nvSpPr>
        <p:spPr bwMode="auto">
          <a:xfrm>
            <a:off x="7910514" y="6396053"/>
            <a:ext cx="1409700" cy="1101725"/>
          </a:xfrm>
          <a:prstGeom prst="rect">
            <a:avLst/>
          </a:prstGeom>
          <a:noFill/>
          <a:ln w="9525">
            <a:noFill/>
            <a:miter lim="800000"/>
            <a:headEnd/>
            <a:tailEnd/>
          </a:ln>
          <a:effectLst/>
        </p:spPr>
        <p:txBody>
          <a:bodyPr lIns="0" tIns="0" rIns="0" bIns="0"/>
          <a:lstStyle/>
          <a:p>
            <a:pPr defTabSz="784225" eaLnBrk="0" hangingPunct="0">
              <a:lnSpc>
                <a:spcPct val="85000"/>
              </a:lnSpc>
              <a:defRPr/>
            </a:pPr>
            <a:endParaRPr lang="de-DE" altLang="zh-CN" sz="1000">
              <a:solidFill>
                <a:srgbClr val="000000"/>
              </a:solidFill>
              <a:latin typeface="Arial" pitchFamily="34" charset="0"/>
              <a:ea typeface="ＭＳ Ｐゴシック" pitchFamily="34" charset="-128"/>
            </a:endParaRPr>
          </a:p>
          <a:p>
            <a:pPr defTabSz="784225" eaLnBrk="0" hangingPunct="0">
              <a:lnSpc>
                <a:spcPct val="85000"/>
              </a:lnSpc>
              <a:defRPr/>
            </a:pPr>
            <a:r>
              <a:rPr lang="de-DE" altLang="zh-CN" sz="1000">
                <a:solidFill>
                  <a:srgbClr val="000000"/>
                </a:solidFill>
                <a:latin typeface="Arial" pitchFamily="34" charset="0"/>
                <a:ea typeface="ＭＳ Ｐゴシック" pitchFamily="34" charset="-128"/>
              </a:rPr>
              <a:t>Page </a:t>
            </a:r>
            <a:fld id="{39B86960-10F8-4ACE-9675-BB9FEDACB195}" type="slidenum">
              <a:rPr lang="de-DE" altLang="zh-CN" sz="1000">
                <a:solidFill>
                  <a:srgbClr val="000000"/>
                </a:solidFill>
                <a:latin typeface="Arial" pitchFamily="34" charset="0"/>
                <a:ea typeface="ＭＳ Ｐゴシック" pitchFamily="34" charset="-128"/>
              </a:rPr>
              <a:pPr defTabSz="784225" eaLnBrk="0" hangingPunct="0">
                <a:lnSpc>
                  <a:spcPct val="85000"/>
                </a:lnSpc>
                <a:defRPr/>
              </a:pPr>
              <a:t>‹#›</a:t>
            </a:fld>
            <a:endParaRPr lang="en-GB" altLang="zh-CN" sz="1000">
              <a:solidFill>
                <a:srgbClr val="000000"/>
              </a:solidFill>
              <a:latin typeface="Arial" pitchFamily="34" charset="0"/>
              <a:ea typeface="ＭＳ Ｐゴシック" pitchFamily="34" charset="-128"/>
            </a:endParaRPr>
          </a:p>
        </p:txBody>
      </p:sp>
      <p:pic>
        <p:nvPicPr>
          <p:cNvPr id="79" name="图片 87" descr="图片3副本"/>
          <p:cNvPicPr>
            <a:picLocks noChangeAspect="1" noChangeArrowheads="1"/>
          </p:cNvPicPr>
          <p:nvPr userDrawn="1"/>
        </p:nvPicPr>
        <p:blipFill>
          <a:blip r:embed="rId15" cstate="print"/>
          <a:srcRect/>
          <a:stretch>
            <a:fillRect/>
          </a:stretch>
        </p:blipFill>
        <p:spPr bwMode="auto">
          <a:xfrm>
            <a:off x="10182229" y="6386633"/>
            <a:ext cx="1295399" cy="307975"/>
          </a:xfrm>
          <a:prstGeom prst="rect">
            <a:avLst/>
          </a:prstGeom>
          <a:noFill/>
          <a:ln w="9525">
            <a:noFill/>
            <a:miter lim="800000"/>
            <a:headEnd/>
            <a:tailEnd/>
          </a:ln>
        </p:spPr>
      </p:pic>
    </p:spTree>
    <p:extLst>
      <p:ext uri="{BB962C8B-B14F-4D97-AF65-F5344CB8AC3E}">
        <p14:creationId xmlns:p14="http://schemas.microsoft.com/office/powerpoint/2010/main" val="1293467356"/>
      </p:ext>
    </p:extLst>
  </p:cSld>
  <p:clrMap bg1="lt1" tx1="dk1" bg2="lt2" tx2="dk2" accent1="accent1" accent2="accent2" accent3="accent3" accent4="accent4" accent5="accent5" accent6="accent6" hlink="hlink" folHlink="folHlink"/>
  <p:sldLayoutIdLst>
    <p:sldLayoutId id="2147484567" r:id="rId1"/>
    <p:sldLayoutId id="2147484568" r:id="rId2"/>
    <p:sldLayoutId id="2147484569" r:id="rId3"/>
    <p:sldLayoutId id="2147484570" r:id="rId4"/>
    <p:sldLayoutId id="2147484571" r:id="rId5"/>
    <p:sldLayoutId id="2147484573" r:id="rId6"/>
    <p:sldLayoutId id="2147484574" r:id="rId7"/>
    <p:sldLayoutId id="2147484575" r:id="rId8"/>
    <p:sldLayoutId id="2147484576" r:id="rId9"/>
    <p:sldLayoutId id="2147484577" r:id="rId10"/>
    <p:sldLayoutId id="2147484578" r:id="rId11"/>
  </p:sldLayoutIdLst>
  <p:hf hdr="0" ftr="0" dt="0"/>
  <p:txStyles>
    <p:titleStyle>
      <a:lvl1pPr algn="l" rtl="0" eaLnBrk="0" fontAlgn="base" hangingPunct="0">
        <a:spcBef>
          <a:spcPct val="0"/>
        </a:spcBef>
        <a:spcAft>
          <a:spcPct val="0"/>
        </a:spcAft>
        <a:defRPr sz="3333" b="1">
          <a:solidFill>
            <a:srgbClr val="990000"/>
          </a:solidFill>
          <a:latin typeface="+mj-lt"/>
          <a:ea typeface="+mj-ea"/>
          <a:cs typeface="+mj-cs"/>
        </a:defRPr>
      </a:lvl1pPr>
      <a:lvl2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333" b="1">
          <a:solidFill>
            <a:srgbClr val="990000"/>
          </a:solidFill>
          <a:latin typeface="FrutigerNext LT Medium" pitchFamily="34" charset="0"/>
          <a:ea typeface="华文细黑" pitchFamily="2" charset="-122"/>
          <a:cs typeface="宋体" charset="-122"/>
        </a:defRPr>
      </a:lvl5pPr>
      <a:lvl6pPr marL="482965"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6pPr>
      <a:lvl7pPr marL="965931"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7pPr>
      <a:lvl8pPr marL="1448896"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8pPr>
      <a:lvl9pPr marL="1931860" algn="l" rtl="0" eaLnBrk="1" fontAlgn="base" hangingPunct="1">
        <a:spcBef>
          <a:spcPct val="0"/>
        </a:spcBef>
        <a:spcAft>
          <a:spcPct val="0"/>
        </a:spcAft>
        <a:defRPr sz="3333" b="1">
          <a:solidFill>
            <a:srgbClr val="990000"/>
          </a:solidFill>
          <a:latin typeface="FrutigerNext LT Medium" pitchFamily="34" charset="0"/>
          <a:ea typeface="华文细黑" pitchFamily="2" charset="-122"/>
          <a:cs typeface="宋体" charset="-122"/>
        </a:defRPr>
      </a:lvl9pPr>
    </p:titleStyle>
    <p:bodyStyle>
      <a:lvl1pPr marL="362224" indent="-362224" algn="l" rtl="0" eaLnBrk="0" fontAlgn="base" hangingPunct="0">
        <a:spcBef>
          <a:spcPct val="20000"/>
        </a:spcBef>
        <a:spcAft>
          <a:spcPct val="0"/>
        </a:spcAft>
        <a:buClr>
          <a:srgbClr val="990000"/>
        </a:buClr>
        <a:buChar char="•"/>
        <a:defRPr sz="2667" b="1">
          <a:solidFill>
            <a:schemeClr val="tx1"/>
          </a:solidFill>
          <a:latin typeface="+mn-lt"/>
          <a:ea typeface="+mn-ea"/>
          <a:cs typeface="+mn-cs"/>
        </a:defRPr>
      </a:lvl1pPr>
      <a:lvl2pPr marL="784818" indent="-301852" algn="l" rtl="0" eaLnBrk="0" fontAlgn="base" hangingPunct="0">
        <a:spcBef>
          <a:spcPct val="20000"/>
        </a:spcBef>
        <a:spcAft>
          <a:spcPct val="0"/>
        </a:spcAft>
        <a:buFont typeface="Arial" charset="0"/>
        <a:buChar char="›"/>
        <a:defRPr sz="2000">
          <a:solidFill>
            <a:schemeClr val="tx1"/>
          </a:solidFill>
          <a:latin typeface="+mn-lt"/>
          <a:ea typeface="+mn-ea"/>
          <a:cs typeface="+mn-cs"/>
        </a:defRPr>
      </a:lvl2pPr>
      <a:lvl3pPr marL="1207412" indent="-241482"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90376" indent="-241482" algn="l" rtl="0" eaLnBrk="0" fontAlgn="base" hangingPunct="0">
        <a:spcBef>
          <a:spcPct val="20000"/>
        </a:spcBef>
        <a:spcAft>
          <a:spcPct val="0"/>
        </a:spcAft>
        <a:buChar char="–"/>
        <a:defRPr sz="1733">
          <a:solidFill>
            <a:schemeClr val="tx1"/>
          </a:solidFill>
          <a:latin typeface="+mn-lt"/>
          <a:ea typeface="+mn-ea"/>
          <a:cs typeface="+mn-cs"/>
        </a:defRPr>
      </a:lvl4pPr>
      <a:lvl5pPr marL="2173342" indent="-241482" algn="l" rtl="0" eaLnBrk="0" fontAlgn="base" hangingPunct="0">
        <a:spcBef>
          <a:spcPct val="20000"/>
        </a:spcBef>
        <a:spcAft>
          <a:spcPct val="0"/>
        </a:spcAft>
        <a:buFont typeface="Arial" charset="0"/>
        <a:buChar char="~"/>
        <a:defRPr sz="1733">
          <a:solidFill>
            <a:schemeClr val="tx1"/>
          </a:solidFill>
          <a:latin typeface="+mn-lt"/>
          <a:ea typeface="+mn-ea"/>
          <a:cs typeface="+mn-cs"/>
        </a:defRPr>
      </a:lvl5pPr>
      <a:lvl6pPr marL="2656307"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6pPr>
      <a:lvl7pPr marL="3139272"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7pPr>
      <a:lvl8pPr marL="3622236"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8pPr>
      <a:lvl9pPr marL="4105200" indent="-241482" algn="l" rtl="0" eaLnBrk="1" fontAlgn="base" hangingPunct="1">
        <a:spcBef>
          <a:spcPct val="20000"/>
        </a:spcBef>
        <a:spcAft>
          <a:spcPct val="0"/>
        </a:spcAft>
        <a:buFont typeface="Arial" charset="0"/>
        <a:buChar char="~"/>
        <a:defRPr sz="1733">
          <a:solidFill>
            <a:schemeClr val="tx1"/>
          </a:solidFill>
          <a:latin typeface="+mn-lt"/>
          <a:ea typeface="+mn-ea"/>
          <a:cs typeface="+mn-cs"/>
        </a:defRPr>
      </a:lvl9pPr>
    </p:bodyStyle>
    <p:otherStyle>
      <a:defPPr>
        <a:defRPr lang="zh-CN"/>
      </a:defPPr>
      <a:lvl1pPr marL="0" algn="l" defTabSz="965931" rtl="0" eaLnBrk="1" latinLnBrk="0" hangingPunct="1">
        <a:defRPr sz="2000" kern="1200">
          <a:solidFill>
            <a:schemeClr val="tx1"/>
          </a:solidFill>
          <a:latin typeface="+mn-lt"/>
          <a:ea typeface="+mn-ea"/>
          <a:cs typeface="+mn-cs"/>
        </a:defRPr>
      </a:lvl1pPr>
      <a:lvl2pPr marL="482965" algn="l" defTabSz="965931" rtl="0" eaLnBrk="1" latinLnBrk="0" hangingPunct="1">
        <a:defRPr sz="2000" kern="1200">
          <a:solidFill>
            <a:schemeClr val="tx1"/>
          </a:solidFill>
          <a:latin typeface="+mn-lt"/>
          <a:ea typeface="+mn-ea"/>
          <a:cs typeface="+mn-cs"/>
        </a:defRPr>
      </a:lvl2pPr>
      <a:lvl3pPr marL="965931" algn="l" defTabSz="965931" rtl="0" eaLnBrk="1" latinLnBrk="0" hangingPunct="1">
        <a:defRPr sz="2000" kern="1200">
          <a:solidFill>
            <a:schemeClr val="tx1"/>
          </a:solidFill>
          <a:latin typeface="+mn-lt"/>
          <a:ea typeface="+mn-ea"/>
          <a:cs typeface="+mn-cs"/>
        </a:defRPr>
      </a:lvl3pPr>
      <a:lvl4pPr marL="1448896" algn="l" defTabSz="965931" rtl="0" eaLnBrk="1" latinLnBrk="0" hangingPunct="1">
        <a:defRPr sz="2000" kern="1200">
          <a:solidFill>
            <a:schemeClr val="tx1"/>
          </a:solidFill>
          <a:latin typeface="+mn-lt"/>
          <a:ea typeface="+mn-ea"/>
          <a:cs typeface="+mn-cs"/>
        </a:defRPr>
      </a:lvl4pPr>
      <a:lvl5pPr marL="1931860" algn="l" defTabSz="965931" rtl="0" eaLnBrk="1" latinLnBrk="0" hangingPunct="1">
        <a:defRPr sz="2000" kern="1200">
          <a:solidFill>
            <a:schemeClr val="tx1"/>
          </a:solidFill>
          <a:latin typeface="+mn-lt"/>
          <a:ea typeface="+mn-ea"/>
          <a:cs typeface="+mn-cs"/>
        </a:defRPr>
      </a:lvl5pPr>
      <a:lvl6pPr marL="2414825" algn="l" defTabSz="965931" rtl="0" eaLnBrk="1" latinLnBrk="0" hangingPunct="1">
        <a:defRPr sz="2000" kern="1200">
          <a:solidFill>
            <a:schemeClr val="tx1"/>
          </a:solidFill>
          <a:latin typeface="+mn-lt"/>
          <a:ea typeface="+mn-ea"/>
          <a:cs typeface="+mn-cs"/>
        </a:defRPr>
      </a:lvl6pPr>
      <a:lvl7pPr marL="2897789" algn="l" defTabSz="965931" rtl="0" eaLnBrk="1" latinLnBrk="0" hangingPunct="1">
        <a:defRPr sz="2000" kern="1200">
          <a:solidFill>
            <a:schemeClr val="tx1"/>
          </a:solidFill>
          <a:latin typeface="+mn-lt"/>
          <a:ea typeface="+mn-ea"/>
          <a:cs typeface="+mn-cs"/>
        </a:defRPr>
      </a:lvl7pPr>
      <a:lvl8pPr marL="3380754" algn="l" defTabSz="965931" rtl="0" eaLnBrk="1" latinLnBrk="0" hangingPunct="1">
        <a:defRPr sz="2000" kern="1200">
          <a:solidFill>
            <a:schemeClr val="tx1"/>
          </a:solidFill>
          <a:latin typeface="+mn-lt"/>
          <a:ea typeface="+mn-ea"/>
          <a:cs typeface="+mn-cs"/>
        </a:defRPr>
      </a:lvl8pPr>
      <a:lvl9pPr marL="3863718" algn="l" defTabSz="965931" rtl="0" eaLnBrk="1" latinLnBrk="0" hangingPunct="1">
        <a:defRPr sz="20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5" name="Rectangle 13"/>
          <p:cNvSpPr>
            <a:spLocks noGrp="1" noChangeArrowheads="1"/>
          </p:cNvSpPr>
          <p:nvPr>
            <p:ph type="title"/>
          </p:nvPr>
        </p:nvSpPr>
        <p:spPr bwMode="auto">
          <a:xfrm>
            <a:off x="1007896" y="357611"/>
            <a:ext cx="10179584" cy="87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09" rIns="106820" bIns="53409" numCol="1" anchor="ctr" anchorCtr="0" compatLnSpc="1">
            <a:prstTxWarp prst="textNoShape">
              <a:avLst/>
            </a:prstTxWarp>
          </a:bodyPr>
          <a:lstStyle/>
          <a:p>
            <a:pPr lvl="0"/>
            <a:r>
              <a:rPr lang="zh-CN" altLang="en-US" dirty="0"/>
              <a:t>单击此处编辑母版标题样式</a:t>
            </a:r>
          </a:p>
        </p:txBody>
      </p:sp>
      <p:sp>
        <p:nvSpPr>
          <p:cNvPr id="3076" name="Rectangle 68"/>
          <p:cNvSpPr>
            <a:spLocks noGrp="1" noChangeArrowheads="1"/>
          </p:cNvSpPr>
          <p:nvPr>
            <p:ph type="body" idx="1"/>
          </p:nvPr>
        </p:nvSpPr>
        <p:spPr bwMode="auto">
          <a:xfrm>
            <a:off x="1007796" y="1629841"/>
            <a:ext cx="10179584" cy="4193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37" tIns="53417" rIns="106837" bIns="53417"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81" name="Picture 87" descr="图片3副本"/>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0035050" y="6309322"/>
            <a:ext cx="1747932" cy="41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副标题 2"/>
          <p:cNvSpPr txBox="1">
            <a:spLocks/>
          </p:cNvSpPr>
          <p:nvPr userDrawn="1"/>
        </p:nvSpPr>
        <p:spPr bwMode="auto">
          <a:xfrm>
            <a:off x="3663848" y="6363358"/>
            <a:ext cx="4867484" cy="391583"/>
          </a:xfrm>
          <a:prstGeom prst="rect">
            <a:avLst/>
          </a:prstGeom>
        </p:spPr>
        <p:txBody>
          <a:bodyPr lIns="118804" tIns="59401" rIns="118804" bIns="59401"/>
          <a:lstStyle>
            <a:lvl1pPr marL="342900" indent="-342900" algn="l" rtl="0" eaLnBrk="1" fontAlgn="base" hangingPunct="1">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000">
                <a:solidFill>
                  <a:schemeClr val="tx1"/>
                </a:solidFill>
                <a:latin typeface="+mn-lt"/>
                <a:ea typeface="+mn-ea"/>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Font typeface="Arial" charset="0"/>
              <a:buChar char="~"/>
              <a:defRPr sz="1600">
                <a:solidFill>
                  <a:schemeClr val="tx1"/>
                </a:solidFill>
                <a:latin typeface="+mn-lt"/>
                <a:ea typeface="+mn-ea"/>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defRPr>
            </a:lvl9pPr>
          </a:lstStyle>
          <a:p>
            <a:pPr marL="0" indent="0" algn="ctr">
              <a:buFontTx/>
              <a:buNone/>
              <a:defRPr/>
            </a:pPr>
            <a:r>
              <a:rPr lang="en-US" altLang="zh-CN" sz="1559" b="0" dirty="0">
                <a:solidFill>
                  <a:srgbClr val="FFFFFF">
                    <a:lumMod val="50000"/>
                  </a:srgbClr>
                </a:solidFill>
              </a:rPr>
              <a:t>Huawei Confidential</a:t>
            </a:r>
          </a:p>
        </p:txBody>
      </p:sp>
      <p:pic>
        <p:nvPicPr>
          <p:cNvPr id="1026"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43383" y="6296159"/>
            <a:ext cx="2707922" cy="49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 name="Rectangle 5"/>
          <p:cNvSpPr>
            <a:spLocks noChangeArrowheads="1"/>
          </p:cNvSpPr>
          <p:nvPr userDrawn="1"/>
        </p:nvSpPr>
        <p:spPr bwMode="auto">
          <a:xfrm>
            <a:off x="8492132" y="6504281"/>
            <a:ext cx="398929" cy="24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67" dirty="0">
                <a:solidFill>
                  <a:srgbClr val="000000">
                    <a:lumMod val="65000"/>
                    <a:lumOff val="35000"/>
                  </a:srgbClr>
                </a:solidFill>
                <a:latin typeface="FrutigerNext LT Bold" pitchFamily="34" charset="0"/>
                <a:ea typeface="MS PGothic" panose="020B0600070205080204" pitchFamily="34" charset="-128"/>
              </a:rPr>
              <a:t> </a:t>
            </a:r>
            <a:fld id="{A4C34F22-587E-473D-9099-376F4F013A30}" type="slidenum">
              <a:rPr lang="de-DE" altLang="zh-CN" sz="1267">
                <a:solidFill>
                  <a:srgbClr val="000000">
                    <a:lumMod val="65000"/>
                    <a:lumOff val="35000"/>
                  </a:srgbClr>
                </a:solidFill>
                <a:latin typeface="FrutigerNext LT Light" pitchFamily="34" charset="0"/>
                <a:ea typeface="MS PGothic" panose="020B0600070205080204" pitchFamily="34" charset="-128"/>
              </a:rPr>
              <a:pPr eaLnBrk="0" hangingPunct="0">
                <a:lnSpc>
                  <a:spcPct val="85000"/>
                </a:lnSpc>
              </a:pPr>
              <a:t>‹#›</a:t>
            </a:fld>
            <a:endParaRPr lang="en-GB" altLang="zh-CN" sz="1267" dirty="0">
              <a:solidFill>
                <a:srgbClr val="000000">
                  <a:lumMod val="65000"/>
                  <a:lumOff val="35000"/>
                </a:srgbClr>
              </a:solidFill>
              <a:latin typeface="FrutigerNext LT Light" pitchFamily="34" charset="0"/>
              <a:ea typeface="MS PGothic" panose="020B0600070205080204" pitchFamily="34" charset="-128"/>
            </a:endParaRPr>
          </a:p>
        </p:txBody>
      </p:sp>
    </p:spTree>
    <p:extLst>
      <p:ext uri="{BB962C8B-B14F-4D97-AF65-F5344CB8AC3E}">
        <p14:creationId xmlns:p14="http://schemas.microsoft.com/office/powerpoint/2010/main" val="1870038974"/>
      </p:ext>
    </p:extLst>
  </p:cSld>
  <p:clrMap bg1="lt1" tx1="dk1" bg2="lt2" tx2="dk2" accent1="accent1" accent2="accent2" accent3="accent3" accent4="accent4" accent5="accent5" accent6="accent6" hlink="hlink" folHlink="folHlink"/>
  <p:sldLayoutIdLst>
    <p:sldLayoutId id="2147484580" r:id="rId1"/>
    <p:sldLayoutId id="2147484582" r:id="rId2"/>
  </p:sldLayoutIdLst>
  <p:transition advClick="0" advTm="8000">
    <p:fade thruBlk="1"/>
  </p:transition>
  <p:txStyles>
    <p:titleStyle>
      <a:lvl1pPr algn="l" rtl="0" eaLnBrk="0" fontAlgn="base" hangingPunct="0">
        <a:spcBef>
          <a:spcPct val="0"/>
        </a:spcBef>
        <a:spcAft>
          <a:spcPct val="0"/>
        </a:spcAft>
        <a:defRPr sz="4678" b="1">
          <a:solidFill>
            <a:srgbClr val="002060"/>
          </a:solidFill>
          <a:latin typeface="Arial" pitchFamily="34" charset="0"/>
          <a:ea typeface="微软雅黑" pitchFamily="34" charset="-122"/>
          <a:cs typeface="Arial" pitchFamily="34" charset="0"/>
        </a:defRPr>
      </a:lvl1pPr>
      <a:lvl2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2pPr>
      <a:lvl3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3pPr>
      <a:lvl4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4pPr>
      <a:lvl5pPr algn="l" rtl="0" eaLnBrk="0" fontAlgn="base" hangingPunct="0">
        <a:spcBef>
          <a:spcPct val="0"/>
        </a:spcBef>
        <a:spcAft>
          <a:spcPct val="0"/>
        </a:spcAft>
        <a:defRPr sz="4191" b="1">
          <a:solidFill>
            <a:srgbClr val="990000"/>
          </a:solidFill>
          <a:latin typeface="Arial" charset="0"/>
          <a:ea typeface="黑体" pitchFamily="49" charset="-122"/>
          <a:cs typeface="Arial" charset="0"/>
        </a:defRPr>
      </a:lvl5pPr>
      <a:lvl6pPr marL="594012"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6pPr>
      <a:lvl7pPr marL="1188025"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7pPr>
      <a:lvl8pPr marL="1782037"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8pPr>
      <a:lvl9pPr marL="2376048" algn="l" rtl="0" eaLnBrk="1" fontAlgn="base" hangingPunct="1">
        <a:spcBef>
          <a:spcPct val="0"/>
        </a:spcBef>
        <a:spcAft>
          <a:spcPct val="0"/>
        </a:spcAft>
        <a:defRPr sz="4191" b="1">
          <a:solidFill>
            <a:srgbClr val="990000"/>
          </a:solidFill>
          <a:latin typeface="FrutigerNext LT Medium" pitchFamily="34" charset="0"/>
          <a:ea typeface="华文细黑" pitchFamily="2" charset="-122"/>
          <a:cs typeface="宋体" charset="-122"/>
        </a:defRPr>
      </a:lvl9pPr>
    </p:titleStyle>
    <p:bodyStyle>
      <a:lvl1pPr marL="445509" indent="-445509" algn="l" rtl="0" eaLnBrk="0" fontAlgn="base" hangingPunct="0">
        <a:lnSpc>
          <a:spcPct val="140000"/>
        </a:lnSpc>
        <a:spcBef>
          <a:spcPct val="0"/>
        </a:spcBef>
        <a:spcAft>
          <a:spcPct val="0"/>
        </a:spcAft>
        <a:buClr>
          <a:srgbClr val="777777"/>
        </a:buClr>
        <a:buSzPct val="60000"/>
        <a:buFont typeface="Wingdings" charset="2"/>
        <a:buChar char="l"/>
        <a:defRPr sz="2631">
          <a:solidFill>
            <a:schemeClr val="tx1"/>
          </a:solidFill>
          <a:latin typeface="+mn-lt"/>
          <a:ea typeface="微软雅黑" pitchFamily="34" charset="-122"/>
          <a:cs typeface="+mn-cs"/>
        </a:defRPr>
      </a:lvl1pPr>
      <a:lvl2pPr marL="965270" indent="-371257" algn="l" rtl="0" eaLnBrk="0" fontAlgn="base" hangingPunct="0">
        <a:lnSpc>
          <a:spcPct val="140000"/>
        </a:lnSpc>
        <a:spcBef>
          <a:spcPct val="0"/>
        </a:spcBef>
        <a:spcAft>
          <a:spcPct val="0"/>
        </a:spcAft>
        <a:buSzPct val="50000"/>
        <a:buFont typeface="Wingdings" charset="2"/>
        <a:buChar char="p"/>
        <a:defRPr>
          <a:solidFill>
            <a:schemeClr val="tx1"/>
          </a:solidFill>
          <a:latin typeface="+mn-lt"/>
          <a:ea typeface="+mn-ea"/>
          <a:cs typeface="+mn-cs"/>
        </a:defRPr>
      </a:lvl2pPr>
      <a:lvl3pPr marL="1485030" indent="-297006" algn="l" rtl="0" eaLnBrk="0" fontAlgn="base" hangingPunct="0">
        <a:lnSpc>
          <a:spcPct val="140000"/>
        </a:lnSpc>
        <a:spcBef>
          <a:spcPct val="0"/>
        </a:spcBef>
        <a:spcAft>
          <a:spcPct val="0"/>
        </a:spcAft>
        <a:buSzPct val="50000"/>
        <a:buFont typeface="Wingdings" charset="2"/>
        <a:buChar char="n"/>
        <a:defRPr sz="2047">
          <a:solidFill>
            <a:schemeClr val="tx1"/>
          </a:solidFill>
          <a:latin typeface="+mn-lt"/>
          <a:ea typeface="+mn-ea"/>
          <a:cs typeface="+mn-cs"/>
        </a:defRPr>
      </a:lvl3pPr>
      <a:lvl4pPr marL="2079043" indent="-297006" algn="l" rtl="0" eaLnBrk="0" fontAlgn="base" hangingPunct="0">
        <a:lnSpc>
          <a:spcPct val="140000"/>
        </a:lnSpc>
        <a:spcBef>
          <a:spcPct val="0"/>
        </a:spcBef>
        <a:spcAft>
          <a:spcPct val="0"/>
        </a:spcAft>
        <a:buChar char="–"/>
        <a:defRPr sz="1852">
          <a:solidFill>
            <a:schemeClr val="tx1"/>
          </a:solidFill>
          <a:latin typeface="+mn-lt"/>
          <a:ea typeface="+mn-ea"/>
          <a:cs typeface="+mn-cs"/>
        </a:defRPr>
      </a:lvl4pPr>
      <a:lvl5pPr marL="2673055" indent="-297006" algn="l" rtl="0" eaLnBrk="0" fontAlgn="base" hangingPunct="0">
        <a:lnSpc>
          <a:spcPct val="140000"/>
        </a:lnSpc>
        <a:spcBef>
          <a:spcPct val="0"/>
        </a:spcBef>
        <a:spcAft>
          <a:spcPct val="0"/>
        </a:spcAft>
        <a:buFont typeface="Arial" charset="0"/>
        <a:buChar char="~"/>
        <a:defRPr sz="1559">
          <a:solidFill>
            <a:schemeClr val="tx1"/>
          </a:solidFill>
          <a:latin typeface="+mn-lt"/>
          <a:ea typeface="+mn-ea"/>
          <a:cs typeface="+mn-cs"/>
        </a:defRPr>
      </a:lvl5pPr>
      <a:lvl6pPr marL="3267067"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6pPr>
      <a:lvl7pPr marL="3861080"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7pPr>
      <a:lvl8pPr marL="4455092"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8pPr>
      <a:lvl9pPr marL="5049103" indent="-297006" algn="l" rtl="0" eaLnBrk="1" fontAlgn="base" hangingPunct="1">
        <a:spcBef>
          <a:spcPct val="20000"/>
        </a:spcBef>
        <a:spcAft>
          <a:spcPct val="0"/>
        </a:spcAft>
        <a:buFont typeface="Arial" charset="0"/>
        <a:buChar char="~"/>
        <a:defRPr sz="2047">
          <a:solidFill>
            <a:schemeClr val="tx1"/>
          </a:solidFill>
          <a:latin typeface="+mn-lt"/>
          <a:ea typeface="+mn-ea"/>
          <a:cs typeface="+mn-cs"/>
        </a:defRPr>
      </a:lvl9pPr>
    </p:bodyStyle>
    <p:otherStyle>
      <a:defPPr>
        <a:defRPr lang="zh-CN"/>
      </a:defPPr>
      <a:lvl1pPr marL="0" algn="l" defTabSz="1188025" rtl="0" eaLnBrk="1" latinLnBrk="0" hangingPunct="1">
        <a:defRPr sz="2339" kern="1200">
          <a:solidFill>
            <a:schemeClr val="tx1"/>
          </a:solidFill>
          <a:latin typeface="+mn-lt"/>
          <a:ea typeface="+mn-ea"/>
          <a:cs typeface="+mn-cs"/>
        </a:defRPr>
      </a:lvl1pPr>
      <a:lvl2pPr marL="594012" algn="l" defTabSz="1188025" rtl="0" eaLnBrk="1" latinLnBrk="0" hangingPunct="1">
        <a:defRPr sz="2339" kern="1200">
          <a:solidFill>
            <a:schemeClr val="tx1"/>
          </a:solidFill>
          <a:latin typeface="+mn-lt"/>
          <a:ea typeface="+mn-ea"/>
          <a:cs typeface="+mn-cs"/>
        </a:defRPr>
      </a:lvl2pPr>
      <a:lvl3pPr marL="1188025" algn="l" defTabSz="1188025" rtl="0" eaLnBrk="1" latinLnBrk="0" hangingPunct="1">
        <a:defRPr sz="2339" kern="1200">
          <a:solidFill>
            <a:schemeClr val="tx1"/>
          </a:solidFill>
          <a:latin typeface="+mn-lt"/>
          <a:ea typeface="+mn-ea"/>
          <a:cs typeface="+mn-cs"/>
        </a:defRPr>
      </a:lvl3pPr>
      <a:lvl4pPr marL="1782037" algn="l" defTabSz="1188025" rtl="0" eaLnBrk="1" latinLnBrk="0" hangingPunct="1">
        <a:defRPr sz="2339" kern="1200">
          <a:solidFill>
            <a:schemeClr val="tx1"/>
          </a:solidFill>
          <a:latin typeface="+mn-lt"/>
          <a:ea typeface="+mn-ea"/>
          <a:cs typeface="+mn-cs"/>
        </a:defRPr>
      </a:lvl4pPr>
      <a:lvl5pPr marL="2376048" algn="l" defTabSz="1188025" rtl="0" eaLnBrk="1" latinLnBrk="0" hangingPunct="1">
        <a:defRPr sz="2339" kern="1200">
          <a:solidFill>
            <a:schemeClr val="tx1"/>
          </a:solidFill>
          <a:latin typeface="+mn-lt"/>
          <a:ea typeface="+mn-ea"/>
          <a:cs typeface="+mn-cs"/>
        </a:defRPr>
      </a:lvl5pPr>
      <a:lvl6pPr marL="2970061" algn="l" defTabSz="1188025" rtl="0" eaLnBrk="1" latinLnBrk="0" hangingPunct="1">
        <a:defRPr sz="2339" kern="1200">
          <a:solidFill>
            <a:schemeClr val="tx1"/>
          </a:solidFill>
          <a:latin typeface="+mn-lt"/>
          <a:ea typeface="+mn-ea"/>
          <a:cs typeface="+mn-cs"/>
        </a:defRPr>
      </a:lvl6pPr>
      <a:lvl7pPr marL="3564073" algn="l" defTabSz="1188025" rtl="0" eaLnBrk="1" latinLnBrk="0" hangingPunct="1">
        <a:defRPr sz="2339" kern="1200">
          <a:solidFill>
            <a:schemeClr val="tx1"/>
          </a:solidFill>
          <a:latin typeface="+mn-lt"/>
          <a:ea typeface="+mn-ea"/>
          <a:cs typeface="+mn-cs"/>
        </a:defRPr>
      </a:lvl7pPr>
      <a:lvl8pPr marL="4158085" algn="l" defTabSz="1188025" rtl="0" eaLnBrk="1" latinLnBrk="0" hangingPunct="1">
        <a:defRPr sz="2339" kern="1200">
          <a:solidFill>
            <a:schemeClr val="tx1"/>
          </a:solidFill>
          <a:latin typeface="+mn-lt"/>
          <a:ea typeface="+mn-ea"/>
          <a:cs typeface="+mn-cs"/>
        </a:defRPr>
      </a:lvl8pPr>
      <a:lvl9pPr marL="4752098" algn="l" defTabSz="1188025" rtl="0" eaLnBrk="1" latinLnBrk="0" hangingPunct="1">
        <a:defRPr sz="2339"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829948" y="274654"/>
            <a:ext cx="10755467" cy="627062"/>
          </a:xfrm>
          <a:prstGeom prst="rect">
            <a:avLst/>
          </a:prstGeom>
          <a:noFill/>
          <a:ln w="9525">
            <a:noFill/>
            <a:miter lim="800000"/>
            <a:headEnd/>
            <a:tailEnd/>
          </a:ln>
        </p:spPr>
        <p:txBody>
          <a:bodyPr vert="horz" wrap="square" lIns="78242" tIns="39120" rIns="78242" bIns="39120" numCol="1" anchor="ctr" anchorCtr="0" compatLnSpc="1">
            <a:prstTxWarp prst="textNoShape">
              <a:avLst/>
            </a:prstTxWarp>
          </a:bodyPr>
          <a:lstStyle/>
          <a:p>
            <a:pPr lvl="0"/>
            <a:r>
              <a:rPr lang="zh-CN" altLang="en-US" dirty="0"/>
              <a:t>单击此处编辑母版标题样式</a:t>
            </a:r>
          </a:p>
        </p:txBody>
      </p:sp>
      <p:sp>
        <p:nvSpPr>
          <p:cNvPr id="9219" name="Rectangle 3"/>
          <p:cNvSpPr>
            <a:spLocks noGrp="1" noChangeArrowheads="1"/>
          </p:cNvSpPr>
          <p:nvPr>
            <p:ph type="body" idx="1"/>
          </p:nvPr>
        </p:nvSpPr>
        <p:spPr bwMode="auto">
          <a:xfrm>
            <a:off x="829948" y="1181117"/>
            <a:ext cx="10755467" cy="4945062"/>
          </a:xfrm>
          <a:prstGeom prst="rect">
            <a:avLst/>
          </a:prstGeom>
          <a:noFill/>
          <a:ln w="9525">
            <a:noFill/>
            <a:miter lim="800000"/>
            <a:headEnd/>
            <a:tailEnd/>
          </a:ln>
        </p:spPr>
        <p:txBody>
          <a:bodyPr vert="horz" wrap="square" lIns="78242" tIns="39120" rIns="78242" bIns="391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9220" name="Picture 4" descr="7"/>
          <p:cNvPicPr>
            <a:picLocks noChangeAspect="1" noChangeArrowheads="1"/>
          </p:cNvPicPr>
          <p:nvPr/>
        </p:nvPicPr>
        <p:blipFill>
          <a:blip r:embed="rId14" cstate="print"/>
          <a:srcRect/>
          <a:stretch>
            <a:fillRect/>
          </a:stretch>
        </p:blipFill>
        <p:spPr bwMode="auto">
          <a:xfrm>
            <a:off x="30" y="6221762"/>
            <a:ext cx="12193058" cy="636587"/>
          </a:xfrm>
          <a:prstGeom prst="rect">
            <a:avLst/>
          </a:prstGeom>
          <a:noFill/>
          <a:ln w="9525">
            <a:noFill/>
            <a:miter lim="800000"/>
            <a:headEnd/>
            <a:tailEnd/>
          </a:ln>
        </p:spPr>
      </p:pic>
      <p:sp>
        <p:nvSpPr>
          <p:cNvPr id="562181" name="Text Box 5"/>
          <p:cNvSpPr txBox="1">
            <a:spLocks noChangeArrowheads="1"/>
          </p:cNvSpPr>
          <p:nvPr/>
        </p:nvSpPr>
        <p:spPr bwMode="auto">
          <a:xfrm>
            <a:off x="870204" y="6466245"/>
            <a:ext cx="2743392" cy="264801"/>
          </a:xfrm>
          <a:prstGeom prst="rect">
            <a:avLst/>
          </a:prstGeom>
          <a:noFill/>
          <a:ln w="9525">
            <a:noFill/>
            <a:miter lim="800000"/>
            <a:headEnd/>
            <a:tailEnd/>
          </a:ln>
        </p:spPr>
        <p:txBody>
          <a:bodyPr wrap="none" lIns="78446" tIns="39224" rIns="78446" bIns="39224">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en-US" altLang="zh-CN" sz="1203" b="0" i="0" u="none" strike="noStrike" kern="1200" cap="none" spc="0" normalizeH="0" baseline="0" noProof="0" dirty="0">
                <a:ln>
                  <a:noFill/>
                </a:ln>
                <a:solidFill>
                  <a:srgbClr val="000000"/>
                </a:solidFill>
                <a:effectLst/>
                <a:uLnTx/>
                <a:uFillTx/>
                <a:latin typeface="FrutigerNext LT Bold" pitchFamily="1" charset="0"/>
                <a:ea typeface="ＭＳ Ｐゴシック" pitchFamily="34" charset="-128"/>
                <a:cs typeface="+mn-cs"/>
              </a:rPr>
              <a:t>HUAWEI TECHNOLOGIES Co., Ltd.</a:t>
            </a:r>
            <a:endParaRPr kumimoji="0" lang="en-US" altLang="zh-CN" sz="2105" b="0"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pic>
        <p:nvPicPr>
          <p:cNvPr id="9222" name="Picture 6" descr="8"/>
          <p:cNvPicPr>
            <a:picLocks noChangeAspect="1" noChangeArrowheads="1"/>
          </p:cNvPicPr>
          <p:nvPr/>
        </p:nvPicPr>
        <p:blipFill>
          <a:blip r:embed="rId15" cstate="print"/>
          <a:srcRect/>
          <a:stretch>
            <a:fillRect/>
          </a:stretch>
        </p:blipFill>
        <p:spPr bwMode="auto">
          <a:xfrm>
            <a:off x="10014447" y="6401146"/>
            <a:ext cx="1746706" cy="309562"/>
          </a:xfrm>
          <a:prstGeom prst="rect">
            <a:avLst/>
          </a:prstGeom>
          <a:noFill/>
          <a:ln w="9525">
            <a:noFill/>
            <a:miter lim="800000"/>
            <a:headEnd/>
            <a:tailEnd/>
          </a:ln>
        </p:spPr>
      </p:pic>
      <p:sp>
        <p:nvSpPr>
          <p:cNvPr id="562183" name="Rectangle 7"/>
          <p:cNvSpPr>
            <a:spLocks noChangeArrowheads="1"/>
          </p:cNvSpPr>
          <p:nvPr/>
        </p:nvSpPr>
        <p:spPr bwMode="auto">
          <a:xfrm>
            <a:off x="4882331" y="6467822"/>
            <a:ext cx="1677602" cy="264321"/>
          </a:xfrm>
          <a:prstGeom prst="rect">
            <a:avLst/>
          </a:prstGeom>
          <a:noFill/>
          <a:ln w="9525" algn="ctr">
            <a:noFill/>
            <a:miter lim="800000"/>
            <a:headEnd/>
            <a:tailEnd/>
          </a:ln>
          <a:effectLst/>
        </p:spPr>
        <p:txBody>
          <a:bodyPr wrap="none" lIns="78442" tIns="39220" rIns="78442" bIns="39220">
            <a:spAutoFit/>
          </a:bodyPr>
          <a:lstStyle/>
          <a:p>
            <a:pPr marL="0" marR="0" lvl="0" indent="0" algn="l" defTabSz="785572" rtl="0" eaLnBrk="0" fontAlgn="base" latinLnBrk="0" hangingPunct="0">
              <a:lnSpc>
                <a:spcPct val="100000"/>
              </a:lnSpc>
              <a:spcBef>
                <a:spcPct val="0"/>
              </a:spcBef>
              <a:spcAft>
                <a:spcPct val="0"/>
              </a:spcAft>
              <a:buClrTx/>
              <a:buSzTx/>
              <a:buFontTx/>
              <a:buNone/>
              <a:tabLst/>
              <a:defRPr/>
            </a:pPr>
            <a:r>
              <a:rPr kumimoji="0" lang="en-US" altLang="zh-CN" sz="1203" b="0" i="0" u="none" strike="noStrike" kern="1200" cap="none" spc="0" normalizeH="0" baseline="0" noProof="0" dirty="0">
                <a:ln>
                  <a:noFill/>
                </a:ln>
                <a:solidFill>
                  <a:srgbClr val="000000"/>
                </a:solidFill>
                <a:effectLst/>
                <a:uLnTx/>
                <a:uFillTx/>
                <a:latin typeface="FrutigerNext LT Bold" charset="0"/>
                <a:ea typeface="MS PGothic" pitchFamily="34" charset="-128"/>
                <a:cs typeface="+mn-cs"/>
              </a:rPr>
              <a:t>HUAWEI Confidential </a:t>
            </a:r>
          </a:p>
        </p:txBody>
      </p:sp>
      <p:sp>
        <p:nvSpPr>
          <p:cNvPr id="562184" name="Rectangle 8"/>
          <p:cNvSpPr>
            <a:spLocks noGrp="1" noChangeArrowheads="1"/>
          </p:cNvSpPr>
          <p:nvPr>
            <p:ph type="dt" sz="half" idx="2"/>
          </p:nvPr>
        </p:nvSpPr>
        <p:spPr bwMode="auto">
          <a:xfrm>
            <a:off x="8293173" y="6372243"/>
            <a:ext cx="1645078" cy="128587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lnSpc>
                <a:spcPct val="85000"/>
              </a:lnSpc>
              <a:defRPr sz="1203" b="0">
                <a:latin typeface="FrutigerNext LT Medium" pitchFamily="34" charset="0"/>
              </a:defRPr>
            </a:lvl1pPr>
          </a:lstStyle>
          <a:p>
            <a:pPr defTabSz="916777" eaLnBrk="0" hangingPunct="0"/>
            <a:endParaRPr lang="de-DE" altLang="zh-CN">
              <a:solidFill>
                <a:srgbClr val="000000"/>
              </a:solidFill>
              <a:ea typeface="ＭＳ Ｐゴシック" pitchFamily="34" charset="-128"/>
            </a:endParaRPr>
          </a:p>
          <a:p>
            <a:pPr eaLnBrk="0" hangingPunct="0"/>
            <a:r>
              <a:rPr lang="de-DE" altLang="zh-CN">
                <a:solidFill>
                  <a:srgbClr val="000000"/>
                </a:solidFill>
                <a:ea typeface="ＭＳ Ｐゴシック" pitchFamily="34" charset="-128"/>
              </a:rPr>
              <a:t>Page </a:t>
            </a:r>
            <a:fld id="{B39E8BB6-483B-4B0D-8330-6765D18D4193}" type="slidenum">
              <a:rPr lang="de-DE" altLang="zh-CN" smtClean="0">
                <a:solidFill>
                  <a:srgbClr val="000000"/>
                </a:solidFill>
                <a:ea typeface="ＭＳ Ｐゴシック" pitchFamily="34" charset="-128"/>
              </a:rPr>
              <a:pPr eaLnBrk="0" hangingPunct="0"/>
              <a:t>‹#›</a:t>
            </a:fld>
            <a:endParaRPr lang="en-GB" altLang="zh-CN">
              <a:solidFill>
                <a:srgbClr val="000000"/>
              </a:solidFill>
              <a:ea typeface="ＭＳ Ｐゴシック" pitchFamily="34" charset="-128"/>
            </a:endParaRPr>
          </a:p>
        </p:txBody>
      </p:sp>
    </p:spTree>
    <p:extLst>
      <p:ext uri="{BB962C8B-B14F-4D97-AF65-F5344CB8AC3E}">
        <p14:creationId xmlns:p14="http://schemas.microsoft.com/office/powerpoint/2010/main" val="1537844879"/>
      </p:ext>
    </p:extLst>
  </p:cSld>
  <p:clrMap bg1="lt1" tx1="dk1" bg2="lt2" tx2="dk2" accent1="accent1" accent2="accent2" accent3="accent3" accent4="accent4" accent5="accent5" accent6="accent6" hlink="hlink" folHlink="folHlink"/>
  <p:sldLayoutIdLst>
    <p:sldLayoutId id="2147484584" r:id="rId1"/>
    <p:sldLayoutId id="2147484585" r:id="rId2"/>
    <p:sldLayoutId id="2147484586" r:id="rId3"/>
    <p:sldLayoutId id="2147484587" r:id="rId4"/>
    <p:sldLayoutId id="2147484588" r:id="rId5"/>
    <p:sldLayoutId id="2147484589" r:id="rId6"/>
    <p:sldLayoutId id="2147484590" r:id="rId7"/>
    <p:sldLayoutId id="2147484591" r:id="rId8"/>
    <p:sldLayoutId id="2147484592" r:id="rId9"/>
    <p:sldLayoutId id="2147484593" r:id="rId10"/>
    <p:sldLayoutId id="2147484594" r:id="rId11"/>
    <p:sldLayoutId id="2147484595" r:id="rId12"/>
  </p:sldLayoutIdLst>
  <p:hf sldNum="0" hdr="0" ftr="0"/>
  <p:txStyles>
    <p:titleStyle>
      <a:lvl1pPr algn="l" defTabSz="785572" rtl="0" eaLnBrk="0" fontAlgn="base" hangingPunct="0">
        <a:spcBef>
          <a:spcPct val="0"/>
        </a:spcBef>
        <a:spcAft>
          <a:spcPct val="0"/>
        </a:spcAft>
        <a:defRPr sz="3008" b="1">
          <a:solidFill>
            <a:srgbClr val="990000"/>
          </a:solidFill>
          <a:latin typeface="+mj-lt"/>
          <a:ea typeface="+mj-ea"/>
          <a:cs typeface="+mj-cs"/>
        </a:defRPr>
      </a:lvl1pPr>
      <a:lvl2pPr algn="l" defTabSz="785572" rtl="0" eaLnBrk="0" fontAlgn="base" hangingPunct="0">
        <a:spcBef>
          <a:spcPct val="0"/>
        </a:spcBef>
        <a:spcAft>
          <a:spcPct val="0"/>
        </a:spcAft>
        <a:defRPr sz="3008" b="1">
          <a:solidFill>
            <a:srgbClr val="990000"/>
          </a:solidFill>
          <a:latin typeface="Arial" charset="0"/>
          <a:ea typeface="宋体" charset="-122"/>
        </a:defRPr>
      </a:lvl2pPr>
      <a:lvl3pPr algn="l" defTabSz="785572" rtl="0" eaLnBrk="0" fontAlgn="base" hangingPunct="0">
        <a:spcBef>
          <a:spcPct val="0"/>
        </a:spcBef>
        <a:spcAft>
          <a:spcPct val="0"/>
        </a:spcAft>
        <a:defRPr sz="3008" b="1">
          <a:solidFill>
            <a:srgbClr val="990000"/>
          </a:solidFill>
          <a:latin typeface="Arial" charset="0"/>
          <a:ea typeface="宋体" charset="-122"/>
        </a:defRPr>
      </a:lvl3pPr>
      <a:lvl4pPr algn="l" defTabSz="785572" rtl="0" eaLnBrk="0" fontAlgn="base" hangingPunct="0">
        <a:spcBef>
          <a:spcPct val="0"/>
        </a:spcBef>
        <a:spcAft>
          <a:spcPct val="0"/>
        </a:spcAft>
        <a:defRPr sz="3008" b="1">
          <a:solidFill>
            <a:srgbClr val="990000"/>
          </a:solidFill>
          <a:latin typeface="Arial" charset="0"/>
          <a:ea typeface="宋体" charset="-122"/>
        </a:defRPr>
      </a:lvl4pPr>
      <a:lvl5pPr algn="l" defTabSz="785572" rtl="0" eaLnBrk="0" fontAlgn="base" hangingPunct="0">
        <a:spcBef>
          <a:spcPct val="0"/>
        </a:spcBef>
        <a:spcAft>
          <a:spcPct val="0"/>
        </a:spcAft>
        <a:defRPr sz="3008" b="1">
          <a:solidFill>
            <a:srgbClr val="990000"/>
          </a:solidFill>
          <a:latin typeface="Arial" charset="0"/>
          <a:ea typeface="宋体" charset="-122"/>
        </a:defRPr>
      </a:lvl5pPr>
      <a:lvl6pPr marL="457982" algn="l" defTabSz="785572" rtl="0" fontAlgn="base">
        <a:spcBef>
          <a:spcPct val="0"/>
        </a:spcBef>
        <a:spcAft>
          <a:spcPct val="0"/>
        </a:spcAft>
        <a:defRPr sz="3008" b="1">
          <a:solidFill>
            <a:srgbClr val="990000"/>
          </a:solidFill>
          <a:latin typeface="Arial" charset="0"/>
          <a:ea typeface="宋体" charset="-122"/>
        </a:defRPr>
      </a:lvl6pPr>
      <a:lvl7pPr marL="915971" algn="l" defTabSz="785572" rtl="0" fontAlgn="base">
        <a:spcBef>
          <a:spcPct val="0"/>
        </a:spcBef>
        <a:spcAft>
          <a:spcPct val="0"/>
        </a:spcAft>
        <a:defRPr sz="3008" b="1">
          <a:solidFill>
            <a:srgbClr val="990000"/>
          </a:solidFill>
          <a:latin typeface="Arial" charset="0"/>
          <a:ea typeface="宋体" charset="-122"/>
        </a:defRPr>
      </a:lvl7pPr>
      <a:lvl8pPr marL="1373957" algn="l" defTabSz="785572" rtl="0" fontAlgn="base">
        <a:spcBef>
          <a:spcPct val="0"/>
        </a:spcBef>
        <a:spcAft>
          <a:spcPct val="0"/>
        </a:spcAft>
        <a:defRPr sz="3008" b="1">
          <a:solidFill>
            <a:srgbClr val="990000"/>
          </a:solidFill>
          <a:latin typeface="Arial" charset="0"/>
          <a:ea typeface="宋体" charset="-122"/>
        </a:defRPr>
      </a:lvl8pPr>
      <a:lvl9pPr marL="1831939" algn="l" defTabSz="785572" rtl="0" fontAlgn="base">
        <a:spcBef>
          <a:spcPct val="0"/>
        </a:spcBef>
        <a:spcAft>
          <a:spcPct val="0"/>
        </a:spcAft>
        <a:defRPr sz="3008" b="1">
          <a:solidFill>
            <a:srgbClr val="990000"/>
          </a:solidFill>
          <a:latin typeface="Arial" charset="0"/>
          <a:ea typeface="宋体" charset="-122"/>
        </a:defRPr>
      </a:lvl9pPr>
    </p:titleStyle>
    <p:bodyStyle>
      <a:lvl1pPr marL="294192" indent="-294192" algn="l" defTabSz="785572" rtl="0" eaLnBrk="0" fontAlgn="base" hangingPunct="0">
        <a:lnSpc>
          <a:spcPct val="140000"/>
        </a:lnSpc>
        <a:spcBef>
          <a:spcPct val="0"/>
        </a:spcBef>
        <a:spcAft>
          <a:spcPct val="0"/>
        </a:spcAft>
        <a:defRPr sz="1805" b="1">
          <a:solidFill>
            <a:schemeClr val="tx1"/>
          </a:solidFill>
          <a:latin typeface="+mn-lt"/>
          <a:ea typeface="+mn-ea"/>
          <a:cs typeface="+mn-cs"/>
        </a:defRPr>
      </a:lvl1pPr>
      <a:lvl2pPr marL="637680" indent="-244896" algn="l" defTabSz="785572" rtl="0" eaLnBrk="0" fontAlgn="base" hangingPunct="0">
        <a:lnSpc>
          <a:spcPct val="140000"/>
        </a:lnSpc>
        <a:spcBef>
          <a:spcPct val="0"/>
        </a:spcBef>
        <a:spcAft>
          <a:spcPct val="0"/>
        </a:spcAft>
        <a:defRPr sz="1805">
          <a:solidFill>
            <a:schemeClr val="tx1"/>
          </a:solidFill>
          <a:latin typeface="+mn-lt"/>
          <a:ea typeface="+mn-ea"/>
        </a:defRPr>
      </a:lvl2pPr>
      <a:lvl3pPr marL="981170" indent="-195599" algn="l" defTabSz="785572" rtl="0" eaLnBrk="0" fontAlgn="base" hangingPunct="0">
        <a:lnSpc>
          <a:spcPct val="140000"/>
        </a:lnSpc>
        <a:spcBef>
          <a:spcPct val="0"/>
        </a:spcBef>
        <a:spcAft>
          <a:spcPct val="0"/>
        </a:spcAft>
        <a:defRPr sz="1805">
          <a:solidFill>
            <a:schemeClr val="tx1"/>
          </a:solidFill>
          <a:latin typeface="+mn-lt"/>
          <a:ea typeface="+mn-ea"/>
        </a:defRPr>
      </a:lvl3pPr>
      <a:lvl4pPr marL="1373957" indent="-197191" algn="l" defTabSz="785572" rtl="0" eaLnBrk="0" fontAlgn="base" hangingPunct="0">
        <a:lnSpc>
          <a:spcPct val="140000"/>
        </a:lnSpc>
        <a:spcBef>
          <a:spcPct val="0"/>
        </a:spcBef>
        <a:spcAft>
          <a:spcPct val="0"/>
        </a:spcAft>
        <a:defRPr sz="1805">
          <a:solidFill>
            <a:schemeClr val="tx1"/>
          </a:solidFill>
          <a:latin typeface="+mn-lt"/>
          <a:ea typeface="+mn-ea"/>
        </a:defRPr>
      </a:lvl4pPr>
      <a:lvl5pPr marL="1765151" indent="-195599" algn="l" defTabSz="785572" rtl="0" eaLnBrk="0" fontAlgn="base" hangingPunct="0">
        <a:lnSpc>
          <a:spcPct val="140000"/>
        </a:lnSpc>
        <a:spcBef>
          <a:spcPct val="0"/>
        </a:spcBef>
        <a:spcAft>
          <a:spcPct val="0"/>
        </a:spcAft>
        <a:defRPr sz="1805">
          <a:solidFill>
            <a:schemeClr val="tx1"/>
          </a:solidFill>
          <a:latin typeface="+mn-lt"/>
          <a:ea typeface="+mn-ea"/>
        </a:defRPr>
      </a:lvl5pPr>
      <a:lvl6pPr marL="2223133" indent="-195599" algn="l" defTabSz="785572" rtl="0" fontAlgn="base">
        <a:lnSpc>
          <a:spcPct val="140000"/>
        </a:lnSpc>
        <a:spcBef>
          <a:spcPct val="0"/>
        </a:spcBef>
        <a:spcAft>
          <a:spcPct val="0"/>
        </a:spcAft>
        <a:defRPr sz="1805">
          <a:solidFill>
            <a:schemeClr val="tx1"/>
          </a:solidFill>
          <a:latin typeface="+mn-lt"/>
          <a:ea typeface="+mn-ea"/>
        </a:defRPr>
      </a:lvl6pPr>
      <a:lvl7pPr marL="2681122" indent="-195599" algn="l" defTabSz="785572" rtl="0" fontAlgn="base">
        <a:lnSpc>
          <a:spcPct val="140000"/>
        </a:lnSpc>
        <a:spcBef>
          <a:spcPct val="0"/>
        </a:spcBef>
        <a:spcAft>
          <a:spcPct val="0"/>
        </a:spcAft>
        <a:defRPr sz="1805">
          <a:solidFill>
            <a:schemeClr val="tx1"/>
          </a:solidFill>
          <a:latin typeface="+mn-lt"/>
          <a:ea typeface="+mn-ea"/>
        </a:defRPr>
      </a:lvl7pPr>
      <a:lvl8pPr marL="3139111" indent="-195599" algn="l" defTabSz="785572" rtl="0" fontAlgn="base">
        <a:lnSpc>
          <a:spcPct val="140000"/>
        </a:lnSpc>
        <a:spcBef>
          <a:spcPct val="0"/>
        </a:spcBef>
        <a:spcAft>
          <a:spcPct val="0"/>
        </a:spcAft>
        <a:defRPr sz="1805">
          <a:solidFill>
            <a:schemeClr val="tx1"/>
          </a:solidFill>
          <a:latin typeface="+mn-lt"/>
          <a:ea typeface="+mn-ea"/>
        </a:defRPr>
      </a:lvl8pPr>
      <a:lvl9pPr marL="3597093" indent="-195599" algn="l" defTabSz="785572" rtl="0" fontAlgn="base">
        <a:lnSpc>
          <a:spcPct val="140000"/>
        </a:lnSpc>
        <a:spcBef>
          <a:spcPct val="0"/>
        </a:spcBef>
        <a:spcAft>
          <a:spcPct val="0"/>
        </a:spcAft>
        <a:defRPr sz="1805">
          <a:solidFill>
            <a:schemeClr val="tx1"/>
          </a:solidFill>
          <a:latin typeface="+mn-lt"/>
          <a:ea typeface="+mn-ea"/>
        </a:defRPr>
      </a:lvl9pPr>
    </p:bodyStyle>
    <p:otherStyle>
      <a:defPPr>
        <a:defRPr lang="zh-CN"/>
      </a:defPPr>
      <a:lvl1pPr marL="0" algn="l" defTabSz="915971" rtl="0" eaLnBrk="1" latinLnBrk="0" hangingPunct="1">
        <a:defRPr sz="1805" kern="1200">
          <a:solidFill>
            <a:schemeClr val="tx1"/>
          </a:solidFill>
          <a:latin typeface="+mn-lt"/>
          <a:ea typeface="+mn-ea"/>
          <a:cs typeface="+mn-cs"/>
        </a:defRPr>
      </a:lvl1pPr>
      <a:lvl2pPr marL="457982" algn="l" defTabSz="915971" rtl="0" eaLnBrk="1" latinLnBrk="0" hangingPunct="1">
        <a:defRPr sz="1805" kern="1200">
          <a:solidFill>
            <a:schemeClr val="tx1"/>
          </a:solidFill>
          <a:latin typeface="+mn-lt"/>
          <a:ea typeface="+mn-ea"/>
          <a:cs typeface="+mn-cs"/>
        </a:defRPr>
      </a:lvl2pPr>
      <a:lvl3pPr marL="915971" algn="l" defTabSz="915971" rtl="0" eaLnBrk="1" latinLnBrk="0" hangingPunct="1">
        <a:defRPr sz="1805" kern="1200">
          <a:solidFill>
            <a:schemeClr val="tx1"/>
          </a:solidFill>
          <a:latin typeface="+mn-lt"/>
          <a:ea typeface="+mn-ea"/>
          <a:cs typeface="+mn-cs"/>
        </a:defRPr>
      </a:lvl3pPr>
      <a:lvl4pPr marL="1373957" algn="l" defTabSz="915971" rtl="0" eaLnBrk="1" latinLnBrk="0" hangingPunct="1">
        <a:defRPr sz="1805" kern="1200">
          <a:solidFill>
            <a:schemeClr val="tx1"/>
          </a:solidFill>
          <a:latin typeface="+mn-lt"/>
          <a:ea typeface="+mn-ea"/>
          <a:cs typeface="+mn-cs"/>
        </a:defRPr>
      </a:lvl4pPr>
      <a:lvl5pPr marL="1831939" algn="l" defTabSz="915971" rtl="0" eaLnBrk="1" latinLnBrk="0" hangingPunct="1">
        <a:defRPr sz="1805" kern="1200">
          <a:solidFill>
            <a:schemeClr val="tx1"/>
          </a:solidFill>
          <a:latin typeface="+mn-lt"/>
          <a:ea typeface="+mn-ea"/>
          <a:cs typeface="+mn-cs"/>
        </a:defRPr>
      </a:lvl5pPr>
      <a:lvl6pPr marL="2289927" algn="l" defTabSz="915971" rtl="0" eaLnBrk="1" latinLnBrk="0" hangingPunct="1">
        <a:defRPr sz="1805" kern="1200">
          <a:solidFill>
            <a:schemeClr val="tx1"/>
          </a:solidFill>
          <a:latin typeface="+mn-lt"/>
          <a:ea typeface="+mn-ea"/>
          <a:cs typeface="+mn-cs"/>
        </a:defRPr>
      </a:lvl6pPr>
      <a:lvl7pPr marL="2747911" algn="l" defTabSz="915971" rtl="0" eaLnBrk="1" latinLnBrk="0" hangingPunct="1">
        <a:defRPr sz="1805" kern="1200">
          <a:solidFill>
            <a:schemeClr val="tx1"/>
          </a:solidFill>
          <a:latin typeface="+mn-lt"/>
          <a:ea typeface="+mn-ea"/>
          <a:cs typeface="+mn-cs"/>
        </a:defRPr>
      </a:lvl7pPr>
      <a:lvl8pPr marL="3205895" algn="l" defTabSz="915971" rtl="0" eaLnBrk="1" latinLnBrk="0" hangingPunct="1">
        <a:defRPr sz="1805" kern="1200">
          <a:solidFill>
            <a:schemeClr val="tx1"/>
          </a:solidFill>
          <a:latin typeface="+mn-lt"/>
          <a:ea typeface="+mn-ea"/>
          <a:cs typeface="+mn-cs"/>
        </a:defRPr>
      </a:lvl8pPr>
      <a:lvl9pPr marL="3663882" algn="l" defTabSz="915971" rtl="0" eaLnBrk="1" latinLnBrk="0" hangingPunct="1">
        <a:defRPr sz="1805"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419" y="365127"/>
            <a:ext cx="10518338"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419" y="1825625"/>
            <a:ext cx="10518338"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418" y="6356352"/>
            <a:ext cx="2743914"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ltLang="zh-CN">
              <a:solidFill>
                <a:prstClr val="black">
                  <a:tint val="75000"/>
                </a:prstClr>
              </a:solidFill>
              <a:latin typeface="Calibri" pitchFamily="34" charset="0"/>
            </a:endParaRPr>
          </a:p>
        </p:txBody>
      </p:sp>
      <p:sp>
        <p:nvSpPr>
          <p:cNvPr id="5" name="页脚占位符 4"/>
          <p:cNvSpPr>
            <a:spLocks noGrp="1"/>
          </p:cNvSpPr>
          <p:nvPr>
            <p:ph type="ftr" sz="quarter" idx="3"/>
          </p:nvPr>
        </p:nvSpPr>
        <p:spPr>
          <a:xfrm>
            <a:off x="4039652" y="6356352"/>
            <a:ext cx="4115872"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latin typeface="Calibri" pitchFamily="34" charset="0"/>
            </a:endParaRPr>
          </a:p>
        </p:txBody>
      </p:sp>
      <p:sp>
        <p:nvSpPr>
          <p:cNvPr id="6" name="灯片编号占位符 5"/>
          <p:cNvSpPr>
            <a:spLocks noGrp="1"/>
          </p:cNvSpPr>
          <p:nvPr>
            <p:ph type="sldNum" sz="quarter" idx="4"/>
          </p:nvPr>
        </p:nvSpPr>
        <p:spPr>
          <a:xfrm>
            <a:off x="8612843" y="6356352"/>
            <a:ext cx="274391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967D24-BF70-44DB-A387-F9BA6E55FED3}" type="slidenum">
              <a:rPr lang="zh-CN" altLang="en-US" smtClean="0">
                <a:solidFill>
                  <a:prstClr val="black">
                    <a:tint val="75000"/>
                  </a:prstClr>
                </a:solidFill>
                <a:latin typeface="Calibri" pitchFamily="34" charset="0"/>
              </a:rPr>
              <a:pPr/>
              <a:t>‹#›</a:t>
            </a:fld>
            <a:endParaRPr lang="zh-CN" altLang="en-US">
              <a:solidFill>
                <a:prstClr val="black">
                  <a:tint val="75000"/>
                </a:prstClr>
              </a:solidFill>
              <a:latin typeface="Calibri" pitchFamily="34" charset="0"/>
            </a:endParaRPr>
          </a:p>
        </p:txBody>
      </p:sp>
    </p:spTree>
    <p:extLst>
      <p:ext uri="{BB962C8B-B14F-4D97-AF65-F5344CB8AC3E}">
        <p14:creationId xmlns:p14="http://schemas.microsoft.com/office/powerpoint/2010/main" val="3334615427"/>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Lst>
  <p:transition>
    <p:fade thruBlk="1"/>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3" name="矩形 2"/>
          <p:cNvSpPr/>
          <p:nvPr/>
        </p:nvSpPr>
        <p:spPr bwMode="auto">
          <a:xfrm>
            <a:off x="6357" y="0"/>
            <a:ext cx="12188823" cy="6858000"/>
          </a:xfrm>
          <a:prstGeom prst="rect">
            <a:avLst/>
          </a:prstGeom>
          <a:solidFill>
            <a:schemeClr val="bg1">
              <a:lumMod val="95000"/>
            </a:schemeClr>
          </a:solidFill>
          <a:ln>
            <a:noFill/>
          </a:ln>
          <a:effectLst/>
          <a:extLst/>
        </p:spPr>
        <p:txBody>
          <a:bodyPr lIns="121935" tIns="60968" rIns="121935" bIns="60968"/>
          <a:lstStyle/>
          <a:p>
            <a:pPr>
              <a:buClr>
                <a:srgbClr val="CC9900"/>
              </a:buClr>
              <a:buFont typeface="Wingdings" pitchFamily="2" charset="2"/>
              <a:buChar char="n"/>
              <a:defRPr/>
            </a:pPr>
            <a:endParaRPr lang="zh-CN" altLang="en-US">
              <a:solidFill>
                <a:prstClr val="black"/>
              </a:solidFill>
              <a:ea typeface="宋体" charset="-122"/>
            </a:endParaRPr>
          </a:p>
        </p:txBody>
      </p:sp>
      <p:grpSp>
        <p:nvGrpSpPr>
          <p:cNvPr id="2" name="组合 3"/>
          <p:cNvGrpSpPr>
            <a:grpSpLocks/>
          </p:cNvGrpSpPr>
          <p:nvPr/>
        </p:nvGrpSpPr>
        <p:grpSpPr bwMode="auto">
          <a:xfrm>
            <a:off x="1" y="6783925"/>
            <a:ext cx="12195175" cy="74083"/>
            <a:chOff x="0" y="5087938"/>
            <a:chExt cx="9144000" cy="55562"/>
          </a:xfrm>
        </p:grpSpPr>
        <p:pic>
          <p:nvPicPr>
            <p:cNvPr id="15369" name="Picture 2" descr="E:\01 日常工作\10 多媒体\PPT内部汇报用模板\红条.jpg"/>
            <p:cNvPicPr>
              <a:picLocks noChangeAspect="1" noChangeArrowheads="1"/>
            </p:cNvPicPr>
            <p:nvPr userDrawn="1"/>
          </p:nvPicPr>
          <p:blipFill>
            <a:blip r:embed="rId4" cstate="print"/>
            <a:srcRect r="5814"/>
            <a:stretch>
              <a:fillRect/>
            </a:stretch>
          </p:blipFill>
          <p:spPr bwMode="auto">
            <a:xfrm>
              <a:off x="0" y="5087938"/>
              <a:ext cx="8616950" cy="55562"/>
            </a:xfrm>
            <a:prstGeom prst="rect">
              <a:avLst/>
            </a:prstGeom>
            <a:noFill/>
            <a:ln w="9525">
              <a:noFill/>
              <a:miter lim="800000"/>
              <a:headEnd/>
              <a:tailEnd/>
            </a:ln>
          </p:spPr>
        </p:pic>
        <p:pic>
          <p:nvPicPr>
            <p:cNvPr id="15370" name="Picture 2" descr="E:\01 日常工作\10 多媒体\PPT内部汇报用模板\红条.jpg"/>
            <p:cNvPicPr>
              <a:picLocks noChangeAspect="1" noChangeArrowheads="1"/>
            </p:cNvPicPr>
            <p:nvPr userDrawn="1"/>
          </p:nvPicPr>
          <p:blipFill>
            <a:blip r:embed="rId4" cstate="print"/>
            <a:srcRect r="5814"/>
            <a:stretch>
              <a:fillRect/>
            </a:stretch>
          </p:blipFill>
          <p:spPr bwMode="auto">
            <a:xfrm>
              <a:off x="527050" y="5087938"/>
              <a:ext cx="8616950" cy="55562"/>
            </a:xfrm>
            <a:prstGeom prst="rect">
              <a:avLst/>
            </a:prstGeom>
            <a:noFill/>
            <a:ln w="9525">
              <a:noFill/>
              <a:miter lim="800000"/>
              <a:headEnd/>
              <a:tailEnd/>
            </a:ln>
          </p:spPr>
        </p:pic>
      </p:grpSp>
      <p:pic>
        <p:nvPicPr>
          <p:cNvPr id="15364" name="Picture 2" descr="C:\Users\z00124665\Desktop\HW LOGO(横版）.png"/>
          <p:cNvPicPr>
            <a:picLocks noChangeAspect="1" noChangeArrowheads="1"/>
          </p:cNvPicPr>
          <p:nvPr/>
        </p:nvPicPr>
        <p:blipFill>
          <a:blip r:embed="rId5" cstate="print"/>
          <a:srcRect/>
          <a:stretch>
            <a:fillRect/>
          </a:stretch>
        </p:blipFill>
        <p:spPr bwMode="auto">
          <a:xfrm>
            <a:off x="10090661" y="6250517"/>
            <a:ext cx="1668368" cy="406400"/>
          </a:xfrm>
          <a:prstGeom prst="rect">
            <a:avLst/>
          </a:prstGeom>
          <a:noFill/>
          <a:ln w="9525">
            <a:noFill/>
            <a:miter lim="800000"/>
            <a:headEnd/>
            <a:tailEnd/>
          </a:ln>
        </p:spPr>
      </p:pic>
      <p:sp>
        <p:nvSpPr>
          <p:cNvPr id="9" name="Rectangle 5"/>
          <p:cNvSpPr>
            <a:spLocks noChangeArrowheads="1"/>
          </p:cNvSpPr>
          <p:nvPr/>
        </p:nvSpPr>
        <p:spPr bwMode="auto">
          <a:xfrm>
            <a:off x="4054474" y="6500292"/>
            <a:ext cx="364161" cy="262467"/>
          </a:xfrm>
          <a:prstGeom prst="rect">
            <a:avLst/>
          </a:prstGeom>
          <a:noFill/>
          <a:ln w="9525">
            <a:noFill/>
            <a:miter lim="800000"/>
            <a:headEnd/>
            <a:tailEnd/>
          </a:ln>
        </p:spPr>
        <p:txBody>
          <a:bodyPr lIns="0" tIns="0" rIns="0" bIns="0"/>
          <a:lstStyle/>
          <a:p>
            <a:pPr eaLnBrk="0" hangingPunct="0">
              <a:lnSpc>
                <a:spcPct val="85000"/>
              </a:lnSpc>
              <a:defRPr/>
            </a:pPr>
            <a:fld id="{300114A3-7E2F-4A79-A903-D2D3C674AC83}" type="slidenum">
              <a:rPr lang="de-DE" altLang="zh-CN" sz="1200">
                <a:solidFill>
                  <a:prstClr val="white">
                    <a:lumMod val="65000"/>
                  </a:prstClr>
                </a:solidFill>
                <a:latin typeface="FrutigerNext LT Medium"/>
              </a:rPr>
              <a:pPr eaLnBrk="0" hangingPunct="0">
                <a:lnSpc>
                  <a:spcPct val="85000"/>
                </a:lnSpc>
                <a:defRPr/>
              </a:pPr>
              <a:t>‹#›</a:t>
            </a:fld>
            <a:endParaRPr lang="en-GB" altLang="zh-CN" sz="1200" dirty="0">
              <a:solidFill>
                <a:prstClr val="white">
                  <a:lumMod val="65000"/>
                </a:prstClr>
              </a:solidFill>
              <a:latin typeface="FrutigerNext LT Medium"/>
            </a:endParaRPr>
          </a:p>
        </p:txBody>
      </p:sp>
      <p:sp>
        <p:nvSpPr>
          <p:cNvPr id="15368" name="文本占位符 11"/>
          <p:cNvSpPr>
            <a:spLocks noGrp="1"/>
          </p:cNvSpPr>
          <p:nvPr>
            <p:ph type="body" idx="1"/>
          </p:nvPr>
        </p:nvSpPr>
        <p:spPr bwMode="auto">
          <a:xfrm>
            <a:off x="609759" y="1600204"/>
            <a:ext cx="10975658" cy="4525433"/>
          </a:xfrm>
          <a:prstGeom prst="rect">
            <a:avLst/>
          </a:prstGeom>
          <a:noFill/>
          <a:ln w="9525">
            <a:noFill/>
            <a:miter lim="800000"/>
            <a:headEnd/>
            <a:tailEnd/>
          </a:ln>
        </p:spPr>
        <p:txBody>
          <a:bodyPr vert="horz" wrap="square" lIns="121935" tIns="60968" rIns="121935" bIns="60968"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33653630"/>
      </p:ext>
    </p:extLst>
  </p:cSld>
  <p:clrMap bg1="lt1" tx1="dk1" bg2="lt2" tx2="dk2" accent1="accent1" accent2="accent2" accent3="accent3" accent4="accent4" accent5="accent5" accent6="accent6" hlink="hlink" folHlink="folHlink"/>
  <p:sldLayoutIdLst>
    <p:sldLayoutId id="2147484649" r:id="rId1"/>
    <p:sldLayoutId id="2147484650" r:id="rId2"/>
  </p:sldLayoutIdLst>
  <p:hf hdr="0" ftr="0" dt="0"/>
  <p:txStyles>
    <p:titleStyle>
      <a:lvl1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FrutigerNext LT Medium" pitchFamily="34" charset="0"/>
          <a:ea typeface="黑体" pitchFamily="49" charset="-122"/>
          <a:cs typeface="宋体" charset="-122"/>
        </a:defRPr>
      </a:lvl5pPr>
      <a:lvl6pPr marL="609676"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352"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902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705"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257" indent="-457257" algn="l" rtl="0" eaLnBrk="0" fontAlgn="base" hangingPunct="0">
        <a:lnSpc>
          <a:spcPct val="140000"/>
        </a:lnSpc>
        <a:spcBef>
          <a:spcPct val="0"/>
        </a:spcBef>
        <a:spcAft>
          <a:spcPct val="0"/>
        </a:spcAft>
        <a:buClr>
          <a:srgbClr val="808080"/>
        </a:buClr>
        <a:buSzPct val="60000"/>
        <a:buFont typeface="Wingdings" pitchFamily="2" charset="2"/>
        <a:buChar char="l"/>
        <a:defRPr sz="3200" b="1">
          <a:solidFill>
            <a:schemeClr val="bg1"/>
          </a:solidFill>
          <a:latin typeface="FrutigerNext LT Regular" pitchFamily="34" charset="0"/>
          <a:ea typeface="黑体" pitchFamily="49" charset="-122"/>
          <a:cs typeface="+mn-cs"/>
        </a:defRPr>
      </a:lvl1pPr>
      <a:lvl2pPr marL="990724" indent="-381048"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524191" indent="-304838" algn="l" rtl="0" eaLnBrk="0" fontAlgn="base" hangingPunct="0">
        <a:lnSpc>
          <a:spcPct val="140000"/>
        </a:lnSpc>
        <a:spcBef>
          <a:spcPct val="0"/>
        </a:spcBef>
        <a:spcAft>
          <a:spcPct val="0"/>
        </a:spcAft>
        <a:buSzPct val="50000"/>
        <a:buFont typeface="Wingdings" pitchFamily="2" charset="2"/>
        <a:buChar char="n"/>
        <a:defRPr sz="2100">
          <a:solidFill>
            <a:schemeClr val="bg1"/>
          </a:solidFill>
          <a:latin typeface="FrutigerNext LT Regular" pitchFamily="34" charset="0"/>
          <a:ea typeface="+mn-ea"/>
          <a:cs typeface="+mn-cs"/>
        </a:defRPr>
      </a:lvl3pPr>
      <a:lvl4pPr marL="2133867" indent="-304838" algn="l" rtl="0" eaLnBrk="0" fontAlgn="base" hangingPunct="0">
        <a:lnSpc>
          <a:spcPct val="140000"/>
        </a:lnSpc>
        <a:spcBef>
          <a:spcPct val="0"/>
        </a:spcBef>
        <a:spcAft>
          <a:spcPct val="0"/>
        </a:spcAft>
        <a:buChar char="–"/>
        <a:defRPr sz="1900">
          <a:solidFill>
            <a:schemeClr val="bg1"/>
          </a:solidFill>
          <a:latin typeface="FrutigerNext LT Regular" pitchFamily="34" charset="0"/>
          <a:ea typeface="+mn-ea"/>
          <a:cs typeface="+mn-cs"/>
        </a:defRPr>
      </a:lvl4pPr>
      <a:lvl5pPr marL="2743543" indent="-304838" algn="l" rtl="0" eaLnBrk="0" fontAlgn="base" hangingPunct="0">
        <a:lnSpc>
          <a:spcPct val="140000"/>
        </a:lnSpc>
        <a:spcBef>
          <a:spcPct val="0"/>
        </a:spcBef>
        <a:spcAft>
          <a:spcPct val="0"/>
        </a:spcAft>
        <a:buFont typeface="Arial" charset="0"/>
        <a:buChar char="~"/>
        <a:defRPr sz="1600">
          <a:solidFill>
            <a:schemeClr val="bg1"/>
          </a:solidFill>
          <a:latin typeface="FrutigerNext LT Regular" pitchFamily="34" charset="0"/>
          <a:ea typeface="+mn-ea"/>
          <a:cs typeface="+mn-cs"/>
        </a:defRPr>
      </a:lvl5pPr>
      <a:lvl6pPr marL="3353219"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2895"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2572"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2248" indent="-304838"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352" rtl="0" eaLnBrk="1" latinLnBrk="0" hangingPunct="1">
        <a:defRPr sz="2400" kern="1200">
          <a:solidFill>
            <a:schemeClr val="tx1"/>
          </a:solidFill>
          <a:latin typeface="+mn-lt"/>
          <a:ea typeface="+mn-ea"/>
          <a:cs typeface="+mn-cs"/>
        </a:defRPr>
      </a:lvl1pPr>
      <a:lvl2pPr marL="609676" algn="l" defTabSz="1219352" rtl="0" eaLnBrk="1" latinLnBrk="0" hangingPunct="1">
        <a:defRPr sz="2400" kern="1200">
          <a:solidFill>
            <a:schemeClr val="tx1"/>
          </a:solidFill>
          <a:latin typeface="+mn-lt"/>
          <a:ea typeface="+mn-ea"/>
          <a:cs typeface="+mn-cs"/>
        </a:defRPr>
      </a:lvl2pPr>
      <a:lvl3pPr marL="1219352" algn="l" defTabSz="1219352" rtl="0" eaLnBrk="1" latinLnBrk="0" hangingPunct="1">
        <a:defRPr sz="2400" kern="1200">
          <a:solidFill>
            <a:schemeClr val="tx1"/>
          </a:solidFill>
          <a:latin typeface="+mn-lt"/>
          <a:ea typeface="+mn-ea"/>
          <a:cs typeface="+mn-cs"/>
        </a:defRPr>
      </a:lvl3pPr>
      <a:lvl4pPr marL="1829029" algn="l" defTabSz="1219352" rtl="0" eaLnBrk="1" latinLnBrk="0" hangingPunct="1">
        <a:defRPr sz="2400" kern="1200">
          <a:solidFill>
            <a:schemeClr val="tx1"/>
          </a:solidFill>
          <a:latin typeface="+mn-lt"/>
          <a:ea typeface="+mn-ea"/>
          <a:cs typeface="+mn-cs"/>
        </a:defRPr>
      </a:lvl4pPr>
      <a:lvl5pPr marL="2438705" algn="l" defTabSz="1219352" rtl="0" eaLnBrk="1" latinLnBrk="0" hangingPunct="1">
        <a:defRPr sz="2400" kern="1200">
          <a:solidFill>
            <a:schemeClr val="tx1"/>
          </a:solidFill>
          <a:latin typeface="+mn-lt"/>
          <a:ea typeface="+mn-ea"/>
          <a:cs typeface="+mn-cs"/>
        </a:defRPr>
      </a:lvl5pPr>
      <a:lvl6pPr marL="3048381" algn="l" defTabSz="1219352" rtl="0" eaLnBrk="1" latinLnBrk="0" hangingPunct="1">
        <a:defRPr sz="2400" kern="1200">
          <a:solidFill>
            <a:schemeClr val="tx1"/>
          </a:solidFill>
          <a:latin typeface="+mn-lt"/>
          <a:ea typeface="+mn-ea"/>
          <a:cs typeface="+mn-cs"/>
        </a:defRPr>
      </a:lvl6pPr>
      <a:lvl7pPr marL="3658057" algn="l" defTabSz="1219352" rtl="0" eaLnBrk="1" latinLnBrk="0" hangingPunct="1">
        <a:defRPr sz="2400" kern="1200">
          <a:solidFill>
            <a:schemeClr val="tx1"/>
          </a:solidFill>
          <a:latin typeface="+mn-lt"/>
          <a:ea typeface="+mn-ea"/>
          <a:cs typeface="+mn-cs"/>
        </a:defRPr>
      </a:lvl7pPr>
      <a:lvl8pPr marL="4267733" algn="l" defTabSz="1219352" rtl="0" eaLnBrk="1" latinLnBrk="0" hangingPunct="1">
        <a:defRPr sz="2400" kern="1200">
          <a:solidFill>
            <a:schemeClr val="tx1"/>
          </a:solidFill>
          <a:latin typeface="+mn-lt"/>
          <a:ea typeface="+mn-ea"/>
          <a:cs typeface="+mn-cs"/>
        </a:defRPr>
      </a:lvl8pPr>
      <a:lvl9pPr marL="4877410" algn="l" defTabSz="1219352"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6.xml"/></Relationships>
</file>

<file path=ppt/slides/_rels/slide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a:xfrm>
            <a:off x="480963" y="476672"/>
            <a:ext cx="8712968" cy="72628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zh-CN" altLang="en-US" sz="3200" b="1" dirty="0">
                <a:solidFill>
                  <a:srgbClr val="C00000"/>
                </a:solidFill>
                <a:ea typeface="黑体" panose="02010609060101010101" pitchFamily="2" charset="-122"/>
              </a:rPr>
              <a:t>高绩效导向</a:t>
            </a:r>
            <a:endParaRPr lang="zh-CN" altLang="en-US" sz="3200" dirty="0"/>
          </a:p>
        </p:txBody>
      </p:sp>
      <p:sp>
        <p:nvSpPr>
          <p:cNvPr id="7" name="矩形 6"/>
          <p:cNvSpPr/>
          <p:nvPr/>
        </p:nvSpPr>
        <p:spPr>
          <a:xfrm>
            <a:off x="3721323" y="1988840"/>
            <a:ext cx="4536504" cy="1308884"/>
          </a:xfrm>
          <a:prstGeom prst="rect">
            <a:avLst/>
          </a:prstGeom>
        </p:spPr>
        <p:txBody>
          <a:bodyPr wrap="square">
            <a:spAutoFit/>
          </a:bodyPr>
          <a:lstStyle/>
          <a:p>
            <a:pPr>
              <a:lnSpc>
                <a:spcPct val="150000"/>
              </a:lnSpc>
            </a:pP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test</a:t>
            </a: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test</a:t>
            </a:r>
            <a:r>
              <a:rPr lang="zh-CN" altLang="zh-CN" sz="2800" b="1" dirty="0">
                <a:solidFill>
                  <a:schemeClr val="accent6"/>
                </a:solidFill>
                <a:latin typeface="微软雅黑" panose="020B0503020204020204" pitchFamily="34" charset="-122"/>
                <a:ea typeface="微软雅黑" panose="020B0503020204020204" pitchFamily="34" charset="-122"/>
              </a:rPr>
              <a:t>】</a:t>
            </a:r>
            <a:endParaRPr lang="en-US" altLang="zh-CN" sz="2800" b="1" dirty="0">
              <a:solidFill>
                <a:schemeClr val="accent6"/>
              </a:solidFill>
              <a:latin typeface="微软雅黑" panose="020B0503020204020204" pitchFamily="34" charset="-122"/>
              <a:ea typeface="微软雅黑" panose="020B0503020204020204" pitchFamily="34" charset="-122"/>
            </a:endParaRPr>
          </a:p>
          <a:p>
            <a:pPr>
              <a:lnSpc>
                <a:spcPct val="150000"/>
              </a:lnSpc>
            </a:pP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file</a:t>
            </a:r>
            <a:r>
              <a:rPr lang="zh-CN" altLang="zh-CN" sz="2800" b="1" dirty="0">
                <a:solidFill>
                  <a:schemeClr val="accent6"/>
                </a:solidFill>
                <a:latin typeface="微软雅黑" panose="020B0503020204020204" pitchFamily="34" charset="-122"/>
                <a:ea typeface="微软雅黑" panose="020B0503020204020204" pitchFamily="34" charset="-122"/>
              </a:rPr>
              <a:t>，</a:t>
            </a:r>
            <a:r>
              <a:rPr lang="en-US" altLang="zh-CN" sz="2800" b="1" dirty="0">
                <a:solidFill>
                  <a:schemeClr val="accent6"/>
                </a:solidFill>
                <a:latin typeface="微软雅黑" panose="020B0503020204020204" pitchFamily="34" charset="-122"/>
                <a:ea typeface="微软雅黑" panose="020B0503020204020204" pitchFamily="34" charset="-122"/>
              </a:rPr>
              <a:t>content</a:t>
            </a:r>
            <a:r>
              <a:rPr lang="zh-CN" altLang="zh-CN" sz="2800" b="1" dirty="0">
                <a:solidFill>
                  <a:schemeClr val="accent6"/>
                </a:solidFill>
                <a:latin typeface="微软雅黑" panose="020B0503020204020204" pitchFamily="34" charset="-122"/>
                <a:ea typeface="微软雅黑" panose="020B0503020204020204" pitchFamily="34" charset="-122"/>
              </a:rPr>
              <a:t>】</a:t>
            </a:r>
            <a:endParaRPr lang="en-US" altLang="zh-CN" sz="2800" b="1" dirty="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392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a:xfrm>
            <a:off x="480963" y="476672"/>
            <a:ext cx="8712968" cy="72628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zh-CN" altLang="en-US" sz="3200" b="1" dirty="0">
                <a:solidFill>
                  <a:srgbClr val="C00000"/>
                </a:solidFill>
                <a:ea typeface="黑体" panose="02010609060101010101" pitchFamily="2" charset="-122"/>
              </a:rPr>
              <a:t>测试</a:t>
            </a:r>
            <a:endParaRPr lang="zh-CN" altLang="en-US" sz="3200" dirty="0"/>
          </a:p>
        </p:txBody>
      </p:sp>
      <p:pic>
        <p:nvPicPr>
          <p:cNvPr id="3" name="图片 2">
            <a:extLst>
              <a:ext uri="{FF2B5EF4-FFF2-40B4-BE49-F238E27FC236}">
                <a16:creationId xmlns:a16="http://schemas.microsoft.com/office/drawing/2014/main" id="{4FAF68D1-F0CA-46B8-ABCB-E627AEF204E5}"/>
              </a:ext>
            </a:extLst>
          </p:cNvPr>
          <p:cNvPicPr>
            <a:picLocks noChangeAspect="1"/>
          </p:cNvPicPr>
          <p:nvPr/>
        </p:nvPicPr>
        <p:blipFill>
          <a:blip r:embed="rId2"/>
          <a:stretch>
            <a:fillRect/>
          </a:stretch>
        </p:blipFill>
        <p:spPr>
          <a:xfrm>
            <a:off x="3598010" y="1443818"/>
            <a:ext cx="4999153" cy="3970364"/>
          </a:xfrm>
          <a:prstGeom prst="rect">
            <a:avLst/>
          </a:prstGeom>
        </p:spPr>
      </p:pic>
    </p:spTree>
    <p:extLst>
      <p:ext uri="{BB962C8B-B14F-4D97-AF65-F5344CB8AC3E}">
        <p14:creationId xmlns:p14="http://schemas.microsoft.com/office/powerpoint/2010/main" val="829696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txBox="1">
            <a:spLocks/>
          </p:cNvSpPr>
          <p:nvPr/>
        </p:nvSpPr>
        <p:spPr>
          <a:xfrm>
            <a:off x="264939" y="332656"/>
            <a:ext cx="5508104" cy="553244"/>
          </a:xfrm>
          <a:prstGeom prst="rect">
            <a:avLst/>
          </a:prstGeom>
        </p:spPr>
        <p:txBody>
          <a:bodyPr lIns="77925" tIns="38963" rIns="77925" bIns="38963"/>
          <a:lstStyle>
            <a:lvl1pPr algn="l" defTabSz="681355" rtl="0" eaLnBrk="1" fontAlgn="base" hangingPunct="1">
              <a:spcBef>
                <a:spcPct val="0"/>
              </a:spcBef>
              <a:spcAft>
                <a:spcPct val="0"/>
              </a:spcAft>
              <a:defRPr sz="3100" b="0">
                <a:solidFill>
                  <a:srgbClr val="CC0000"/>
                </a:solidFill>
                <a:latin typeface="+mn-ea"/>
                <a:ea typeface="+mn-ea"/>
                <a:cs typeface="+mj-cs"/>
              </a:defRPr>
            </a:lvl1pPr>
            <a:lvl2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2pPr>
            <a:lvl3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3pPr>
            <a:lvl4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4pPr>
            <a:lvl5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5pPr>
            <a:lvl6pPr marL="334010"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6pPr>
            <a:lvl7pPr marL="66738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7pPr>
            <a:lvl8pPr marL="100139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8pPr>
            <a:lvl9pPr marL="133540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9pPr>
          </a:lstStyle>
          <a:p>
            <a:pPr marL="0" marR="0" lvl="0" indent="0" algn="l" defTabSz="681355" rtl="0" eaLnBrk="1" fontAlgn="base" latinLnBrk="0" hangingPunct="1">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C00000"/>
                </a:solidFill>
                <a:effectLst/>
                <a:uLnTx/>
                <a:uFillTx/>
                <a:latin typeface="微软雅黑"/>
                <a:ea typeface="微软雅黑"/>
                <a:cs typeface="+mj-cs"/>
              </a:rPr>
              <a:t>一、工作结果回顾</a:t>
            </a:r>
            <a:endParaRPr kumimoji="0" lang="zh-CN" altLang="en-US" sz="2800" b="0" i="0" u="none" strike="noStrike" kern="0" cap="none" spc="0" normalizeH="0" baseline="0" noProof="0" dirty="0">
              <a:ln>
                <a:noFill/>
              </a:ln>
              <a:solidFill>
                <a:srgbClr val="CC0000"/>
              </a:solidFill>
              <a:effectLst/>
              <a:uLnTx/>
              <a:uFillTx/>
              <a:latin typeface="微软雅黑"/>
              <a:ea typeface="微软雅黑"/>
              <a:cs typeface="+mj-cs"/>
            </a:endParaRPr>
          </a:p>
        </p:txBody>
      </p:sp>
      <p:graphicFrame>
        <p:nvGraphicFramePr>
          <p:cNvPr id="7" name="表格 6"/>
          <p:cNvGraphicFramePr>
            <a:graphicFrameLocks noGrp="1"/>
          </p:cNvGraphicFramePr>
          <p:nvPr>
            <p:extLst>
              <p:ext uri="{D42A27DB-BD31-4B8C-83A1-F6EECF244321}">
                <p14:modId xmlns:p14="http://schemas.microsoft.com/office/powerpoint/2010/main" val="4139792505"/>
              </p:ext>
            </p:extLst>
          </p:nvPr>
        </p:nvGraphicFramePr>
        <p:xfrm>
          <a:off x="768995" y="908720"/>
          <a:ext cx="10513172" cy="3362864"/>
        </p:xfrm>
        <a:graphic>
          <a:graphicData uri="http://schemas.openxmlformats.org/drawingml/2006/table">
            <a:tbl>
              <a:tblPr firstRow="1" bandRow="1"/>
              <a:tblGrid>
                <a:gridCol w="720080">
                  <a:extLst>
                    <a:ext uri="{9D8B030D-6E8A-4147-A177-3AD203B41FA5}">
                      <a16:colId xmlns:a16="http://schemas.microsoft.com/office/drawing/2014/main" val="20000"/>
                    </a:ext>
                  </a:extLst>
                </a:gridCol>
                <a:gridCol w="1082448">
                  <a:extLst>
                    <a:ext uri="{9D8B030D-6E8A-4147-A177-3AD203B41FA5}">
                      <a16:colId xmlns:a16="http://schemas.microsoft.com/office/drawing/2014/main" val="20001"/>
                    </a:ext>
                  </a:extLst>
                </a:gridCol>
                <a:gridCol w="5542288">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gridCol w="1584180">
                  <a:extLst>
                    <a:ext uri="{9D8B030D-6E8A-4147-A177-3AD203B41FA5}">
                      <a16:colId xmlns:a16="http://schemas.microsoft.com/office/drawing/2014/main" val="20004"/>
                    </a:ext>
                  </a:extLst>
                </a:gridCol>
              </a:tblGrid>
              <a:tr h="543794">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algn="ctr"/>
                      <a:r>
                        <a:rPr lang="zh-CN" altLang="en-US" sz="1100" dirty="0">
                          <a:solidFill>
                            <a:schemeClr val="tx1"/>
                          </a:solidFill>
                        </a:rPr>
                        <a:t>类别</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工作目标</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达成情况描述（自评）</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问题</a:t>
                      </a:r>
                      <a:r>
                        <a:rPr lang="en-US" altLang="zh-CN" sz="1100" dirty="0">
                          <a:solidFill>
                            <a:schemeClr val="tx1"/>
                          </a:solidFill>
                        </a:rPr>
                        <a:t>&amp;</a:t>
                      </a:r>
                      <a:r>
                        <a:rPr lang="zh-CN" altLang="en-US" sz="1100" dirty="0">
                          <a:solidFill>
                            <a:schemeClr val="tx1"/>
                          </a:solidFill>
                        </a:rPr>
                        <a:t>不足</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685800" rtl="0" eaLnBrk="1" latinLnBrk="0" hangingPunct="1">
                        <a:defRPr sz="1350" b="1" kern="1200">
                          <a:solidFill>
                            <a:schemeClr val="lt1"/>
                          </a:solidFill>
                          <a:latin typeface="Arial"/>
                          <a:ea typeface="微软雅黑"/>
                        </a:defRPr>
                      </a:lvl1pPr>
                      <a:lvl2pPr marL="342900" algn="l" defTabSz="685800" rtl="0" eaLnBrk="1" latinLnBrk="0" hangingPunct="1">
                        <a:defRPr sz="1350" b="1" kern="1200">
                          <a:solidFill>
                            <a:schemeClr val="lt1"/>
                          </a:solidFill>
                          <a:latin typeface="Arial"/>
                          <a:ea typeface="微软雅黑"/>
                        </a:defRPr>
                      </a:lvl2pPr>
                      <a:lvl3pPr marL="685800" algn="l" defTabSz="685800" rtl="0" eaLnBrk="1" latinLnBrk="0" hangingPunct="1">
                        <a:defRPr sz="1350" b="1" kern="1200">
                          <a:solidFill>
                            <a:schemeClr val="lt1"/>
                          </a:solidFill>
                          <a:latin typeface="Arial"/>
                          <a:ea typeface="微软雅黑"/>
                        </a:defRPr>
                      </a:lvl3pPr>
                      <a:lvl4pPr marL="1028700" algn="l" defTabSz="685800" rtl="0" eaLnBrk="1" latinLnBrk="0" hangingPunct="1">
                        <a:defRPr sz="1350" b="1" kern="1200">
                          <a:solidFill>
                            <a:schemeClr val="lt1"/>
                          </a:solidFill>
                          <a:latin typeface="Arial"/>
                          <a:ea typeface="微软雅黑"/>
                        </a:defRPr>
                      </a:lvl4pPr>
                      <a:lvl5pPr marL="1371600" algn="l" defTabSz="685800" rtl="0" eaLnBrk="1" latinLnBrk="0" hangingPunct="1">
                        <a:defRPr sz="1350" b="1" kern="1200">
                          <a:solidFill>
                            <a:schemeClr val="lt1"/>
                          </a:solidFill>
                          <a:latin typeface="Arial"/>
                          <a:ea typeface="微软雅黑"/>
                        </a:defRPr>
                      </a:lvl5pPr>
                      <a:lvl6pPr marL="1714500" algn="l" defTabSz="685800" rtl="0" eaLnBrk="1" latinLnBrk="0" hangingPunct="1">
                        <a:defRPr sz="1350" b="1" kern="1200">
                          <a:solidFill>
                            <a:schemeClr val="lt1"/>
                          </a:solidFill>
                          <a:latin typeface="Arial"/>
                          <a:ea typeface="微软雅黑"/>
                        </a:defRPr>
                      </a:lvl6pPr>
                      <a:lvl7pPr marL="2057400" algn="l" defTabSz="685800" rtl="0" eaLnBrk="1" latinLnBrk="0" hangingPunct="1">
                        <a:defRPr sz="1350" b="1" kern="1200">
                          <a:solidFill>
                            <a:schemeClr val="lt1"/>
                          </a:solidFill>
                          <a:latin typeface="Arial"/>
                          <a:ea typeface="微软雅黑"/>
                        </a:defRPr>
                      </a:lvl7pPr>
                      <a:lvl8pPr marL="2400300" algn="l" defTabSz="685800" rtl="0" eaLnBrk="1" latinLnBrk="0" hangingPunct="1">
                        <a:defRPr sz="1350" b="1" kern="1200">
                          <a:solidFill>
                            <a:schemeClr val="lt1"/>
                          </a:solidFill>
                          <a:latin typeface="Arial"/>
                          <a:ea typeface="微软雅黑"/>
                        </a:defRPr>
                      </a:lvl8pPr>
                      <a:lvl9pPr marL="2743200" algn="l" defTabSz="685800" rtl="0" eaLnBrk="1" latinLnBrk="0" hangingPunct="1">
                        <a:defRPr sz="1350" b="1" kern="1200">
                          <a:solidFill>
                            <a:schemeClr val="lt1"/>
                          </a:solidFill>
                          <a:latin typeface="Arial"/>
                          <a:ea typeface="微软雅黑"/>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100" dirty="0">
                          <a:solidFill>
                            <a:schemeClr val="tx1"/>
                          </a:solidFill>
                        </a:rPr>
                        <a:t>改进措施</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48294">
                <a:tc rowSpan="3">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r>
                        <a:rPr lang="en-US" altLang="zh-CN" sz="1050" kern="1200" dirty="0">
                          <a:solidFill>
                            <a:schemeClr val="tx1"/>
                          </a:solidFill>
                          <a:latin typeface="微软雅黑" panose="020B0503020204020204" pitchFamily="34" charset="-122"/>
                          <a:ea typeface="微软雅黑" panose="020B0503020204020204" pitchFamily="34" charset="-122"/>
                          <a:cs typeface="+mn-cs"/>
                        </a:rPr>
                        <a:t>***unstructured </a:t>
                      </a:r>
                      <a:r>
                        <a:rPr lang="zh-CN" altLang="en-US" sz="1050" kern="1200" dirty="0">
                          <a:solidFill>
                            <a:schemeClr val="tx1"/>
                          </a:solidFill>
                          <a:latin typeface="微软雅黑" panose="020B0503020204020204" pitchFamily="34" charset="-122"/>
                          <a:ea typeface="微软雅黑" panose="020B0503020204020204" pitchFamily="34" charset="-122"/>
                          <a:cs typeface="+mn-cs"/>
                        </a:rPr>
                        <a:t>库</a:t>
                      </a:r>
                      <a:r>
                        <a:rPr lang="en-US" altLang="zh-CN" sz="105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algn="l">
                        <a:buFont typeface="+mj-lt"/>
                        <a:buNone/>
                      </a:pPr>
                      <a:endParaRPr lang="zh-CN" altLang="en-US"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marL="228600" marR="0" lvl="0" indent="-228600" algn="l" defTabSz="914400" rtl="0" eaLnBrk="1" fontAlgn="ctr" latinLnBrk="0" hangingPunct="1">
                        <a:lnSpc>
                          <a:spcPct val="100000"/>
                        </a:lnSpc>
                        <a:spcBef>
                          <a:spcPts val="0"/>
                        </a:spcBef>
                        <a:spcAft>
                          <a:spcPts val="0"/>
                        </a:spcAft>
                        <a:buClrTx/>
                        <a:buSzTx/>
                        <a:buFont typeface="Arial" pitchFamily="34" charset="0"/>
                        <a:buAutoNum type="arabicPeriod"/>
                        <a:tabLst/>
                        <a:defRPr/>
                      </a:pPr>
                      <a:endParaRPr lang="en-US" altLang="zh-CN"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24036">
                <a:tc vMerge="1">
                  <a:txBody>
                    <a:bodyPr/>
                    <a:lstStyle/>
                    <a:p>
                      <a:endParaRPr lang="en-US"/>
                    </a:p>
                  </a:txBody>
                  <a:tcPr/>
                </a:tc>
                <a:tc>
                  <a:txBody>
                    <a:bodyPr/>
                    <a:lstStyle/>
                    <a:p>
                      <a:pPr marL="0" algn="l" defTabSz="685800" rtl="0" eaLnBrk="1" latinLnBrk="0" hangingPunct="1">
                        <a:buFont typeface="+mj-lt"/>
                        <a:buNone/>
                      </a:pPr>
                      <a:endParaRPr lang="zh-CN" altLang="en-US" sz="105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indent="-342900" algn="l" fontAlgn="auto">
                        <a:buFont typeface="+mj-lt"/>
                        <a:buNone/>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sym typeface="+mn-ea"/>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indent="-342900" fontAlgn="auto">
                        <a:buFont typeface="+mj-lt"/>
                        <a:buNone/>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324036">
                <a:tc vMerge="1">
                  <a:txBody>
                    <a:bodyPr/>
                    <a:lstStyle/>
                    <a:p>
                      <a:endParaRPr lang="zh-CN" altLang="en-US"/>
                    </a:p>
                  </a:txBody>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endParaRPr lang="zh-CN" altLang="en-US" sz="105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endParaRPr lang="zh-CN" altLang="en-US" sz="1050" b="0" kern="1200" dirty="0">
                        <a:solidFill>
                          <a:schemeClr val="tx1"/>
                        </a:solidFill>
                        <a:latin typeface="微软雅黑" panose="020B0503020204020204" pitchFamily="34" charset="-122"/>
                        <a:ea typeface="微软雅黑" panose="020B0503020204020204" pitchFamily="34" charset="-122"/>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3"/>
                  </a:ext>
                </a:extLst>
              </a:tr>
              <a:tr h="287138">
                <a:tc rowSpan="2">
                  <a:txBody>
                    <a:bodyPr/>
                    <a:lstStyle/>
                    <a:p>
                      <a:pPr marL="0" algn="l" defTabSz="685800" rtl="0" eaLnBrk="1" latinLnBrk="0" hangingPunct="1">
                        <a:buFont typeface="+mj-lt"/>
                        <a:buNone/>
                      </a:pP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marL="0" algn="l" defTabSz="685800" rtl="0" eaLnBrk="1" latinLnBrk="0" hangingPunct="1">
                        <a:buFont typeface="+mj-lt"/>
                        <a:buNone/>
                      </a:pPr>
                      <a:endParaRPr lang="zh-CN" altLang="en-US" sz="1050" kern="1200" dirty="0">
                        <a:solidFill>
                          <a:schemeClr val="dk1"/>
                        </a:solidFill>
                        <a:latin typeface="Arial"/>
                        <a:ea typeface="微软雅黑"/>
                        <a:cs typeface="+mn-cs"/>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algn="l" defTabSz="685800" rtl="0" eaLnBrk="1" latinLnBrk="0" hangingPunct="1"/>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287138">
                <a:tc vMerge="1">
                  <a:txBody>
                    <a:bodyPr/>
                    <a:lstStyle/>
                    <a:p>
                      <a:endParaRPr lang="zh-CN" altLang="en-US"/>
                    </a:p>
                  </a:txBody>
                  <a:tcPr/>
                </a:tc>
                <a:tc>
                  <a:txBody>
                    <a:bodyPr/>
                    <a:lstStyle/>
                    <a:p>
                      <a:pPr algn="l">
                        <a:buFont typeface="+mj-lt"/>
                        <a:buNone/>
                      </a:pPr>
                      <a:endParaRPr lang="zh-CN" altLang="en-US" sz="1050" b="0" dirty="0">
                        <a:latin typeface="微软雅黑" panose="020B0503020204020204" pitchFamily="34" charset="-122"/>
                        <a:ea typeface="微软雅黑" panose="020B0503020204020204" pitchFamily="34" charset="-122"/>
                        <a:sym typeface="+mn-ea"/>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ctr" latinLnBrk="0" hangingPunct="1">
                        <a:lnSpc>
                          <a:spcPct val="100000"/>
                        </a:lnSpc>
                        <a:spcBef>
                          <a:spcPts val="0"/>
                        </a:spcBef>
                        <a:spcAft>
                          <a:spcPts val="0"/>
                        </a:spcAft>
                        <a:buClrTx/>
                        <a:buSzTx/>
                        <a:buFont typeface="+mj-lt"/>
                        <a:buAutoNum type="arabicPeriod"/>
                        <a:tabLst/>
                        <a:defRPr/>
                      </a:pPr>
                      <a:endParaRPr lang="en-US" altLang="zh-CN" sz="1050" b="0" i="0" kern="1200" dirty="0">
                        <a:solidFill>
                          <a:schemeClr val="tx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algn="l" defTabSz="685800" rtl="0" eaLnBrk="1" latinLnBrk="0" hangingPunct="1"/>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sz="1050" b="0" i="0" u="none" strike="noStrike"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5"/>
                  </a:ext>
                </a:extLst>
              </a:tr>
              <a:tr h="349978">
                <a:tc rowSpan="4">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0" algn="l" defTabSz="685800" rtl="0" eaLnBrk="1" latinLnBrk="0" hangingPunct="1">
                        <a:buFont typeface="+mj-lt"/>
                        <a:buNone/>
                      </a:pP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algn="l">
                        <a:buFont typeface="+mj-lt"/>
                        <a:buNone/>
                      </a:pPr>
                      <a:endParaRPr lang="zh-CN" altLang="en-US" sz="1050"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indent="-228600" algn="l" defTabSz="685800" rtl="0" eaLnBrk="1" latinLnBrk="0" hangingPunct="1">
                        <a:buFont typeface="+mj-lt"/>
                        <a:buAutoNum type="arabicPeriod"/>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6"/>
                  </a:ext>
                </a:extLst>
              </a:tr>
              <a:tr h="216024">
                <a:tc vMerge="1">
                  <a:txBody>
                    <a:bodyPr/>
                    <a:lstStyle/>
                    <a:p>
                      <a:endParaRPr lang="zh-CN" altLang="en-US" sz="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algn="l">
                        <a:buFont typeface="+mj-lt"/>
                        <a:buNone/>
                      </a:pPr>
                      <a:endParaRPr lang="zh-CN" altLang="en-US" sz="1050"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endParaRPr lang="zh-CN" altLang="en-US"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7"/>
                  </a:ext>
                </a:extLst>
              </a:tr>
              <a:tr h="371912">
                <a:tc vMerge="1">
                  <a:txBody>
                    <a:bodyPr/>
                    <a:lstStyle/>
                    <a:p>
                      <a:endParaRPr lang="zh-CN" altLang="en-US" sz="9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endParaRPr lang="zh-CN" altLang="en-US"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endParaRPr lang="en-US" altLang="zh-CN" sz="1050" dirty="0">
                        <a:latin typeface="微软雅黑" charset="0"/>
                        <a:ea typeface="微软雅黑"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685800" rtl="0" eaLnBrk="1" latinLnBrk="0" hangingPunct="1">
                        <a:defRPr sz="1350" kern="1200">
                          <a:solidFill>
                            <a:schemeClr val="dk1"/>
                          </a:solidFill>
                          <a:latin typeface="Arial"/>
                          <a:ea typeface="微软雅黑"/>
                        </a:defRPr>
                      </a:lvl1pPr>
                      <a:lvl2pPr marL="342900" algn="l" defTabSz="685800" rtl="0" eaLnBrk="1" latinLnBrk="0" hangingPunct="1">
                        <a:defRPr sz="1350" kern="1200">
                          <a:solidFill>
                            <a:schemeClr val="dk1"/>
                          </a:solidFill>
                          <a:latin typeface="Arial"/>
                          <a:ea typeface="微软雅黑"/>
                        </a:defRPr>
                      </a:lvl2pPr>
                      <a:lvl3pPr marL="685800" algn="l" defTabSz="685800" rtl="0" eaLnBrk="1" latinLnBrk="0" hangingPunct="1">
                        <a:defRPr sz="1350" kern="1200">
                          <a:solidFill>
                            <a:schemeClr val="dk1"/>
                          </a:solidFill>
                          <a:latin typeface="Arial"/>
                          <a:ea typeface="微软雅黑"/>
                        </a:defRPr>
                      </a:lvl3pPr>
                      <a:lvl4pPr marL="1028700" algn="l" defTabSz="685800" rtl="0" eaLnBrk="1" latinLnBrk="0" hangingPunct="1">
                        <a:defRPr sz="1350" kern="1200">
                          <a:solidFill>
                            <a:schemeClr val="dk1"/>
                          </a:solidFill>
                          <a:latin typeface="Arial"/>
                          <a:ea typeface="微软雅黑"/>
                        </a:defRPr>
                      </a:lvl4pPr>
                      <a:lvl5pPr marL="1371600" algn="l" defTabSz="685800" rtl="0" eaLnBrk="1" latinLnBrk="0" hangingPunct="1">
                        <a:defRPr sz="1350" kern="1200">
                          <a:solidFill>
                            <a:schemeClr val="dk1"/>
                          </a:solidFill>
                          <a:latin typeface="Arial"/>
                          <a:ea typeface="微软雅黑"/>
                        </a:defRPr>
                      </a:lvl5pPr>
                      <a:lvl6pPr marL="1714500" algn="l" defTabSz="685800" rtl="0" eaLnBrk="1" latinLnBrk="0" hangingPunct="1">
                        <a:defRPr sz="1350" kern="1200">
                          <a:solidFill>
                            <a:schemeClr val="dk1"/>
                          </a:solidFill>
                          <a:latin typeface="Arial"/>
                          <a:ea typeface="微软雅黑"/>
                        </a:defRPr>
                      </a:lvl6pPr>
                      <a:lvl7pPr marL="2057400" algn="l" defTabSz="685800" rtl="0" eaLnBrk="1" latinLnBrk="0" hangingPunct="1">
                        <a:defRPr sz="1350" kern="1200">
                          <a:solidFill>
                            <a:schemeClr val="dk1"/>
                          </a:solidFill>
                          <a:latin typeface="Arial"/>
                          <a:ea typeface="微软雅黑"/>
                        </a:defRPr>
                      </a:lvl7pPr>
                      <a:lvl8pPr marL="2400300" algn="l" defTabSz="685800" rtl="0" eaLnBrk="1" latinLnBrk="0" hangingPunct="1">
                        <a:defRPr sz="1350" kern="1200">
                          <a:solidFill>
                            <a:schemeClr val="dk1"/>
                          </a:solidFill>
                          <a:latin typeface="Arial"/>
                          <a:ea typeface="微软雅黑"/>
                        </a:defRPr>
                      </a:lvl8pPr>
                      <a:lvl9pPr marL="2743200" algn="l" defTabSz="685800" rtl="0" eaLnBrk="1" latinLnBrk="0" hangingPunct="1">
                        <a:defRPr sz="1350" kern="1200">
                          <a:solidFill>
                            <a:schemeClr val="dk1"/>
                          </a:solidFill>
                          <a:latin typeface="Arial"/>
                          <a:ea typeface="微软雅黑"/>
                        </a:defRPr>
                      </a:lvl9p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8"/>
                  </a:ext>
                </a:extLst>
              </a:tr>
              <a:tr h="371912">
                <a:tc vMerge="1">
                  <a:txBody>
                    <a:bodyPr/>
                    <a:lstStyle/>
                    <a:p>
                      <a:endParaRPr lang="zh-CN" altLang="en-US"/>
                    </a:p>
                  </a:txBody>
                  <a:tcPr/>
                </a:tc>
                <a:tc>
                  <a:txBody>
                    <a:bodyPr/>
                    <a:lstStyle/>
                    <a:p>
                      <a:endParaRPr lang="zh-CN" altLang="en-US" sz="105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endParaRPr lang="en-US" altLang="zh-CN" sz="1050" i="0" kern="1200" dirty="0">
                        <a:solidFill>
                          <a:schemeClr val="dk1"/>
                        </a:solidFill>
                        <a:latin typeface="Arial"/>
                        <a:ea typeface="微软雅黑"/>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endParaRPr lang="zh-CN" altLang="en-US" sz="900" dirty="0">
                        <a:latin typeface="微软雅黑" panose="020B0503020204020204" pitchFamily="34" charset="-122"/>
                        <a:ea typeface="微软雅黑" panose="020B0503020204020204"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29748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txBox="1">
            <a:spLocks/>
          </p:cNvSpPr>
          <p:nvPr/>
        </p:nvSpPr>
        <p:spPr>
          <a:xfrm>
            <a:off x="264939" y="332656"/>
            <a:ext cx="5508104" cy="553244"/>
          </a:xfrm>
          <a:prstGeom prst="rect">
            <a:avLst/>
          </a:prstGeom>
        </p:spPr>
        <p:txBody>
          <a:bodyPr lIns="77925" tIns="38963" rIns="77925" bIns="38963"/>
          <a:lstStyle>
            <a:lvl1pPr algn="l" defTabSz="681355" rtl="0" eaLnBrk="1" fontAlgn="base" hangingPunct="1">
              <a:spcBef>
                <a:spcPct val="0"/>
              </a:spcBef>
              <a:spcAft>
                <a:spcPct val="0"/>
              </a:spcAft>
              <a:defRPr sz="3100" b="0">
                <a:solidFill>
                  <a:srgbClr val="CC0000"/>
                </a:solidFill>
                <a:latin typeface="+mn-ea"/>
                <a:ea typeface="+mn-ea"/>
                <a:cs typeface="+mj-cs"/>
              </a:defRPr>
            </a:lvl1pPr>
            <a:lvl2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2pPr>
            <a:lvl3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3pPr>
            <a:lvl4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4pPr>
            <a:lvl5pPr algn="l" defTabSz="681355" rtl="0" eaLnBrk="1" fontAlgn="base" hangingPunct="1">
              <a:spcBef>
                <a:spcPct val="0"/>
              </a:spcBef>
              <a:spcAft>
                <a:spcPct val="0"/>
              </a:spcAft>
              <a:defRPr sz="2300" b="1">
                <a:solidFill>
                  <a:srgbClr val="990000"/>
                </a:solidFill>
                <a:latin typeface="Arial" panose="020B0604020202020204" pitchFamily="34" charset="0"/>
                <a:ea typeface="微软雅黑" panose="020B0503020204020204" charset="-122"/>
              </a:defRPr>
            </a:lvl5pPr>
            <a:lvl6pPr marL="334010"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6pPr>
            <a:lvl7pPr marL="66738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7pPr>
            <a:lvl8pPr marL="100139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8pPr>
            <a:lvl9pPr marL="1335405" algn="l" defTabSz="682625" rtl="0" eaLnBrk="1" fontAlgn="base" hangingPunct="1">
              <a:spcBef>
                <a:spcPct val="0"/>
              </a:spcBef>
              <a:spcAft>
                <a:spcPct val="0"/>
              </a:spcAft>
              <a:defRPr sz="2300" b="1">
                <a:solidFill>
                  <a:srgbClr val="990000"/>
                </a:solidFill>
                <a:latin typeface="FrutigerNext LT Medium" pitchFamily="34" charset="0"/>
                <a:ea typeface="黑体" panose="02010609060101010101" pitchFamily="2" charset="-122"/>
              </a:defRPr>
            </a:lvl9pPr>
          </a:lstStyle>
          <a:p>
            <a:pPr marL="0" marR="0" lvl="0" indent="0" algn="l" defTabSz="681355" rtl="0" eaLnBrk="1" fontAlgn="base" latinLnBrk="0" hangingPunct="1">
              <a:lnSpc>
                <a:spcPct val="100000"/>
              </a:lnSpc>
              <a:spcBef>
                <a:spcPct val="0"/>
              </a:spcBef>
              <a:spcAft>
                <a:spcPct val="0"/>
              </a:spcAft>
              <a:buClrTx/>
              <a:buSzTx/>
              <a:buFontTx/>
              <a:buNone/>
              <a:tabLst/>
              <a:defRPr/>
            </a:pPr>
            <a:r>
              <a:rPr lang="zh-CN" altLang="en-US" sz="2800" b="1" kern="0" dirty="0">
                <a:solidFill>
                  <a:srgbClr val="C00000"/>
                </a:solidFill>
                <a:latin typeface="微软雅黑"/>
                <a:ea typeface="微软雅黑"/>
              </a:rPr>
              <a:t>二</a:t>
            </a:r>
            <a:r>
              <a:rPr kumimoji="0" lang="zh-CN" altLang="en-US" sz="2800" b="1" i="0" u="none" strike="noStrike" kern="0" cap="none" spc="0" normalizeH="0" baseline="0" noProof="0" dirty="0">
                <a:ln>
                  <a:noFill/>
                </a:ln>
                <a:solidFill>
                  <a:srgbClr val="C00000"/>
                </a:solidFill>
                <a:effectLst/>
                <a:uLnTx/>
                <a:uFillTx/>
                <a:latin typeface="微软雅黑"/>
                <a:ea typeface="微软雅黑"/>
                <a:cs typeface="+mj-cs"/>
              </a:rPr>
              <a:t>、</a:t>
            </a:r>
            <a:r>
              <a:rPr lang="en-US" altLang="zh-CN" sz="2800" b="1" kern="0" dirty="0">
                <a:solidFill>
                  <a:srgbClr val="C00000"/>
                </a:solidFill>
                <a:latin typeface="微软雅黑"/>
                <a:ea typeface="微软雅黑"/>
              </a:rPr>
              <a:t>test</a:t>
            </a:r>
            <a:endParaRPr kumimoji="0" lang="zh-CN" altLang="en-US" sz="2800" b="0" i="0" u="none" strike="noStrike" kern="0" cap="none" spc="0" normalizeH="0" baseline="0" noProof="0" dirty="0">
              <a:ln>
                <a:noFill/>
              </a:ln>
              <a:solidFill>
                <a:srgbClr val="CC0000"/>
              </a:solidFill>
              <a:effectLst/>
              <a:uLnTx/>
              <a:uFillTx/>
              <a:latin typeface="微软雅黑"/>
              <a:ea typeface="微软雅黑"/>
              <a:cs typeface="+mj-cs"/>
            </a:endParaRPr>
          </a:p>
        </p:txBody>
      </p:sp>
      <p:sp>
        <p:nvSpPr>
          <p:cNvPr id="4" name="矩形 3"/>
          <p:cNvSpPr/>
          <p:nvPr/>
        </p:nvSpPr>
        <p:spPr>
          <a:xfrm>
            <a:off x="192931" y="836713"/>
            <a:ext cx="11844639" cy="5904656"/>
          </a:xfrm>
          <a:prstGeom prst="rect">
            <a:avLst/>
          </a:prstGeom>
          <a:noFill/>
          <a:ln w="25400" cmpd="dbl">
            <a:solidFill>
              <a:srgbClr val="0A509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微软雅黑" panose="020B0503020204020204" pitchFamily="34" charset="-122"/>
              <a:ea typeface="微软雅黑" panose="020B0503020204020204" pitchFamily="34" charset="-122"/>
            </a:endParaRPr>
          </a:p>
        </p:txBody>
      </p:sp>
      <p:sp>
        <p:nvSpPr>
          <p:cNvPr id="2" name="矩形 1"/>
          <p:cNvSpPr/>
          <p:nvPr/>
        </p:nvSpPr>
        <p:spPr>
          <a:xfrm>
            <a:off x="221191" y="890823"/>
            <a:ext cx="11593288" cy="3041858"/>
          </a:xfrm>
          <a:prstGeom prst="rect">
            <a:avLst/>
          </a:prstGeom>
        </p:spPr>
        <p:txBody>
          <a:bodyPr wrap="square">
            <a:spAutoFit/>
          </a:bodyPr>
          <a:lstStyle/>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【title1】</a:t>
            </a:r>
          </a:p>
          <a:p>
            <a:pPr>
              <a:lnSpc>
                <a:spcPts val="2300"/>
              </a:lnSpc>
            </a:pPr>
            <a:endParaRPr lang="en-US" altLang="zh-CN" sz="1200" dirty="0">
              <a:latin typeface="微软雅黑" panose="020B0503020204020204" pitchFamily="34" charset="-122"/>
              <a:ea typeface="微软雅黑" panose="020B0503020204020204" pitchFamily="34" charset="-122"/>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【title2】 </a:t>
            </a:r>
          </a:p>
          <a:p>
            <a:pPr>
              <a:lnSpc>
                <a:spcPts val="2300"/>
              </a:lnSpc>
            </a:pPr>
            <a:endParaRPr lang="en-US" altLang="zh-CN" sz="1200" dirty="0">
              <a:latin typeface="微软雅黑" charset="0"/>
              <a:ea typeface="微软雅黑" charset="0"/>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【title3】</a:t>
            </a:r>
            <a:endParaRPr lang="zh-CN" altLang="en-US" sz="1200" b="1" dirty="0">
              <a:solidFill>
                <a:srgbClr val="0A5095"/>
              </a:solidFill>
              <a:latin typeface="微软雅黑" panose="020B0503020204020204" pitchFamily="34" charset="-122"/>
              <a:ea typeface="微软雅黑" panose="020B0503020204020204" pitchFamily="34" charset="-122"/>
            </a:endParaRPr>
          </a:p>
          <a:p>
            <a:pPr>
              <a:lnSpc>
                <a:spcPts val="2300"/>
              </a:lnSpc>
            </a:pPr>
            <a:endParaRPr lang="zh-CN" altLang="en-US" sz="1200" b="1" dirty="0">
              <a:solidFill>
                <a:srgbClr val="0A5095"/>
              </a:solidFill>
              <a:latin typeface="微软雅黑" panose="020B0503020204020204" pitchFamily="34" charset="-122"/>
              <a:ea typeface="微软雅黑" panose="020B0503020204020204" pitchFamily="34" charset="-122"/>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 title4】</a:t>
            </a:r>
            <a:endParaRPr lang="zh-CN" altLang="en-US" sz="1200" b="1" dirty="0">
              <a:solidFill>
                <a:srgbClr val="0A5095"/>
              </a:solidFill>
              <a:latin typeface="微软雅黑" panose="020B0503020204020204" pitchFamily="34" charset="-122"/>
              <a:ea typeface="微软雅黑" panose="020B0503020204020204" pitchFamily="34" charset="-122"/>
            </a:endParaRPr>
          </a:p>
          <a:p>
            <a:pPr>
              <a:lnSpc>
                <a:spcPts val="2300"/>
              </a:lnSpc>
            </a:pPr>
            <a:endParaRPr lang="zh-CN" altLang="en-US" sz="1200" dirty="0">
              <a:latin typeface="微软雅黑" panose="020B0503020204020204" pitchFamily="34" charset="-122"/>
              <a:ea typeface="微软雅黑" panose="020B0503020204020204" pitchFamily="34" charset="-122"/>
            </a:endParaRPr>
          </a:p>
          <a:p>
            <a:pPr>
              <a:lnSpc>
                <a:spcPts val="2300"/>
              </a:lnSpc>
            </a:pPr>
            <a:r>
              <a:rPr lang="en-US" altLang="zh-CN" sz="1200" b="1" dirty="0">
                <a:solidFill>
                  <a:srgbClr val="0A5095"/>
                </a:solidFill>
                <a:latin typeface="微软雅黑" panose="020B0503020204020204" pitchFamily="34" charset="-122"/>
                <a:ea typeface="微软雅黑" panose="020B0503020204020204" pitchFamily="34" charset="-122"/>
              </a:rPr>
              <a:t>【 title5 】</a:t>
            </a:r>
          </a:p>
          <a:p>
            <a:pPr>
              <a:lnSpc>
                <a:spcPts val="2300"/>
              </a:lnSpc>
            </a:pPr>
            <a:endParaRPr lang="zh-CN" altLang="en-US" sz="1200" dirty="0">
              <a:latin typeface="微软雅黑" charset="0"/>
              <a:ea typeface="微软雅黑" charset="0"/>
            </a:endParaRPr>
          </a:p>
        </p:txBody>
      </p:sp>
    </p:spTree>
    <p:extLst>
      <p:ext uri="{BB962C8B-B14F-4D97-AF65-F5344CB8AC3E}">
        <p14:creationId xmlns:p14="http://schemas.microsoft.com/office/powerpoint/2010/main" val="8914387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TYLE" val="AcnSubjectTitle"/>
  <p:tag name="DATE" val="11/17/2007 9:35:04 PM"/>
</p:tagLst>
</file>

<file path=ppt/tags/tag2.xml><?xml version="1.0" encoding="utf-8"?>
<p:tagLst xmlns:a="http://schemas.openxmlformats.org/drawingml/2006/main" xmlns:r="http://schemas.openxmlformats.org/officeDocument/2006/relationships" xmlns:p="http://schemas.openxmlformats.org/presentationml/2006/main">
  <p:tag name="STYLE" val="AcnStamp"/>
  <p:tag name="DATE" val="11/18/2007 10:44:04 PM"/>
</p:tagLst>
</file>

<file path=ppt/tags/tag3.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4.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5.xml><?xml version="1.0" encoding="utf-8"?>
<p:tagLst xmlns:a="http://schemas.openxmlformats.org/drawingml/2006/main" xmlns:r="http://schemas.openxmlformats.org/officeDocument/2006/relationships" xmlns:p="http://schemas.openxmlformats.org/presentationml/2006/main">
  <p:tag name="STYLE" val="AcnSubjectTitle"/>
  <p:tag name="DATE" val="11/17/2007 9:35:04 PM"/>
</p:tagLst>
</file>

<file path=ppt/tags/tag6.xml><?xml version="1.0" encoding="utf-8"?>
<p:tagLst xmlns:a="http://schemas.openxmlformats.org/drawingml/2006/main" xmlns:r="http://schemas.openxmlformats.org/officeDocument/2006/relationships" xmlns:p="http://schemas.openxmlformats.org/presentationml/2006/main">
  <p:tag name="STYLE" val="AcnStamp"/>
  <p:tag name="DATE" val="11/18/2007 10:44:04 PM"/>
</p:tagLst>
</file>

<file path=ppt/tags/tag7.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8.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9.xml><?xml version="1.0" encoding="utf-8"?>
<p:tagLst xmlns:a="http://schemas.openxmlformats.org/drawingml/2006/main" xmlns:r="http://schemas.openxmlformats.org/officeDocument/2006/relationships" xmlns:p="http://schemas.openxmlformats.org/presentationml/2006/main">
  <p:tag name="STYLE" val="AcnSubjectTitle"/>
  <p:tag name="DATE" val="11/17/2007 9:35:04 PM"/>
</p:tagLst>
</file>

<file path=ppt/tags/tag10.xml><?xml version="1.0" encoding="utf-8"?>
<p:tagLst xmlns:a="http://schemas.openxmlformats.org/drawingml/2006/main" xmlns:r="http://schemas.openxmlformats.org/officeDocument/2006/relationships" xmlns:p="http://schemas.openxmlformats.org/presentationml/2006/main">
  <p:tag name="STYLE" val="AcnStamp"/>
  <p:tag name="DATE" val="11/18/2007 10:44:04 PM"/>
</p:tagLst>
</file>

<file path=ppt/tags/tag11.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12.xml><?xml version="1.0" encoding="utf-8"?>
<p:tagLst xmlns:a="http://schemas.openxmlformats.org/drawingml/2006/main" xmlns:r="http://schemas.openxmlformats.org/officeDocument/2006/relationships" xmlns:p="http://schemas.openxmlformats.org/presentationml/2006/main">
  <p:tag name="STYLE" val="AcnStpConnector"/>
  <p:tag name="DATE" val="11/18/2007 10:44:04 PM"/>
</p:tagLst>
</file>

<file path=ppt/tags/tag13.xml><?xml version="1.0" encoding="utf-8"?>
<p:tagLst xmlns:a="http://schemas.openxmlformats.org/drawingml/2006/main" xmlns:r="http://schemas.openxmlformats.org/officeDocument/2006/relationships" xmlns:p="http://schemas.openxmlformats.org/presentationml/2006/main">
  <p:tag name="STYLE" val="AcnStpConnector"/>
  <p:tag name="DATE" val="2008-11-13 上午 10:28:18"/>
</p:tagLst>
</file>

<file path=ppt/tags/tag14.xml><?xml version="1.0" encoding="utf-8"?>
<p:tagLst xmlns:a="http://schemas.openxmlformats.org/drawingml/2006/main" xmlns:r="http://schemas.openxmlformats.org/officeDocument/2006/relationships" xmlns:p="http://schemas.openxmlformats.org/presentationml/2006/main">
  <p:tag name="STYLE" val="AcnStpConnector"/>
  <p:tag name="DATE" val="2008-11-13 上午 10:28:18"/>
</p:tagLst>
</file>

<file path=ppt/theme/theme1.xml><?xml version="1.0" encoding="utf-8"?>
<a:theme xmlns:a="http://schemas.openxmlformats.org/drawingml/2006/main" name="33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1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default">
  <a:themeElements>
    <a:clrScheme name="4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4_default">
      <a:majorFont>
        <a:latin typeface="FrutigerNext LT Medium"/>
        <a:ea typeface="宋体"/>
        <a:cs typeface=""/>
      </a:majorFont>
      <a:minorFont>
        <a:latin typeface="FrutigerNext LT Medium"/>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4_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4_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4_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4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4_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4_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4_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4_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4_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4_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4_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4_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default">
  <a:themeElements>
    <a:clrScheme name="3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3_default">
      <a:majorFont>
        <a:latin typeface="FrutigerNext LT Medium"/>
        <a:ea typeface="宋体"/>
        <a:cs typeface=""/>
      </a:majorFont>
      <a:minorFont>
        <a:latin typeface="FrutigerNext LT Medium"/>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3_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3_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3_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3_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3_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3_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3_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3_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3_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3_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3_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3_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3_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0_default">
  <a:themeElements>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8_default">
  <a:themeElements>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1_default">
  <a:themeElements>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fontScheme name="default">
      <a:majorFont>
        <a:latin typeface="Arial"/>
        <a:ea typeface="华文细黑"/>
        <a:cs typeface="Arial"/>
      </a:majorFont>
      <a:minorFont>
        <a:latin typeface="Arial"/>
        <a:ea typeface="华文细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23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2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3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5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rotWithShape="1">
          <a:gsLst>
            <a:gs pos="0">
              <a:srgbClr val="EAEAEA"/>
            </a:gs>
            <a:gs pos="100000">
              <a:srgbClr val="EAEAEA">
                <a:gamma/>
                <a:shade val="46275"/>
                <a:invGamma/>
                <a:alpha val="0"/>
              </a:srgbClr>
            </a:gs>
          </a:gsLst>
          <a:lin ang="5400000" scaled="1"/>
        </a:gradFill>
        <a:ln w="12700">
          <a:noFill/>
          <a:miter lim="800000"/>
          <a:headEnd/>
          <a:tailEnd/>
        </a:ln>
        <a:effectLst/>
      </a:spPr>
      <a:bodyPr wrap="none" anchor="t"/>
      <a:lstStyle>
        <a:defPPr>
          <a:defRPr sz="1600" b="1" dirty="0" smtClean="0">
            <a:latin typeface="+mj-ea"/>
            <a:cs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23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Custom 1">
      <a:majorFont>
        <a:latin typeface="Arial Narrow"/>
        <a:ea typeface="微软雅黑"/>
        <a:cs typeface="宋体"/>
      </a:majorFont>
      <a:minorFont>
        <a:latin typeface="Arial Narrow"/>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26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ctr" anchorCtr="0" compatLnSpc="1">
        <a:prstTxWarp prst="textNoShape">
          <a:avLst/>
        </a:prstTxWarp>
        <a:spAutoFit/>
      </a:bodyPr>
      <a:lstStyle>
        <a:defPPr marL="0" marR="0" indent="0" algn="ctr" defTabSz="80168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ctr" anchorCtr="0" compatLnSpc="1">
        <a:prstTxWarp prst="textNoShape">
          <a:avLst/>
        </a:prstTxWarp>
        <a:spAutoFit/>
      </a:bodyPr>
      <a:lstStyle>
        <a:defPPr marL="0" marR="0" indent="0" algn="ctr" defTabSz="80168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3_Blank">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flip="none" rotWithShape="1">
          <a:gsLst>
            <a:gs pos="0">
              <a:srgbClr val="FBEAC7"/>
            </a:gs>
            <a:gs pos="17999">
              <a:srgbClr val="FEE7F2"/>
            </a:gs>
            <a:gs pos="36000">
              <a:srgbClr val="FAC77D"/>
            </a:gs>
            <a:gs pos="61000">
              <a:srgbClr val="FBA97D"/>
            </a:gs>
            <a:gs pos="82001">
              <a:srgbClr val="FBD49C"/>
            </a:gs>
            <a:gs pos="100000">
              <a:srgbClr val="FEE7F2"/>
            </a:gs>
          </a:gsLst>
          <a:lin ang="5400000" scaled="0"/>
          <a:tileRect/>
        </a:gradFill>
        <a:ln w="9525" cap="flat" cmpd="sng" algn="ctr">
          <a:noFill/>
          <a:prstDash val="solid"/>
          <a:round/>
          <a:headEnd type="none" w="med" len="med"/>
          <a:tailEnd type="none" w="med" len="med"/>
        </a:ln>
        <a:effectLst/>
      </a:spPr>
      <a:bodyPr vert="horz" wrap="square" lIns="91440" tIns="45720" rIns="91440" bIns="45720" numCol="1" rtlCol="0" anchor="ctr" anchorCtr="1" compatLnSpc="1">
        <a:prstTxWarp prst="textNoShape">
          <a:avLst/>
        </a:prstTxWarp>
      </a:bodyPr>
      <a:lstStyle>
        <a:defPPr>
          <a:defRPr sz="1600" b="1" dirty="0" smtClean="0">
            <a:solidFill>
              <a:schemeClr val="tx1"/>
            </a:solidFill>
            <a:latin typeface="+mj-ea"/>
            <a:ea typeface="+mj-ea"/>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txDef>
      <a:spPr>
        <a:noFill/>
      </a:spPr>
      <a:bodyPr wrap="square" rtlCol="0">
        <a:spAutoFit/>
      </a:bodyPr>
      <a:lstStyle>
        <a:defPPr>
          <a:defRPr dirty="0" smtClean="0">
            <a:solidFill>
              <a:srgbClr val="000000"/>
            </a:solidFill>
          </a:defRPr>
        </a:defPPr>
      </a:lstStyle>
    </a:tx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25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0064" rIns="80129" bIns="40064" numCol="1" anchor="ctr" anchorCtr="0" compatLnSpc="1">
        <a:prstTxWarp prst="textNoShape">
          <a:avLst/>
        </a:prstTxWarp>
      </a:bodyPr>
      <a:lstStyle>
        <a:defPPr marL="174625" marR="0" indent="-174625" algn="l" defTabSz="914400" rtl="0" eaLnBrk="0" fontAlgn="base" latinLnBrk="0" hangingPunct="0">
          <a:lnSpc>
            <a:spcPct val="150000"/>
          </a:lnSpc>
          <a:spcBef>
            <a:spcPct val="0"/>
          </a:spcBef>
          <a:spcAft>
            <a:spcPct val="0"/>
          </a:spcAft>
          <a:buClrTx/>
          <a:buSzTx/>
          <a:tabLst/>
          <a:defRPr kumimoji="0" sz="1600" b="0" i="0" u="none" strike="noStrike" kern="0" cap="none" spc="0" normalizeH="0" baseline="0" noProof="0" dirty="0" smtClean="0">
            <a:ln>
              <a:noFill/>
            </a:ln>
            <a:effectLst/>
            <a:uLnTx/>
            <a:uFillTx/>
            <a:latin typeface="宋体" pitchFamily="2" charset="-122"/>
            <a:cs typeface="+mj-cs"/>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26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0064" rIns="80129" bIns="40064" numCol="1" anchor="ctr" anchorCtr="0" compatLnSpc="1">
        <a:prstTxWarp prst="textNoShape">
          <a:avLst/>
        </a:prstTxWarp>
      </a:bodyPr>
      <a:lstStyle>
        <a:defPPr marL="174625" marR="0" indent="-174625" algn="l" defTabSz="914400" rtl="0" eaLnBrk="0" fontAlgn="base" latinLnBrk="0" hangingPunct="0">
          <a:lnSpc>
            <a:spcPct val="150000"/>
          </a:lnSpc>
          <a:spcBef>
            <a:spcPct val="0"/>
          </a:spcBef>
          <a:spcAft>
            <a:spcPct val="0"/>
          </a:spcAft>
          <a:buClrTx/>
          <a:buSzTx/>
          <a:tabLst/>
          <a:defRPr kumimoji="0" sz="1600" b="0" i="0" u="none" strike="noStrike" kern="0" cap="none" spc="0" normalizeH="0" baseline="0" noProof="0" dirty="0" smtClean="0">
            <a:ln>
              <a:noFill/>
            </a:ln>
            <a:effectLst/>
            <a:uLnTx/>
            <a:uFillTx/>
            <a:latin typeface="宋体" pitchFamily="2" charset="-122"/>
            <a:cs typeface="+mj-cs"/>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28_default">
  <a:themeElements>
    <a:clrScheme name="1_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1_default">
      <a:majorFont>
        <a:latin typeface="Arial"/>
        <a:ea typeface="宋体"/>
        <a:cs typeface=""/>
      </a:majorFont>
      <a:minorFont>
        <a:latin typeface="FrutigerNext LT Regular"/>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1_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1_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1_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1_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1_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1_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1_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1_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1_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1_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1_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1_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1_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28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0064" rIns="80129" bIns="40064" numCol="1" anchor="ctr" anchorCtr="0" compatLnSpc="1">
        <a:prstTxWarp prst="textNoShape">
          <a:avLst/>
        </a:prstTxWarp>
      </a:bodyPr>
      <a:lstStyle>
        <a:defPPr marL="174625" marR="0" indent="-174625" algn="l" defTabSz="914400" rtl="0" eaLnBrk="0" fontAlgn="base" latinLnBrk="0" hangingPunct="0">
          <a:lnSpc>
            <a:spcPct val="150000"/>
          </a:lnSpc>
          <a:spcBef>
            <a:spcPct val="0"/>
          </a:spcBef>
          <a:spcAft>
            <a:spcPct val="0"/>
          </a:spcAft>
          <a:buClrTx/>
          <a:buSzTx/>
          <a:tabLst/>
          <a:defRPr kumimoji="0" sz="1600" b="0" i="0" u="none" strike="noStrike" kern="0" cap="none" spc="0" normalizeH="0" baseline="0" noProof="0" dirty="0" smtClean="0">
            <a:ln>
              <a:noFill/>
            </a:ln>
            <a:effectLst/>
            <a:uLnTx/>
            <a:uFillTx/>
            <a:latin typeface="宋体" pitchFamily="2" charset="-122"/>
            <a:cs typeface="+mj-cs"/>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33_default">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9050" algn="ctr">
          <a:noFill/>
          <a:round/>
          <a:headEnd/>
          <a:tailEnd/>
        </a:ln>
        <a:effectLst/>
      </a:spPr>
      <a:bodyPr wrap="square" rtlCol="0" anchor="ctr">
        <a:spAutoFit/>
      </a:bodyPr>
      <a:lstStyle>
        <a:defPPr algn="ctr">
          <a:spcBef>
            <a:spcPct val="50000"/>
          </a:spcBef>
          <a:defRPr>
            <a:solidFill>
              <a:schemeClr val="tx2"/>
            </a:solidFill>
            <a:latin typeface="Arial" charset="0"/>
            <a:ea typeface="宋体" charset="-122"/>
          </a:defRPr>
        </a:defPPr>
      </a:lstStyle>
    </a:spDef>
    <a:lnDef>
      <a:spPr bwMode="auto">
        <a:noFill/>
        <a:ln w="9525">
          <a:solidFill>
            <a:schemeClr val="bg2"/>
          </a:solidFill>
          <a:round/>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9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3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34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35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default">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C99"/>
        </a:solidFill>
        <a:ln w="19050" algn="ctr">
          <a:solidFill>
            <a:schemeClr val="tx1"/>
          </a:solidFill>
          <a:round/>
          <a:headEnd/>
          <a:tailEnd/>
        </a:ln>
        <a:effectLst/>
      </a:spPr>
      <a:bodyPr wrap="square" anchor="ctr">
        <a:spAutoFit/>
      </a:bodyPr>
      <a:lstStyle>
        <a:defPPr algn="ctr">
          <a:spcBef>
            <a:spcPct val="50000"/>
          </a:spcBef>
          <a:defRPr>
            <a:solidFill>
              <a:schemeClr val="tx2"/>
            </a:solidFill>
            <a:latin typeface="Arial" charset="0"/>
            <a:ea typeface="宋体" charset="-122"/>
          </a:defRPr>
        </a:defPPr>
      </a:lstStyle>
    </a:spDef>
    <a:lnDef>
      <a:spPr bwMode="auto">
        <a:noFill/>
        <a:ln w="9525">
          <a:solidFill>
            <a:schemeClr val="bg2"/>
          </a:solidFill>
          <a:round/>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1_default">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C99"/>
        </a:solidFill>
        <a:ln w="19050" algn="ctr">
          <a:solidFill>
            <a:schemeClr val="tx1"/>
          </a:solidFill>
          <a:round/>
          <a:headEnd/>
          <a:tailEnd/>
        </a:ln>
        <a:effectLst/>
      </a:spPr>
      <a:bodyPr wrap="square" anchor="ctr">
        <a:spAutoFit/>
      </a:bodyPr>
      <a:lstStyle>
        <a:defPPr algn="ctr">
          <a:spcBef>
            <a:spcPct val="50000"/>
          </a:spcBef>
          <a:defRPr>
            <a:solidFill>
              <a:schemeClr val="tx2"/>
            </a:solidFill>
            <a:latin typeface="Arial" charset="0"/>
            <a:ea typeface="宋体" charset="-122"/>
          </a:defRPr>
        </a:defPPr>
      </a:lstStyle>
    </a:spDef>
    <a:lnDef>
      <a:spPr bwMode="auto">
        <a:noFill/>
        <a:ln w="9525">
          <a:solidFill>
            <a:schemeClr val="bg2"/>
          </a:solidFill>
          <a:round/>
          <a:headEnd/>
          <a:tailEnd/>
        </a:ln>
      </a:spPr>
      <a:body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5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7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00000"/>
        </a:solidFill>
        <a:ln>
          <a:noFill/>
        </a:ln>
        <a:effectLst/>
        <a:extLst/>
      </a:spPr>
      <a:bodyPr lIns="121887" tIns="60945" rIns="121887" bIns="60945" anchor="b"/>
      <a:lstStyle>
        <a:defPPr algn="ctr" defTabSz="1218891">
          <a:buClr>
            <a:srgbClr val="CC9900"/>
          </a:buClr>
          <a:defRPr sz="1600" b="1" dirty="0" smtClean="0">
            <a:solidFill>
              <a:schemeClr val="bg1"/>
            </a:solidFill>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MS PGothic"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MS PGothic"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5_default">
  <a:themeElements>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default">
      <a:majorFont>
        <a:latin typeface="FrutigerNext LT Regular"/>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default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808080"/>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969696"/>
        </a:lt2>
        <a:accent1>
          <a:srgbClr val="DDDDDD"/>
        </a:accent1>
        <a:accent2>
          <a:srgbClr val="99CCFF"/>
        </a:accent2>
        <a:accent3>
          <a:srgbClr val="FFFFFF"/>
        </a:accent3>
        <a:accent4>
          <a:srgbClr val="000000"/>
        </a:accent4>
        <a:accent5>
          <a:srgbClr val="EBEBEB"/>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777777"/>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777777"/>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777777"/>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777777"/>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6_主题1">
  <a:themeElements>
    <a:clrScheme name="2015年公司色">
      <a:dk1>
        <a:srgbClr val="000000"/>
      </a:dk1>
      <a:lt1>
        <a:srgbClr val="FBFBFB"/>
      </a:lt1>
      <a:dk2>
        <a:srgbClr val="C00000"/>
      </a:dk2>
      <a:lt2>
        <a:srgbClr val="F68B1F"/>
      </a:lt2>
      <a:accent1>
        <a:srgbClr val="01B0E9"/>
      </a:accent1>
      <a:accent2>
        <a:srgbClr val="8DCA3F"/>
      </a:accent2>
      <a:accent3>
        <a:srgbClr val="FAD12E"/>
      </a:accent3>
      <a:accent4>
        <a:srgbClr val="00A9A7"/>
      </a:accent4>
      <a:accent5>
        <a:srgbClr val="CF9B2A"/>
      </a:accent5>
      <a:accent6>
        <a:srgbClr val="007EC5"/>
      </a:accent6>
      <a:hlink>
        <a:srgbClr val="75C66A"/>
      </a:hlink>
      <a:folHlink>
        <a:srgbClr val="00A9A7"/>
      </a:folHlink>
    </a:clrScheme>
    <a:fontScheme name="Temp">
      <a:majorFont>
        <a:latin typeface="Arial"/>
        <a:ea typeface="微软雅黑"/>
        <a:cs typeface=""/>
      </a:majorFont>
      <a:minorFont>
        <a:latin typeface="Arial"/>
        <a:ea typeface="微软雅黑"/>
        <a:cs typeface=""/>
      </a:minorFont>
    </a:fontScheme>
    <a:fmtScheme name="技巧">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none" rtlCol="0">
        <a:spAutoFit/>
      </a:bodyPr>
      <a:lstStyle>
        <a:defPPr>
          <a:defRPr dirty="0" smtClean="0">
            <a:latin typeface="+mn-ea"/>
            <a:ea typeface="+mn-ea"/>
          </a:defRPr>
        </a:defPPr>
      </a:lstStyle>
    </a:tx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7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00000"/>
        </a:solidFill>
        <a:ln>
          <a:noFill/>
        </a:ln>
        <a:effectLst/>
        <a:extLst/>
      </a:spPr>
      <a:bodyPr lIns="121887" tIns="60945" rIns="121887" bIns="60945" anchor="b"/>
      <a:lstStyle>
        <a:defPPr algn="ctr" defTabSz="1218891">
          <a:buClr>
            <a:srgbClr val="CC9900"/>
          </a:buClr>
          <a:defRPr sz="1600" b="1" dirty="0" smtClean="0">
            <a:solidFill>
              <a:schemeClr val="bg1"/>
            </a:solidFill>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16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500" b="1" i="0" u="none" strike="noStrike" cap="none" normalizeH="0" baseline="0" smtClean="0">
            <a:ln>
              <a:noFill/>
            </a:ln>
            <a:solidFill>
              <a:schemeClr val="tx1"/>
            </a:solidFill>
            <a:effectLst/>
            <a:latin typeface="FrutigerNext LT BlackCn" pitchFamily="34"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500" b="1" i="0" u="none" strike="noStrike" cap="none" normalizeH="0" baseline="0" smtClean="0">
            <a:ln>
              <a:noFill/>
            </a:ln>
            <a:solidFill>
              <a:schemeClr val="tx1"/>
            </a:solidFill>
            <a:effectLst/>
            <a:latin typeface="FrutigerNext LT BlackCn" pitchFamily="34" charset="0"/>
            <a:ea typeface="MS PGothic" pitchFamily="34" charset="-128"/>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7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写胶片的模板</Template>
  <TotalTime>66585</TotalTime>
  <Words>56</Words>
  <Application>Microsoft Office PowerPoint</Application>
  <PresentationFormat>自定义</PresentationFormat>
  <Paragraphs>21</Paragraphs>
  <Slides>4</Slides>
  <Notes>0</Notes>
  <HiddenSlides>0</HiddenSlides>
  <MMClips>0</MMClips>
  <ScaleCrop>false</ScaleCrop>
  <HeadingPairs>
    <vt:vector size="6" baseType="variant">
      <vt:variant>
        <vt:lpstr>已用的字体</vt:lpstr>
      </vt:variant>
      <vt:variant>
        <vt:i4>19</vt:i4>
      </vt:variant>
      <vt:variant>
        <vt:lpstr>主题</vt:lpstr>
      </vt:variant>
      <vt:variant>
        <vt:i4>36</vt:i4>
      </vt:variant>
      <vt:variant>
        <vt:lpstr>幻灯片标题</vt:lpstr>
      </vt:variant>
      <vt:variant>
        <vt:i4>4</vt:i4>
      </vt:variant>
    </vt:vector>
  </HeadingPairs>
  <TitlesOfParts>
    <vt:vector size="59" baseType="lpstr">
      <vt:lpstr>FrutigerNext LT Bold</vt:lpstr>
      <vt:lpstr>FrutigerNext LT Light</vt:lpstr>
      <vt:lpstr>FrutigerNext LT Medium</vt:lpstr>
      <vt:lpstr>FrutigerNext LT Regular</vt:lpstr>
      <vt:lpstr>ＭＳ Ｐゴシック</vt:lpstr>
      <vt:lpstr>ＭＳ Ｐゴシック</vt:lpstr>
      <vt:lpstr>黑体</vt:lpstr>
      <vt:lpstr>华文细黑</vt:lpstr>
      <vt:lpstr>宋体</vt:lpstr>
      <vt:lpstr>微软雅黑</vt:lpstr>
      <vt:lpstr>Arial</vt:lpstr>
      <vt:lpstr>Arial Narrow</vt:lpstr>
      <vt:lpstr>Calibri</vt:lpstr>
      <vt:lpstr>Calibri Light</vt:lpstr>
      <vt:lpstr>Franklin Gothic Book</vt:lpstr>
      <vt:lpstr>Franklin Gothic Medium</vt:lpstr>
      <vt:lpstr>Symbol</vt:lpstr>
      <vt:lpstr>Times New Roman</vt:lpstr>
      <vt:lpstr>Wingdings</vt:lpstr>
      <vt:lpstr>33_主题1</vt:lpstr>
      <vt:lpstr>31_主题1</vt:lpstr>
      <vt:lpstr>4_default</vt:lpstr>
      <vt:lpstr>3_default</vt:lpstr>
      <vt:lpstr>20_default</vt:lpstr>
      <vt:lpstr>38_default</vt:lpstr>
      <vt:lpstr>21_default</vt:lpstr>
      <vt:lpstr>17_主题1</vt:lpstr>
      <vt:lpstr>23_default</vt:lpstr>
      <vt:lpstr>20_主题1</vt:lpstr>
      <vt:lpstr>32_主题1</vt:lpstr>
      <vt:lpstr>52_主题1</vt:lpstr>
      <vt:lpstr>23_主题1</vt:lpstr>
      <vt:lpstr>26_default</vt:lpstr>
      <vt:lpstr>3_Blank</vt:lpstr>
      <vt:lpstr>25_主题1</vt:lpstr>
      <vt:lpstr>26_主题1</vt:lpstr>
      <vt:lpstr>28_default</vt:lpstr>
      <vt:lpstr>28_主题1</vt:lpstr>
      <vt:lpstr>33_default</vt:lpstr>
      <vt:lpstr>29_主题1</vt:lpstr>
      <vt:lpstr>30_主题1</vt:lpstr>
      <vt:lpstr>34_主题1</vt:lpstr>
      <vt:lpstr>9_主题1</vt:lpstr>
      <vt:lpstr>35_主题1</vt:lpstr>
      <vt:lpstr>default</vt:lpstr>
      <vt:lpstr>1_default</vt:lpstr>
      <vt:lpstr>56_主题1</vt:lpstr>
      <vt:lpstr>75_主题1</vt:lpstr>
      <vt:lpstr>2_default</vt:lpstr>
      <vt:lpstr>5_default</vt:lpstr>
      <vt:lpstr>36_主题1</vt:lpstr>
      <vt:lpstr>76_主题1</vt:lpstr>
      <vt:lpstr>16_自定义设计方案</vt:lpstr>
      <vt:lpstr>Office 主题</vt:lpstr>
      <vt:lpstr>37_主题1</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fanglong@huawei.com</dc:creator>
  <cp:lastModifiedBy>wangting (CU)</cp:lastModifiedBy>
  <cp:revision>2331</cp:revision>
  <dcterms:created xsi:type="dcterms:W3CDTF">2011-10-09T03:04:51Z</dcterms:created>
  <dcterms:modified xsi:type="dcterms:W3CDTF">2025-12-22T06:36:19Z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19593839</vt:lpwstr>
  </property>
  <property fmtid="{D5CDD505-2E9C-101B-9397-08002B2CF9AE}" pid="3" name="NXPowerLiteSettings">
    <vt:lpwstr>F7000400038000</vt:lpwstr>
  </property>
  <property fmtid="{D5CDD505-2E9C-101B-9397-08002B2CF9AE}" pid="4" name="NXPowerLiteVersion">
    <vt:lpwstr>D7.0.4</vt:lpwstr>
  </property>
  <property fmtid="{D5CDD505-2E9C-101B-9397-08002B2CF9AE}" pid="5" name="_2015_ms_pID_725343">
    <vt:lpwstr>(3)nBeuLenvdGV2JxsyQa/nKkh7UdwJln1TajWDFmKtVMi14rnq7Hr1oUinjvRYjd6YptLlm3M4
qco+WsMTHYss9xzmX1K66tggFM+OZ0wd3iiAuPe4H8+cAUaarp5Wc6lwlnbTbG0frz6AaCzS
lasHApHB4bwN5QLDbrLQGPhOGiM1Zig3u6gzZsdgaEAWa/MNxwom5FnUvOFzkD3Dw5qclewo
tVwvhYxY945b0Ey1em</vt:lpwstr>
  </property>
  <property fmtid="{D5CDD505-2E9C-101B-9397-08002B2CF9AE}" pid="6" name="_2015_ms_pID_7253431">
    <vt:lpwstr>iD4eRwGmNTECaENsM+l5pj/E6r4AVHW9NCwLinmRdUt7iVGM64pzsb
t2IM96W2Ezsjs0Tp7qPJ8Ssi3ULVS3VX0AYka5z3e2wYfAR9DAiB9ZXxQYUBukIPI+Fm56Vt
F8C/xpa+CrhCXnL8IBW1yPmmJV0jeM78SQx78x97tMVfSguL0lscjk9f2lOQundXLUXv8TZ2
LgVFQ92Sre2lV22SYOICWEXHeOuKLTcN3yha</vt:lpwstr>
  </property>
  <property fmtid="{D5CDD505-2E9C-101B-9397-08002B2CF9AE}" pid="7" name="_2015_ms_pID_7253431_00">
    <vt:lpwstr>_2015_ms_pID_7253431</vt:lpwstr>
  </property>
  <property fmtid="{D5CDD505-2E9C-101B-9397-08002B2CF9AE}" pid="8" name="_2015_ms_pID_7253432">
    <vt:lpwstr>sRwgeZ/XkJfUJaDvVISyAL1VIHsMdFK81tTn
I3jVGJsE9WtMF9KX1cUQ+2R8COOLySrk+cPm1pfoAUdF/eR9XTM=</vt:lpwstr>
  </property>
  <property fmtid="{D5CDD505-2E9C-101B-9397-08002B2CF9AE}" pid="9" name="_2015_ms_pID_7253432_00">
    <vt:lpwstr>_2015_ms_pID_7253432</vt:lpwstr>
  </property>
  <property fmtid="{D5CDD505-2E9C-101B-9397-08002B2CF9AE}" pid="10" name="_2015_ms_pID_725343_00">
    <vt:lpwstr>_2015_ms_pID_725343</vt:lpwstr>
  </property>
  <property fmtid="{D5CDD505-2E9C-101B-9397-08002B2CF9AE}" pid="11" name="_ms_pID_725343">
    <vt:lpwstr>(7)T1MdZtNkT4byVbFoOvxrNhOHqFcgpKVY/A0rNwYgTnPMaH6A5yqTjG6g3GbwgU4pk0+BWP6E_x000d_ 2wEMoI1b5RiiYDgni2ybsBj1J1Hj/65i+RW3tbzBC64hkDKIyQxJujSQBDikIdxThAmD3IwI_x000d_ C9Tj5nlArbEb5Q3A1FmFRyMAaFMkcxNzVzgw+tDq61j0gosfGSMIhnJA3XvXHs27/8h3xluN_x000d_ zf80tdiSu6PekiaOoH</vt:lpwstr>
  </property>
  <property fmtid="{D5CDD505-2E9C-101B-9397-08002B2CF9AE}" pid="12" name="_ms_pID_7253431">
    <vt:lpwstr>Q5OoFv5ZNXSJY/LuWBzV0DwG6bc7aPjVOSmRY8RA18nos5z3SmazTR_x000d_ AYtzG9M+2FJTEUpW1Vgus/aXTvStmHGtIHDY1E6etjQNh1K9hkFPnpQlGhDvoMxEb/4w20a9_x000d_ E9G8FhZlF7MpfapxFzZqJV96xpjmCFh/vs4XjiDNnoCV2hUc/99EjenJyvVTsM8fBVU7jtdC_x000d_ rMeGbnLdfP1nh/EduZOCv/piNHqrwJ9Uq9H6</vt:lpwstr>
  </property>
  <property fmtid="{D5CDD505-2E9C-101B-9397-08002B2CF9AE}" pid="13" name="_ms_pID_7253432">
    <vt:lpwstr>M7k4yQb0BeVd4Xuxq53l+sDXK0efNXuTxPPD_x000d_ P7Ospq9YCL6TT5hbGZ4hkp2QAtpELg/copIQhLe2r34I1zOmL03mBOTZ2CiYDpypUTlrHmrd_x000d_ EaBgRFsPUKRAjHJuIn9OaeJkJ0elvK4qHj0ZlfroVoH7bvVkS6v+3prtmYNTKHsnwdymnuyc_x000d_ S03R6h1evlsVoIXkMltH0DZ50DLmmnwDAUJtlD6+9KK/IDXUC4UkLr</vt:lpwstr>
  </property>
  <property fmtid="{D5CDD505-2E9C-101B-9397-08002B2CF9AE}" pid="14" name="_ms_pID_7253433">
    <vt:lpwstr>JT7I7m3rcDV9WqwEey_x000d_ 4p+TxsvOMeKzSeTc5dXBnPkUrejhWc3ROH0qmHoYlji8NsLYK7k8XMwMvca/w8NcXAAyn2mf_x000d_ cvZmgitkW90G6JPEmp/MuKegw6JcGkwZ+T1EpsuqvhDxw1SMJe/HrnEcAjTeDLAE8v9aphtd_x000d_ HYf1JA7KQEQAu+oL5GFo7DkeiIpANAXpD7vFN5b0Aqe0MWDYwLEgcXOxNYQLqUKCntWaeK5C</vt:lpwstr>
  </property>
  <property fmtid="{D5CDD505-2E9C-101B-9397-08002B2CF9AE}" pid="15" name="_ms_pID_7253434">
    <vt:lpwstr>_x000d_ jym0gMV/wMJ2mT/GMA/JkOqBI0IdgPLPhwMI7Hce+oliu0auTWBZsoEcmQInTn/dfNLHiFCk_x000d_ l/DNoRNteN7nAE1Df8EdiCLIffNSbDnXc207PMO1QaNRoj3Cq98EAj5O+oD36BIUCZB34ESn_x000d_ +Iy1fdRonv2uU+eyM1unJE5oqKDiWWfIFfNsK3J0Hh+yWvs9WwEPDN+LA5qY19MDTzdtaRS8_x000d_ qUCG0MrrNHYmzOtr</vt:lpwstr>
  </property>
  <property fmtid="{D5CDD505-2E9C-101B-9397-08002B2CF9AE}" pid="16" name="_ms_pID_7253435">
    <vt:lpwstr>vikHsBVErZfoic0GStb8F6nS9dZHsNlXO1SeglYVovrpnYGk3h1UqQUv_x000d_ vvoEyKc7Sva/mv6wtUAJs++lf1gD5hiCHJyr6GBD6KX5c4BFqe5ldbFlepmTtdFlic+fyZQ2_x000d_ HfhIoOUP41V4vWPrdF4v/B2RjgvCrb279ykGCQGFx1ndJ1rbYSNNdkAGuMmxXhOtoveb0z9R_x000d_ GsyOIRyvBBAf8Bbets0M9RobZVpBSuq5Of</vt:lpwstr>
  </property>
  <property fmtid="{D5CDD505-2E9C-101B-9397-08002B2CF9AE}" pid="17" name="_ms_pID_7253436">
    <vt:lpwstr>yANUWSZL8zHoqF5xZMXe7tOeKhZjeRwoDV66DE_x000d_ 5Xd6oyXLWo23JEZ+fKUVO8WS074EZLZofvLI1KId2YZZTOnc9Ak4Sw==</vt:lpwstr>
  </property>
  <property fmtid="{D5CDD505-2E9C-101B-9397-08002B2CF9AE}" pid="18" name="_new_ms_pID_72543">
    <vt:lpwstr>(3)9wHtszVAjtyBCbSKUvXh61xZd9GGBswzGjGMLTvhDLJWSw5MbYncfguxKAHcl3WOzeEurU3y_x000d_
capeSDeRGe9SFFaHzwgxl5fQ2BstzLvq3wVe7arpN4uTwaB7iEJWIxGXzwcL/Z+A+X4BNMwf_x000d_
MIT7oehwQqslNsmtZ29JEbGF/Z9K/AsNanTbVku7cjHbZUlWtarAYTtauOIPDNuePMurRagi_x000d_
dJm39UaIxOdiCCrvg5</vt:lpwstr>
  </property>
  <property fmtid="{D5CDD505-2E9C-101B-9397-08002B2CF9AE}" pid="19" name="_new_ms_pID_725431">
    <vt:lpwstr>WjTRThOGAUGBzyLbjldMJ3FURIE4Wvs0w2pRd/PKy1851iTGVQRZ0b_x000d_
bahHfMF4TID9WDftZk7J76SwdBqFF5LB0Kd9eGy+l9Y0eL89YDjPCjeKAU0dNSymrlWa7i2Y_x000d_
gRTxM5QpNrJiEuzfgEKfE6e4y9q/B+oJDBAEJjiX891riSvpaDLtKqi6xSfCsgdiyvSMGupl_x000d_
hMQIs+kl3FIvgwxEbf/g8cFKVTlsDSxacHD7</vt:lpwstr>
  </property>
  <property fmtid="{D5CDD505-2E9C-101B-9397-08002B2CF9AE}" pid="20" name="_new_ms_pID_725431_00">
    <vt:lpwstr>_new_ms_pID_725431</vt:lpwstr>
  </property>
  <property fmtid="{D5CDD505-2E9C-101B-9397-08002B2CF9AE}" pid="21" name="_new_ms_pID_725432">
    <vt:lpwstr>Vcqzc+9u63HV+wNCAnID0uohXe8iFX4L0gV8_x000d_
SPAj1L+Z+nHhN6PFp80JXxzcsfaenq44TjhDts6gGwNsB7TVvQx9k4dGV1di5oRo/iIyynyK_x000d_
Ek+AFHYiTrBru/dW8DcSqd1Z9nd12UsUKzYbpGFzXy9KFI5E6vqnmxx5vZVn3VqKiyeysCLW_x000d_
77shbkep16mE5EmvQC6X5JF7aOGHNv90lhA=</vt:lpwstr>
  </property>
  <property fmtid="{D5CDD505-2E9C-101B-9397-08002B2CF9AE}" pid="22" name="_new_ms_pID_725432_00">
    <vt:lpwstr>_new_ms_pID_725432</vt:lpwstr>
  </property>
  <property fmtid="{D5CDD505-2E9C-101B-9397-08002B2CF9AE}" pid="23" name="_new_ms_pID_725433">
    <vt:lpwstr>4U</vt:lpwstr>
  </property>
  <property fmtid="{D5CDD505-2E9C-101B-9397-08002B2CF9AE}" pid="24" name="_new_ms_pID_725433_00">
    <vt:lpwstr>_new_ms_pID_725433</vt:lpwstr>
  </property>
  <property fmtid="{D5CDD505-2E9C-101B-9397-08002B2CF9AE}" pid="25" name="_new_ms_pID_72543_00">
    <vt:lpwstr>_new_ms_pID_72543</vt:lpwstr>
  </property>
  <property fmtid="{D5CDD505-2E9C-101B-9397-08002B2CF9AE}" pid="26" name="_readonly">
    <vt:lpwstr/>
  </property>
  <property fmtid="{D5CDD505-2E9C-101B-9397-08002B2CF9AE}" pid="27" name="_change">
    <vt:lpwstr/>
  </property>
  <property fmtid="{D5CDD505-2E9C-101B-9397-08002B2CF9AE}" pid="28" name="_full-control">
    <vt:lpwstr/>
  </property>
  <property fmtid="{D5CDD505-2E9C-101B-9397-08002B2CF9AE}" pid="29" name="sflag">
    <vt:lpwstr>1721629018</vt:lpwstr>
  </property>
</Properties>
</file>